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8" r:id="rId5"/>
    <p:sldMasterId id="2147483699"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Lst>
  <p:sldSz cy="5143500" cx="9144000"/>
  <p:notesSz cx="6858000" cy="9144000"/>
  <p:embeddedFontLst>
    <p:embeddedFont>
      <p:font typeface="Proxima Nova"/>
      <p:regular r:id="rId94"/>
      <p:bold r:id="rId95"/>
      <p:italic r:id="rId96"/>
      <p:boldItalic r:id="rId97"/>
    </p:embeddedFont>
    <p:embeddedFont>
      <p:font typeface="Roboto Medium"/>
      <p:regular r:id="rId98"/>
      <p:bold r:id="rId99"/>
      <p:italic r:id="rId100"/>
      <p:boldItalic r:id="rId101"/>
    </p:embeddedFont>
    <p:embeddedFont>
      <p:font typeface="Amatic SC"/>
      <p:regular r:id="rId102"/>
      <p:bold r:id="rId103"/>
    </p:embeddedFont>
    <p:embeddedFont>
      <p:font typeface="Overpass"/>
      <p:regular r:id="rId104"/>
      <p:bold r:id="rId105"/>
      <p:italic r:id="rId106"/>
      <p:boldItalic r:id="rId107"/>
    </p:embeddedFont>
    <p:embeddedFont>
      <p:font typeface="Proxima Nova Semibold"/>
      <p:regular r:id="rId108"/>
      <p:bold r:id="rId109"/>
      <p:boldItalic r:id="rId110"/>
    </p:embeddedFont>
    <p:embeddedFont>
      <p:font typeface="DM Serif Display"/>
      <p:regular r:id="rId111"/>
      <p:italic r:id="rId112"/>
    </p:embeddedFont>
    <p:embeddedFont>
      <p:font typeface="Karla"/>
      <p:regular r:id="rId113"/>
      <p:bold r:id="rId114"/>
      <p:italic r:id="rId115"/>
      <p:boldItalic r:id="rId11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9FBEA96-C8E7-43C8-8308-72618AA3E878}">
  <a:tblStyle styleId="{89FBEA96-C8E7-43C8-8308-72618AA3E87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7" Type="http://schemas.openxmlformats.org/officeDocument/2006/relationships/font" Target="fonts/Overpass-boldItalic.fntdata"/><Relationship Id="rId106" Type="http://schemas.openxmlformats.org/officeDocument/2006/relationships/font" Target="fonts/Overpass-italic.fntdata"/><Relationship Id="rId105" Type="http://schemas.openxmlformats.org/officeDocument/2006/relationships/font" Target="fonts/Overpass-bold.fntdata"/><Relationship Id="rId104" Type="http://schemas.openxmlformats.org/officeDocument/2006/relationships/font" Target="fonts/Overpass-regular.fntdata"/><Relationship Id="rId109" Type="http://schemas.openxmlformats.org/officeDocument/2006/relationships/font" Target="fonts/ProximaNovaSemibold-bold.fntdata"/><Relationship Id="rId108" Type="http://schemas.openxmlformats.org/officeDocument/2006/relationships/font" Target="fonts/ProximaNovaSemibold-regular.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AmaticSC-bold.fntdata"/><Relationship Id="rId102" Type="http://schemas.openxmlformats.org/officeDocument/2006/relationships/font" Target="fonts/AmaticSC-regular.fntdata"/><Relationship Id="rId101" Type="http://schemas.openxmlformats.org/officeDocument/2006/relationships/font" Target="fonts/RobotoMedium-boldItalic.fntdata"/><Relationship Id="rId100" Type="http://schemas.openxmlformats.org/officeDocument/2006/relationships/font" Target="fonts/RobotoMedium-italic.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ProximaNova-bold.fntdata"/><Relationship Id="rId94" Type="http://schemas.openxmlformats.org/officeDocument/2006/relationships/font" Target="fonts/ProximaNova-regular.fntdata"/><Relationship Id="rId97" Type="http://schemas.openxmlformats.org/officeDocument/2006/relationships/font" Target="fonts/ProximaNova-boldItalic.fntdata"/><Relationship Id="rId96" Type="http://schemas.openxmlformats.org/officeDocument/2006/relationships/font" Target="fonts/ProximaNova-italic.fntdata"/><Relationship Id="rId11" Type="http://schemas.openxmlformats.org/officeDocument/2006/relationships/slide" Target="slides/slide4.xml"/><Relationship Id="rId99" Type="http://schemas.openxmlformats.org/officeDocument/2006/relationships/font" Target="fonts/RobotoMedium-bold.fntdata"/><Relationship Id="rId10" Type="http://schemas.openxmlformats.org/officeDocument/2006/relationships/slide" Target="slides/slide3.xml"/><Relationship Id="rId98" Type="http://schemas.openxmlformats.org/officeDocument/2006/relationships/font" Target="fonts/RobotoMedium-regular.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slide" Target="slides/slide84.xml"/><Relationship Id="rId90" Type="http://schemas.openxmlformats.org/officeDocument/2006/relationships/slide" Target="slides/slide83.xml"/><Relationship Id="rId93" Type="http://schemas.openxmlformats.org/officeDocument/2006/relationships/slide" Target="slides/slide86.xml"/><Relationship Id="rId92" Type="http://schemas.openxmlformats.org/officeDocument/2006/relationships/slide" Target="slides/slide85.xml"/><Relationship Id="rId116" Type="http://schemas.openxmlformats.org/officeDocument/2006/relationships/font" Target="fonts/Karla-boldItalic.fntdata"/><Relationship Id="rId115" Type="http://schemas.openxmlformats.org/officeDocument/2006/relationships/font" Target="fonts/Karla-italic.fntdata"/><Relationship Id="rId15" Type="http://schemas.openxmlformats.org/officeDocument/2006/relationships/slide" Target="slides/slide8.xml"/><Relationship Id="rId110" Type="http://schemas.openxmlformats.org/officeDocument/2006/relationships/font" Target="fonts/ProximaNovaSemibold-boldItalic.fntdata"/><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14" Type="http://schemas.openxmlformats.org/officeDocument/2006/relationships/font" Target="fonts/Karla-bold.fntdata"/><Relationship Id="rId18" Type="http://schemas.openxmlformats.org/officeDocument/2006/relationships/slide" Target="slides/slide11.xml"/><Relationship Id="rId113" Type="http://schemas.openxmlformats.org/officeDocument/2006/relationships/font" Target="fonts/Karla-regular.fntdata"/><Relationship Id="rId112" Type="http://schemas.openxmlformats.org/officeDocument/2006/relationships/font" Target="fonts/DMSerifDisplay-italic.fntdata"/><Relationship Id="rId111" Type="http://schemas.openxmlformats.org/officeDocument/2006/relationships/font" Target="fonts/DMSerifDisplay-regular.fntdata"/><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slide" Target="slides/slide81.xml"/><Relationship Id="rId87" Type="http://schemas.openxmlformats.org/officeDocument/2006/relationships/slide" Target="slides/slide80.xml"/><Relationship Id="rId89" Type="http://schemas.openxmlformats.org/officeDocument/2006/relationships/slide" Target="slides/slide82.xml"/><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 name="Shape 493"/>
        <p:cNvGrpSpPr/>
        <p:nvPr/>
      </p:nvGrpSpPr>
      <p:grpSpPr>
        <a:xfrm>
          <a:off x="0" y="0"/>
          <a:ext cx="0" cy="0"/>
          <a:chOff x="0" y="0"/>
          <a:chExt cx="0" cy="0"/>
        </a:xfrm>
      </p:grpSpPr>
      <p:sp>
        <p:nvSpPr>
          <p:cNvPr id="494" name="Google Shape;494;gd4db157b90_0_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 name="Google Shape;495;gd4db157b90_0_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d3c3787e4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d3c3787e4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e643cbc4f6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e643cbc4f6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d3c3787e4d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d3c3787e4d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e643cbc4f6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e643cbc4f6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d86185eae8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d86185eae8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e643cbc4f6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e643cbc4f6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d3c3787e4d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d3c3787e4d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e643cbc4f6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e643cbc4f6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 name="Shape 613"/>
        <p:cNvGrpSpPr/>
        <p:nvPr/>
      </p:nvGrpSpPr>
      <p:grpSpPr>
        <a:xfrm>
          <a:off x="0" y="0"/>
          <a:ext cx="0" cy="0"/>
          <a:chOff x="0" y="0"/>
          <a:chExt cx="0" cy="0"/>
        </a:xfrm>
      </p:grpSpPr>
      <p:sp>
        <p:nvSpPr>
          <p:cNvPr id="614" name="Google Shape;614;gd4db157b9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 name="Google Shape;615;gd4db157b9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e468db4b04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e468db4b04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e477d3a1df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e477d3a1df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d4db157b90_0_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d4db157b90_0_3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 name="Shape 698"/>
        <p:cNvGrpSpPr/>
        <p:nvPr/>
      </p:nvGrpSpPr>
      <p:grpSpPr>
        <a:xfrm>
          <a:off x="0" y="0"/>
          <a:ext cx="0" cy="0"/>
          <a:chOff x="0" y="0"/>
          <a:chExt cx="0" cy="0"/>
        </a:xfrm>
      </p:grpSpPr>
      <p:sp>
        <p:nvSpPr>
          <p:cNvPr id="699" name="Google Shape;699;ge468db4b04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 name="Google Shape;700;ge468db4b04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gd4db157b90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 name="Google Shape;705;gd4db157b90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e468db4b04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e468db4b04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d4db157b90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d4db157b90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e468db4b04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e468db4b04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 name="Shape 781"/>
        <p:cNvGrpSpPr/>
        <p:nvPr/>
      </p:nvGrpSpPr>
      <p:grpSpPr>
        <a:xfrm>
          <a:off x="0" y="0"/>
          <a:ext cx="0" cy="0"/>
          <a:chOff x="0" y="0"/>
          <a:chExt cx="0" cy="0"/>
        </a:xfrm>
      </p:grpSpPr>
      <p:sp>
        <p:nvSpPr>
          <p:cNvPr id="782" name="Google Shape;782;gd4db157b90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 name="Google Shape;783;gd4db157b90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 name="Shape 789"/>
        <p:cNvGrpSpPr/>
        <p:nvPr/>
      </p:nvGrpSpPr>
      <p:grpSpPr>
        <a:xfrm>
          <a:off x="0" y="0"/>
          <a:ext cx="0" cy="0"/>
          <a:chOff x="0" y="0"/>
          <a:chExt cx="0" cy="0"/>
        </a:xfrm>
      </p:grpSpPr>
      <p:sp>
        <p:nvSpPr>
          <p:cNvPr id="790" name="Google Shape;790;ge468db4b04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 name="Google Shape;791;ge468db4b04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d4db157b90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d4db157b90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 name="Shape 813"/>
        <p:cNvGrpSpPr/>
        <p:nvPr/>
      </p:nvGrpSpPr>
      <p:grpSpPr>
        <a:xfrm>
          <a:off x="0" y="0"/>
          <a:ext cx="0" cy="0"/>
          <a:chOff x="0" y="0"/>
          <a:chExt cx="0" cy="0"/>
        </a:xfrm>
      </p:grpSpPr>
      <p:sp>
        <p:nvSpPr>
          <p:cNvPr id="814" name="Google Shape;814;ge468db4b04_0_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 name="Google Shape;815;ge468db4b04_0_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d400509a5e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d400509a5e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 name="Shape 849"/>
        <p:cNvGrpSpPr/>
        <p:nvPr/>
      </p:nvGrpSpPr>
      <p:grpSpPr>
        <a:xfrm>
          <a:off x="0" y="0"/>
          <a:ext cx="0" cy="0"/>
          <a:chOff x="0" y="0"/>
          <a:chExt cx="0" cy="0"/>
        </a:xfrm>
      </p:grpSpPr>
      <p:sp>
        <p:nvSpPr>
          <p:cNvPr id="850" name="Google Shape;850;ge468db4b04_0_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 name="Google Shape;851;ge468db4b04_0_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 name="Shape 864"/>
        <p:cNvGrpSpPr/>
        <p:nvPr/>
      </p:nvGrpSpPr>
      <p:grpSpPr>
        <a:xfrm>
          <a:off x="0" y="0"/>
          <a:ext cx="0" cy="0"/>
          <a:chOff x="0" y="0"/>
          <a:chExt cx="0" cy="0"/>
        </a:xfrm>
      </p:grpSpPr>
      <p:sp>
        <p:nvSpPr>
          <p:cNvPr id="865" name="Google Shape;865;gd4db157b90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 name="Google Shape;866;gd4db157b90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ge468db4b04_0_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 name="Google Shape;877;ge468db4b04_0_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 name="Shape 910"/>
        <p:cNvGrpSpPr/>
        <p:nvPr/>
      </p:nvGrpSpPr>
      <p:grpSpPr>
        <a:xfrm>
          <a:off x="0" y="0"/>
          <a:ext cx="0" cy="0"/>
          <a:chOff x="0" y="0"/>
          <a:chExt cx="0" cy="0"/>
        </a:xfrm>
      </p:grpSpPr>
      <p:sp>
        <p:nvSpPr>
          <p:cNvPr id="911" name="Google Shape;911;gd86185eae8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 name="Google Shape;912;gd86185eae8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 name="Shape 916"/>
        <p:cNvGrpSpPr/>
        <p:nvPr/>
      </p:nvGrpSpPr>
      <p:grpSpPr>
        <a:xfrm>
          <a:off x="0" y="0"/>
          <a:ext cx="0" cy="0"/>
          <a:chOff x="0" y="0"/>
          <a:chExt cx="0" cy="0"/>
        </a:xfrm>
      </p:grpSpPr>
      <p:sp>
        <p:nvSpPr>
          <p:cNvPr id="917" name="Google Shape;917;ge468db4b04_0_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 name="Google Shape;918;ge468db4b04_0_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 name="Shape 922"/>
        <p:cNvGrpSpPr/>
        <p:nvPr/>
      </p:nvGrpSpPr>
      <p:grpSpPr>
        <a:xfrm>
          <a:off x="0" y="0"/>
          <a:ext cx="0" cy="0"/>
          <a:chOff x="0" y="0"/>
          <a:chExt cx="0" cy="0"/>
        </a:xfrm>
      </p:grpSpPr>
      <p:sp>
        <p:nvSpPr>
          <p:cNvPr id="923" name="Google Shape;923;gd4db157b90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 name="Google Shape;924;gd4db157b90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 name="Shape 930"/>
        <p:cNvGrpSpPr/>
        <p:nvPr/>
      </p:nvGrpSpPr>
      <p:grpSpPr>
        <a:xfrm>
          <a:off x="0" y="0"/>
          <a:ext cx="0" cy="0"/>
          <a:chOff x="0" y="0"/>
          <a:chExt cx="0" cy="0"/>
        </a:xfrm>
      </p:grpSpPr>
      <p:sp>
        <p:nvSpPr>
          <p:cNvPr id="931" name="Google Shape;931;ge468db4b04_0_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2" name="Google Shape;932;ge468db4b04_0_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 name="Shape 941"/>
        <p:cNvGrpSpPr/>
        <p:nvPr/>
      </p:nvGrpSpPr>
      <p:grpSpPr>
        <a:xfrm>
          <a:off x="0" y="0"/>
          <a:ext cx="0" cy="0"/>
          <a:chOff x="0" y="0"/>
          <a:chExt cx="0" cy="0"/>
        </a:xfrm>
      </p:grpSpPr>
      <p:sp>
        <p:nvSpPr>
          <p:cNvPr id="942" name="Google Shape;942;ge65695e801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 name="Google Shape;943;ge65695e801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 name="Shape 948"/>
        <p:cNvGrpSpPr/>
        <p:nvPr/>
      </p:nvGrpSpPr>
      <p:grpSpPr>
        <a:xfrm>
          <a:off x="0" y="0"/>
          <a:ext cx="0" cy="0"/>
          <a:chOff x="0" y="0"/>
          <a:chExt cx="0" cy="0"/>
        </a:xfrm>
      </p:grpSpPr>
      <p:sp>
        <p:nvSpPr>
          <p:cNvPr id="949" name="Google Shape;949;gd4db157b90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 name="Google Shape;950;gd4db157b90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e468db4b04_0_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e468db4b04_0_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 name="Shape 1022"/>
        <p:cNvGrpSpPr/>
        <p:nvPr/>
      </p:nvGrpSpPr>
      <p:grpSpPr>
        <a:xfrm>
          <a:off x="0" y="0"/>
          <a:ext cx="0" cy="0"/>
          <a:chOff x="0" y="0"/>
          <a:chExt cx="0" cy="0"/>
        </a:xfrm>
      </p:grpSpPr>
      <p:sp>
        <p:nvSpPr>
          <p:cNvPr id="1023" name="Google Shape;1023;gd4db157b90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4" name="Google Shape;1024;gd4db157b90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 name="Shape 1075"/>
        <p:cNvGrpSpPr/>
        <p:nvPr/>
      </p:nvGrpSpPr>
      <p:grpSpPr>
        <a:xfrm>
          <a:off x="0" y="0"/>
          <a:ext cx="0" cy="0"/>
          <a:chOff x="0" y="0"/>
          <a:chExt cx="0" cy="0"/>
        </a:xfrm>
      </p:grpSpPr>
      <p:sp>
        <p:nvSpPr>
          <p:cNvPr id="1076" name="Google Shape;1076;ge468db4b04_0_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 name="Google Shape;1077;ge468db4b04_0_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7af8d73bc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7af8d73bc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e468db4b04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e468db4b04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 name="Shape 1134"/>
        <p:cNvGrpSpPr/>
        <p:nvPr/>
      </p:nvGrpSpPr>
      <p:grpSpPr>
        <a:xfrm>
          <a:off x="0" y="0"/>
          <a:ext cx="0" cy="0"/>
          <a:chOff x="0" y="0"/>
          <a:chExt cx="0" cy="0"/>
        </a:xfrm>
      </p:grpSpPr>
      <p:sp>
        <p:nvSpPr>
          <p:cNvPr id="1135" name="Google Shape;1135;gd4db157b90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 name="Google Shape;1136;gd4db157b90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 name="Shape 1144"/>
        <p:cNvGrpSpPr/>
        <p:nvPr/>
      </p:nvGrpSpPr>
      <p:grpSpPr>
        <a:xfrm>
          <a:off x="0" y="0"/>
          <a:ext cx="0" cy="0"/>
          <a:chOff x="0" y="0"/>
          <a:chExt cx="0" cy="0"/>
        </a:xfrm>
      </p:grpSpPr>
      <p:sp>
        <p:nvSpPr>
          <p:cNvPr id="1145" name="Google Shape;1145;ge468db4b04_0_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 name="Google Shape;1146;ge468db4b04_0_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 name="Shape 1158"/>
        <p:cNvGrpSpPr/>
        <p:nvPr/>
      </p:nvGrpSpPr>
      <p:grpSpPr>
        <a:xfrm>
          <a:off x="0" y="0"/>
          <a:ext cx="0" cy="0"/>
          <a:chOff x="0" y="0"/>
          <a:chExt cx="0" cy="0"/>
        </a:xfrm>
      </p:grpSpPr>
      <p:sp>
        <p:nvSpPr>
          <p:cNvPr id="1159" name="Google Shape;1159;gd4db157b90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 name="Google Shape;1160;gd4db157b90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8" name="Shape 1178"/>
        <p:cNvGrpSpPr/>
        <p:nvPr/>
      </p:nvGrpSpPr>
      <p:grpSpPr>
        <a:xfrm>
          <a:off x="0" y="0"/>
          <a:ext cx="0" cy="0"/>
          <a:chOff x="0" y="0"/>
          <a:chExt cx="0" cy="0"/>
        </a:xfrm>
      </p:grpSpPr>
      <p:sp>
        <p:nvSpPr>
          <p:cNvPr id="1179" name="Google Shape;1179;ge468db4b04_0_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0" name="Google Shape;1180;ge468db4b04_0_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 name="Shape 1196"/>
        <p:cNvGrpSpPr/>
        <p:nvPr/>
      </p:nvGrpSpPr>
      <p:grpSpPr>
        <a:xfrm>
          <a:off x="0" y="0"/>
          <a:ext cx="0" cy="0"/>
          <a:chOff x="0" y="0"/>
          <a:chExt cx="0" cy="0"/>
        </a:xfrm>
      </p:grpSpPr>
      <p:sp>
        <p:nvSpPr>
          <p:cNvPr id="1197" name="Google Shape;1197;gd4db157b90_0_3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 name="Google Shape;1198;gd4db157b90_0_3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 name="Shape 1209"/>
        <p:cNvGrpSpPr/>
        <p:nvPr/>
      </p:nvGrpSpPr>
      <p:grpSpPr>
        <a:xfrm>
          <a:off x="0" y="0"/>
          <a:ext cx="0" cy="0"/>
          <a:chOff x="0" y="0"/>
          <a:chExt cx="0" cy="0"/>
        </a:xfrm>
      </p:grpSpPr>
      <p:sp>
        <p:nvSpPr>
          <p:cNvPr id="1210" name="Google Shape;1210;ge468db4b04_0_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 name="Google Shape;1211;ge468db4b04_0_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ge71b7ab07a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 name="Google Shape;1218;ge71b7ab07a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 name="Shape 1223"/>
        <p:cNvGrpSpPr/>
        <p:nvPr/>
      </p:nvGrpSpPr>
      <p:grpSpPr>
        <a:xfrm>
          <a:off x="0" y="0"/>
          <a:ext cx="0" cy="0"/>
          <a:chOff x="0" y="0"/>
          <a:chExt cx="0" cy="0"/>
        </a:xfrm>
      </p:grpSpPr>
      <p:sp>
        <p:nvSpPr>
          <p:cNvPr id="1224" name="Google Shape;1224;gd4db157b90_0_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5" name="Google Shape;1225;gd4db157b90_0_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e468db4b04_0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e468db4b04_0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gd86185eae8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 name="Google Shape;1299;gd86185eae8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7" name="Shape 1307"/>
        <p:cNvGrpSpPr/>
        <p:nvPr/>
      </p:nvGrpSpPr>
      <p:grpSpPr>
        <a:xfrm>
          <a:off x="0" y="0"/>
          <a:ext cx="0" cy="0"/>
          <a:chOff x="0" y="0"/>
          <a:chExt cx="0" cy="0"/>
        </a:xfrm>
      </p:grpSpPr>
      <p:sp>
        <p:nvSpPr>
          <p:cNvPr id="1308" name="Google Shape;1308;ge468db4b04_0_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 name="Google Shape;1309;ge468db4b04_0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 name="Shape 1323"/>
        <p:cNvGrpSpPr/>
        <p:nvPr/>
      </p:nvGrpSpPr>
      <p:grpSpPr>
        <a:xfrm>
          <a:off x="0" y="0"/>
          <a:ext cx="0" cy="0"/>
          <a:chOff x="0" y="0"/>
          <a:chExt cx="0" cy="0"/>
        </a:xfrm>
      </p:grpSpPr>
      <p:sp>
        <p:nvSpPr>
          <p:cNvPr id="1324" name="Google Shape;1324;gd4db157b90_0_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5" name="Google Shape;1325;gd4db157b90_0_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7" name="Shape 1347"/>
        <p:cNvGrpSpPr/>
        <p:nvPr/>
      </p:nvGrpSpPr>
      <p:grpSpPr>
        <a:xfrm>
          <a:off x="0" y="0"/>
          <a:ext cx="0" cy="0"/>
          <a:chOff x="0" y="0"/>
          <a:chExt cx="0" cy="0"/>
        </a:xfrm>
      </p:grpSpPr>
      <p:sp>
        <p:nvSpPr>
          <p:cNvPr id="1348" name="Google Shape;1348;ge477d3a1d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9" name="Google Shape;1349;ge477d3a1d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7" name="Shape 1367"/>
        <p:cNvGrpSpPr/>
        <p:nvPr/>
      </p:nvGrpSpPr>
      <p:grpSpPr>
        <a:xfrm>
          <a:off x="0" y="0"/>
          <a:ext cx="0" cy="0"/>
          <a:chOff x="0" y="0"/>
          <a:chExt cx="0" cy="0"/>
        </a:xfrm>
      </p:grpSpPr>
      <p:sp>
        <p:nvSpPr>
          <p:cNvPr id="1368" name="Google Shape;1368;gd4db157b90_0_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9" name="Google Shape;1369;gd4db157b90_0_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 name="Shape 1373"/>
        <p:cNvGrpSpPr/>
        <p:nvPr/>
      </p:nvGrpSpPr>
      <p:grpSpPr>
        <a:xfrm>
          <a:off x="0" y="0"/>
          <a:ext cx="0" cy="0"/>
          <a:chOff x="0" y="0"/>
          <a:chExt cx="0" cy="0"/>
        </a:xfrm>
      </p:grpSpPr>
      <p:sp>
        <p:nvSpPr>
          <p:cNvPr id="1374" name="Google Shape;1374;ge468db4b04_0_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 name="Google Shape;1375;ge468db4b04_0_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0" name="Shape 1380"/>
        <p:cNvGrpSpPr/>
        <p:nvPr/>
      </p:nvGrpSpPr>
      <p:grpSpPr>
        <a:xfrm>
          <a:off x="0" y="0"/>
          <a:ext cx="0" cy="0"/>
          <a:chOff x="0" y="0"/>
          <a:chExt cx="0" cy="0"/>
        </a:xfrm>
      </p:grpSpPr>
      <p:sp>
        <p:nvSpPr>
          <p:cNvPr id="1381" name="Google Shape;1381;gd4db157b90_0_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2" name="Google Shape;1382;gd4db157b90_0_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 name="Shape 1386"/>
        <p:cNvGrpSpPr/>
        <p:nvPr/>
      </p:nvGrpSpPr>
      <p:grpSpPr>
        <a:xfrm>
          <a:off x="0" y="0"/>
          <a:ext cx="0" cy="0"/>
          <a:chOff x="0" y="0"/>
          <a:chExt cx="0" cy="0"/>
        </a:xfrm>
      </p:grpSpPr>
      <p:sp>
        <p:nvSpPr>
          <p:cNvPr id="1387" name="Google Shape;1387;ge468db4b04_0_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8" name="Google Shape;1388;ge468db4b04_0_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8" name="Shape 1398"/>
        <p:cNvGrpSpPr/>
        <p:nvPr/>
      </p:nvGrpSpPr>
      <p:grpSpPr>
        <a:xfrm>
          <a:off x="0" y="0"/>
          <a:ext cx="0" cy="0"/>
          <a:chOff x="0" y="0"/>
          <a:chExt cx="0" cy="0"/>
        </a:xfrm>
      </p:grpSpPr>
      <p:sp>
        <p:nvSpPr>
          <p:cNvPr id="1399" name="Google Shape;1399;gd4db157b90_0_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0" name="Google Shape;1400;gd4db157b90_0_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2" name="Shape 1412"/>
        <p:cNvGrpSpPr/>
        <p:nvPr/>
      </p:nvGrpSpPr>
      <p:grpSpPr>
        <a:xfrm>
          <a:off x="0" y="0"/>
          <a:ext cx="0" cy="0"/>
          <a:chOff x="0" y="0"/>
          <a:chExt cx="0" cy="0"/>
        </a:xfrm>
      </p:grpSpPr>
      <p:sp>
        <p:nvSpPr>
          <p:cNvPr id="1413" name="Google Shape;1413;ge65695e801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4" name="Google Shape;1414;ge65695e801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3" name="Shape 1423"/>
        <p:cNvGrpSpPr/>
        <p:nvPr/>
      </p:nvGrpSpPr>
      <p:grpSpPr>
        <a:xfrm>
          <a:off x="0" y="0"/>
          <a:ext cx="0" cy="0"/>
          <a:chOff x="0" y="0"/>
          <a:chExt cx="0" cy="0"/>
        </a:xfrm>
      </p:grpSpPr>
      <p:sp>
        <p:nvSpPr>
          <p:cNvPr id="1424" name="Google Shape;1424;gd3e6e90845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5" name="Google Shape;1425;gd3e6e90845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1" name="Shape 1431"/>
        <p:cNvGrpSpPr/>
        <p:nvPr/>
      </p:nvGrpSpPr>
      <p:grpSpPr>
        <a:xfrm>
          <a:off x="0" y="0"/>
          <a:ext cx="0" cy="0"/>
          <a:chOff x="0" y="0"/>
          <a:chExt cx="0" cy="0"/>
        </a:xfrm>
      </p:grpSpPr>
      <p:sp>
        <p:nvSpPr>
          <p:cNvPr id="1432" name="Google Shape;1432;ge65695e801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3" name="Google Shape;1433;ge65695e801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 name="Shape 1443"/>
        <p:cNvGrpSpPr/>
        <p:nvPr/>
      </p:nvGrpSpPr>
      <p:grpSpPr>
        <a:xfrm>
          <a:off x="0" y="0"/>
          <a:ext cx="0" cy="0"/>
          <a:chOff x="0" y="0"/>
          <a:chExt cx="0" cy="0"/>
        </a:xfrm>
      </p:grpSpPr>
      <p:sp>
        <p:nvSpPr>
          <p:cNvPr id="1444" name="Google Shape;1444;ge65695e801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 name="Google Shape;1445;ge65695e801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e65695e801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e65695e801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d3c3787e4d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d3c3787e4d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 name="Shape 1481"/>
        <p:cNvGrpSpPr/>
        <p:nvPr/>
      </p:nvGrpSpPr>
      <p:grpSpPr>
        <a:xfrm>
          <a:off x="0" y="0"/>
          <a:ext cx="0" cy="0"/>
          <a:chOff x="0" y="0"/>
          <a:chExt cx="0" cy="0"/>
        </a:xfrm>
      </p:grpSpPr>
      <p:sp>
        <p:nvSpPr>
          <p:cNvPr id="1482" name="Google Shape;1482;ge65695e801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3" name="Google Shape;1483;ge65695e801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 name="Shape 1536"/>
        <p:cNvGrpSpPr/>
        <p:nvPr/>
      </p:nvGrpSpPr>
      <p:grpSpPr>
        <a:xfrm>
          <a:off x="0" y="0"/>
          <a:ext cx="0" cy="0"/>
          <a:chOff x="0" y="0"/>
          <a:chExt cx="0" cy="0"/>
        </a:xfrm>
      </p:grpSpPr>
      <p:sp>
        <p:nvSpPr>
          <p:cNvPr id="1537" name="Google Shape;1537;gd86185eae8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 name="Google Shape;1538;gd86185eae8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0" name="Shape 1550"/>
        <p:cNvGrpSpPr/>
        <p:nvPr/>
      </p:nvGrpSpPr>
      <p:grpSpPr>
        <a:xfrm>
          <a:off x="0" y="0"/>
          <a:ext cx="0" cy="0"/>
          <a:chOff x="0" y="0"/>
          <a:chExt cx="0" cy="0"/>
        </a:xfrm>
      </p:grpSpPr>
      <p:sp>
        <p:nvSpPr>
          <p:cNvPr id="1551" name="Google Shape;1551;ge65695e801_0_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2" name="Google Shape;1552;ge65695e801_0_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1" name="Shape 1591"/>
        <p:cNvGrpSpPr/>
        <p:nvPr/>
      </p:nvGrpSpPr>
      <p:grpSpPr>
        <a:xfrm>
          <a:off x="0" y="0"/>
          <a:ext cx="0" cy="0"/>
          <a:chOff x="0" y="0"/>
          <a:chExt cx="0" cy="0"/>
        </a:xfrm>
      </p:grpSpPr>
      <p:sp>
        <p:nvSpPr>
          <p:cNvPr id="1592" name="Google Shape;1592;ge65695e801_0_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3" name="Google Shape;1593;ge65695e801_0_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 name="Shape 1597"/>
        <p:cNvGrpSpPr/>
        <p:nvPr/>
      </p:nvGrpSpPr>
      <p:grpSpPr>
        <a:xfrm>
          <a:off x="0" y="0"/>
          <a:ext cx="0" cy="0"/>
          <a:chOff x="0" y="0"/>
          <a:chExt cx="0" cy="0"/>
        </a:xfrm>
      </p:grpSpPr>
      <p:sp>
        <p:nvSpPr>
          <p:cNvPr id="1598" name="Google Shape;1598;gd86185eae8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 name="Google Shape;1599;gd86185eae8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 name="Shape 1603"/>
        <p:cNvGrpSpPr/>
        <p:nvPr/>
      </p:nvGrpSpPr>
      <p:grpSpPr>
        <a:xfrm>
          <a:off x="0" y="0"/>
          <a:ext cx="0" cy="0"/>
          <a:chOff x="0" y="0"/>
          <a:chExt cx="0" cy="0"/>
        </a:xfrm>
      </p:grpSpPr>
      <p:sp>
        <p:nvSpPr>
          <p:cNvPr id="1604" name="Google Shape;1604;ge65695e801_0_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5" name="Google Shape;1605;ge65695e801_0_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9" name="Shape 1609"/>
        <p:cNvGrpSpPr/>
        <p:nvPr/>
      </p:nvGrpSpPr>
      <p:grpSpPr>
        <a:xfrm>
          <a:off x="0" y="0"/>
          <a:ext cx="0" cy="0"/>
          <a:chOff x="0" y="0"/>
          <a:chExt cx="0" cy="0"/>
        </a:xfrm>
      </p:grpSpPr>
      <p:sp>
        <p:nvSpPr>
          <p:cNvPr id="1610" name="Google Shape;1610;SLIDES_API874700295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1" name="Google Shape;1611;SLIDES_API87470029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 name="Shape 1616"/>
        <p:cNvGrpSpPr/>
        <p:nvPr/>
      </p:nvGrpSpPr>
      <p:grpSpPr>
        <a:xfrm>
          <a:off x="0" y="0"/>
          <a:ext cx="0" cy="0"/>
          <a:chOff x="0" y="0"/>
          <a:chExt cx="0" cy="0"/>
        </a:xfrm>
      </p:grpSpPr>
      <p:sp>
        <p:nvSpPr>
          <p:cNvPr id="1617" name="Google Shape;1617;SLIDES_API87470029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8" name="Google Shape;1618;SLIDES_API87470029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3" name="Shape 1623"/>
        <p:cNvGrpSpPr/>
        <p:nvPr/>
      </p:nvGrpSpPr>
      <p:grpSpPr>
        <a:xfrm>
          <a:off x="0" y="0"/>
          <a:ext cx="0" cy="0"/>
          <a:chOff x="0" y="0"/>
          <a:chExt cx="0" cy="0"/>
        </a:xfrm>
      </p:grpSpPr>
      <p:sp>
        <p:nvSpPr>
          <p:cNvPr id="1624" name="Google Shape;1624;gd86185eae8_0_12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5" name="Google Shape;1625;gd86185eae8_0_12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 name="Shape 1640"/>
        <p:cNvGrpSpPr/>
        <p:nvPr/>
      </p:nvGrpSpPr>
      <p:grpSpPr>
        <a:xfrm>
          <a:off x="0" y="0"/>
          <a:ext cx="0" cy="0"/>
          <a:chOff x="0" y="0"/>
          <a:chExt cx="0" cy="0"/>
        </a:xfrm>
      </p:grpSpPr>
      <p:sp>
        <p:nvSpPr>
          <p:cNvPr id="1641" name="Google Shape;1641;gd86185eae8_0_12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2" name="Google Shape;1642;gd86185eae8_0_12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6" name="Shape 1656"/>
        <p:cNvGrpSpPr/>
        <p:nvPr/>
      </p:nvGrpSpPr>
      <p:grpSpPr>
        <a:xfrm>
          <a:off x="0" y="0"/>
          <a:ext cx="0" cy="0"/>
          <a:chOff x="0" y="0"/>
          <a:chExt cx="0" cy="0"/>
        </a:xfrm>
      </p:grpSpPr>
      <p:sp>
        <p:nvSpPr>
          <p:cNvPr id="1657" name="Google Shape;1657;gd86185eae8_0_12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8" name="Google Shape;1658;gd86185eae8_0_12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3" name="Shape 1993"/>
        <p:cNvGrpSpPr/>
        <p:nvPr/>
      </p:nvGrpSpPr>
      <p:grpSpPr>
        <a:xfrm>
          <a:off x="0" y="0"/>
          <a:ext cx="0" cy="0"/>
          <a:chOff x="0" y="0"/>
          <a:chExt cx="0" cy="0"/>
        </a:xfrm>
      </p:grpSpPr>
      <p:sp>
        <p:nvSpPr>
          <p:cNvPr id="1994" name="Google Shape;1994;gd86185eae8_0_126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5" name="Google Shape;1995;gd86185eae8_0_126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3" name="Shape 8493"/>
        <p:cNvGrpSpPr/>
        <p:nvPr/>
      </p:nvGrpSpPr>
      <p:grpSpPr>
        <a:xfrm>
          <a:off x="0" y="0"/>
          <a:ext cx="0" cy="0"/>
          <a:chOff x="0" y="0"/>
          <a:chExt cx="0" cy="0"/>
        </a:xfrm>
      </p:grpSpPr>
      <p:sp>
        <p:nvSpPr>
          <p:cNvPr id="8494" name="Google Shape;8494;gd86185eae8_0_19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5" name="Google Shape;8495;gd86185eae8_0_19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0" name="Shape 8920"/>
        <p:cNvGrpSpPr/>
        <p:nvPr/>
      </p:nvGrpSpPr>
      <p:grpSpPr>
        <a:xfrm>
          <a:off x="0" y="0"/>
          <a:ext cx="0" cy="0"/>
          <a:chOff x="0" y="0"/>
          <a:chExt cx="0" cy="0"/>
        </a:xfrm>
      </p:grpSpPr>
      <p:sp>
        <p:nvSpPr>
          <p:cNvPr id="8921" name="Google Shape;8921;gd86185eae8_0_19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2" name="Google Shape;8922;gd86185eae8_0_19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3" name="Shape 9083"/>
        <p:cNvGrpSpPr/>
        <p:nvPr/>
      </p:nvGrpSpPr>
      <p:grpSpPr>
        <a:xfrm>
          <a:off x="0" y="0"/>
          <a:ext cx="0" cy="0"/>
          <a:chOff x="0" y="0"/>
          <a:chExt cx="0" cy="0"/>
        </a:xfrm>
      </p:grpSpPr>
      <p:sp>
        <p:nvSpPr>
          <p:cNvPr id="9084" name="Google Shape;9084;gd86185eae8_0_19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5" name="Google Shape;9085;gd86185eae8_0_19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5" name="Shape 9485"/>
        <p:cNvGrpSpPr/>
        <p:nvPr/>
      </p:nvGrpSpPr>
      <p:grpSpPr>
        <a:xfrm>
          <a:off x="0" y="0"/>
          <a:ext cx="0" cy="0"/>
          <a:chOff x="0" y="0"/>
          <a:chExt cx="0" cy="0"/>
        </a:xfrm>
      </p:grpSpPr>
      <p:sp>
        <p:nvSpPr>
          <p:cNvPr id="9486" name="Google Shape;9486;gd86185eae8_0_20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7" name="Google Shape;9487;gd86185eae8_0_20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6" name="Shape 9856"/>
        <p:cNvGrpSpPr/>
        <p:nvPr/>
      </p:nvGrpSpPr>
      <p:grpSpPr>
        <a:xfrm>
          <a:off x="0" y="0"/>
          <a:ext cx="0" cy="0"/>
          <a:chOff x="0" y="0"/>
          <a:chExt cx="0" cy="0"/>
        </a:xfrm>
      </p:grpSpPr>
      <p:sp>
        <p:nvSpPr>
          <p:cNvPr id="9857" name="Google Shape;9857;gd86185eae8_0_20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58" name="Google Shape;9858;gd86185eae8_0_20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3" name="Shape 10233"/>
        <p:cNvGrpSpPr/>
        <p:nvPr/>
      </p:nvGrpSpPr>
      <p:grpSpPr>
        <a:xfrm>
          <a:off x="0" y="0"/>
          <a:ext cx="0" cy="0"/>
          <a:chOff x="0" y="0"/>
          <a:chExt cx="0" cy="0"/>
        </a:xfrm>
      </p:grpSpPr>
      <p:sp>
        <p:nvSpPr>
          <p:cNvPr id="10234" name="Google Shape;10234;gd86185eae8_0_20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5" name="Google Shape;10235;gd86185eae8_0_20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4" name="Shape 10664"/>
        <p:cNvGrpSpPr/>
        <p:nvPr/>
      </p:nvGrpSpPr>
      <p:grpSpPr>
        <a:xfrm>
          <a:off x="0" y="0"/>
          <a:ext cx="0" cy="0"/>
          <a:chOff x="0" y="0"/>
          <a:chExt cx="0" cy="0"/>
        </a:xfrm>
      </p:grpSpPr>
      <p:sp>
        <p:nvSpPr>
          <p:cNvPr id="10665" name="Google Shape;10665;gd86185eae8_0_21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6" name="Google Shape;10666;gd86185eae8_0_21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7" name="Shape 11457"/>
        <p:cNvGrpSpPr/>
        <p:nvPr/>
      </p:nvGrpSpPr>
      <p:grpSpPr>
        <a:xfrm>
          <a:off x="0" y="0"/>
          <a:ext cx="0" cy="0"/>
          <a:chOff x="0" y="0"/>
          <a:chExt cx="0" cy="0"/>
        </a:xfrm>
      </p:grpSpPr>
      <p:sp>
        <p:nvSpPr>
          <p:cNvPr id="11458" name="Google Shape;11458;gd86185eae8_0_22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9" name="Google Shape;11459;gd86185eae8_0_22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98" name="Shape 12198"/>
        <p:cNvGrpSpPr/>
        <p:nvPr/>
      </p:nvGrpSpPr>
      <p:grpSpPr>
        <a:xfrm>
          <a:off x="0" y="0"/>
          <a:ext cx="0" cy="0"/>
          <a:chOff x="0" y="0"/>
          <a:chExt cx="0" cy="0"/>
        </a:xfrm>
      </p:grpSpPr>
      <p:sp>
        <p:nvSpPr>
          <p:cNvPr id="12199" name="Google Shape;12199;gd86185eae8_0_22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0" name="Google Shape;12200;gd86185eae8_0_22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1" name="Shape 12891"/>
        <p:cNvGrpSpPr/>
        <p:nvPr/>
      </p:nvGrpSpPr>
      <p:grpSpPr>
        <a:xfrm>
          <a:off x="0" y="0"/>
          <a:ext cx="0" cy="0"/>
          <a:chOff x="0" y="0"/>
          <a:chExt cx="0" cy="0"/>
        </a:xfrm>
      </p:grpSpPr>
      <p:sp>
        <p:nvSpPr>
          <p:cNvPr id="12892" name="Google Shape;12892;gd86185eae8_0_2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93" name="Google Shape;12893;gd86185eae8_0_2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93" name="Shape 13193"/>
        <p:cNvGrpSpPr/>
        <p:nvPr/>
      </p:nvGrpSpPr>
      <p:grpSpPr>
        <a:xfrm>
          <a:off x="0" y="0"/>
          <a:ext cx="0" cy="0"/>
          <a:chOff x="0" y="0"/>
          <a:chExt cx="0" cy="0"/>
        </a:xfrm>
      </p:grpSpPr>
      <p:sp>
        <p:nvSpPr>
          <p:cNvPr id="13194" name="Google Shape;13194;gd86185eae8_0_238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95" name="Google Shape;13195;gd86185eae8_0_238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27" name="Shape 13827"/>
        <p:cNvGrpSpPr/>
        <p:nvPr/>
      </p:nvGrpSpPr>
      <p:grpSpPr>
        <a:xfrm>
          <a:off x="0" y="0"/>
          <a:ext cx="0" cy="0"/>
          <a:chOff x="0" y="0"/>
          <a:chExt cx="0" cy="0"/>
        </a:xfrm>
      </p:grpSpPr>
      <p:sp>
        <p:nvSpPr>
          <p:cNvPr id="13828" name="Google Shape;13828;gd86185eae8_0_24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29" name="Google Shape;13829;gd86185eae8_0_24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 Id="rId4" Type="http://schemas.openxmlformats.org/officeDocument/2006/relationships/image" Target="../media/image1.png"/><Relationship Id="rId5" Type="http://schemas.openxmlformats.org/officeDocument/2006/relationships/image" Target="../media/image6.png"/><Relationship Id="rId6" Type="http://schemas.openxmlformats.org/officeDocument/2006/relationships/image" Target="../media/image10.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14.png"/><Relationship Id="rId6" Type="http://schemas.openxmlformats.org/officeDocument/2006/relationships/image" Target="../media/image9.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4.png"/><Relationship Id="rId4"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4.png"/><Relationship Id="rId4" Type="http://schemas.openxmlformats.org/officeDocument/2006/relationships/image" Target="../media/image6.png"/><Relationship Id="rId5"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10.png"/><Relationship Id="rId4" Type="http://schemas.openxmlformats.org/officeDocument/2006/relationships/image" Target="../media/image1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4.png"/><Relationship Id="rId4" Type="http://schemas.openxmlformats.org/officeDocument/2006/relationships/image" Target="../media/image1.png"/><Relationship Id="rId5" Type="http://schemas.openxmlformats.org/officeDocument/2006/relationships/image" Target="../media/image9.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11.png"/><Relationship Id="rId4" Type="http://schemas.openxmlformats.org/officeDocument/2006/relationships/image" Target="../media/image10.png"/><Relationship Id="rId5" Type="http://schemas.openxmlformats.org/officeDocument/2006/relationships/image" Target="../media/image4.png"/><Relationship Id="rId6"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6.png"/><Relationship Id="rId4" Type="http://schemas.openxmlformats.org/officeDocument/2006/relationships/image" Target="../media/image10.png"/><Relationship Id="rId5" Type="http://schemas.openxmlformats.org/officeDocument/2006/relationships/image" Target="../media/image4.png"/><Relationship Id="rId6"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 Id="rId6" Type="http://schemas.openxmlformats.org/officeDocument/2006/relationships/image" Target="../media/image2.png"/><Relationship Id="rId7" Type="http://schemas.openxmlformats.org/officeDocument/2006/relationships/image" Target="../media/image10.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6.png"/><Relationship Id="rId4" Type="http://schemas.openxmlformats.org/officeDocument/2006/relationships/image" Target="../media/image10.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1.png"/><Relationship Id="rId4" Type="http://schemas.openxmlformats.org/officeDocument/2006/relationships/image" Target="../media/image16.png"/><Relationship Id="rId5"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0.png"/><Relationship Id="rId4" Type="http://schemas.openxmlformats.org/officeDocument/2006/relationships/image" Target="../media/image14.png"/><Relationship Id="rId5" Type="http://schemas.openxmlformats.org/officeDocument/2006/relationships/image" Target="../media/image16.png"/><Relationship Id="rId6" Type="http://schemas.openxmlformats.org/officeDocument/2006/relationships/image" Target="../media/image4.png"/><Relationship Id="rId7"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9.png"/><Relationship Id="rId6" Type="http://schemas.openxmlformats.org/officeDocument/2006/relationships/image" Target="../media/image1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0.png"/><Relationship Id="rId4" Type="http://schemas.openxmlformats.org/officeDocument/2006/relationships/image" Target="../media/image14.png"/><Relationship Id="rId5" Type="http://schemas.openxmlformats.org/officeDocument/2006/relationships/image" Target="../media/image16.png"/><Relationship Id="rId6" Type="http://schemas.openxmlformats.org/officeDocument/2006/relationships/image" Target="../media/image4.png"/><Relationship Id="rId7"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4.png"/><Relationship Id="rId4" Type="http://schemas.openxmlformats.org/officeDocument/2006/relationships/image" Target="../media/image2.png"/><Relationship Id="rId5" Type="http://schemas.openxmlformats.org/officeDocument/2006/relationships/image" Target="../media/image9.png"/><Relationship Id="rId6" Type="http://schemas.openxmlformats.org/officeDocument/2006/relationships/image" Target="../media/image10.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6.png"/><Relationship Id="rId4" Type="http://schemas.openxmlformats.org/officeDocument/2006/relationships/image" Target="../media/image1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6.png"/><Relationship Id="rId4" Type="http://schemas.openxmlformats.org/officeDocument/2006/relationships/image" Target="../media/image11.png"/><Relationship Id="rId5" Type="http://schemas.openxmlformats.org/officeDocument/2006/relationships/image" Target="../media/image10.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6.png"/><Relationship Id="rId4" Type="http://schemas.openxmlformats.org/officeDocument/2006/relationships/image" Target="../media/image1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6.png"/><Relationship Id="rId4" Type="http://schemas.openxmlformats.org/officeDocument/2006/relationships/image" Target="../media/image1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6.png"/><Relationship Id="rId4" Type="http://schemas.openxmlformats.org/officeDocument/2006/relationships/image" Target="../media/image1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png"/><Relationship Id="rId4" Type="http://schemas.openxmlformats.org/officeDocument/2006/relationships/image" Target="../media/image14.png"/><Relationship Id="rId5" Type="http://schemas.openxmlformats.org/officeDocument/2006/relationships/image" Target="../media/image6.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png"/><Relationship Id="rId4" Type="http://schemas.openxmlformats.org/officeDocument/2006/relationships/image" Target="../media/image14.png"/><Relationship Id="rId5" Type="http://schemas.openxmlformats.org/officeDocument/2006/relationships/image" Target="../media/image6.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6.png"/><Relationship Id="rId4" Type="http://schemas.openxmlformats.org/officeDocument/2006/relationships/image" Target="../media/image11.png"/><Relationship Id="rId5" Type="http://schemas.openxmlformats.org/officeDocument/2006/relationships/image" Target="../media/image10.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0.png"/><Relationship Id="rId4" Type="http://schemas.openxmlformats.org/officeDocument/2006/relationships/image" Target="../media/image14.png"/><Relationship Id="rId5" Type="http://schemas.openxmlformats.org/officeDocument/2006/relationships/image" Target="../media/image16.png"/><Relationship Id="rId6" Type="http://schemas.openxmlformats.org/officeDocument/2006/relationships/image" Target="../media/image4.png"/><Relationship Id="rId7" Type="http://schemas.openxmlformats.org/officeDocument/2006/relationships/image" Target="../media/image1.png"/><Relationship Id="rId8" Type="http://schemas.openxmlformats.org/officeDocument/2006/relationships/image" Target="../media/image9.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6.png"/><Relationship Id="rId6" Type="http://schemas.openxmlformats.org/officeDocument/2006/relationships/image" Target="../media/image10.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4.png"/><Relationship Id="rId4" Type="http://schemas.openxmlformats.org/officeDocument/2006/relationships/image" Target="../media/image6.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0.png"/><Relationship Id="rId4"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png"/><Relationship Id="rId4" Type="http://schemas.openxmlformats.org/officeDocument/2006/relationships/image" Target="../media/image1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 Id="rId4" Type="http://schemas.openxmlformats.org/officeDocument/2006/relationships/image" Target="../media/image16.png"/><Relationship Id="rId5" Type="http://schemas.openxmlformats.org/officeDocument/2006/relationships/image" Target="../media/image4.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10.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0.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2.png"/><Relationship Id="rId6" Type="http://schemas.openxmlformats.org/officeDocument/2006/relationships/image" Target="../media/image9.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9.png"/><Relationship Id="rId5" Type="http://schemas.openxmlformats.org/officeDocument/2006/relationships/image" Target="../media/image10.png"/><Relationship Id="rId6" Type="http://schemas.openxmlformats.org/officeDocument/2006/relationships/image" Target="../media/image4.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6.png"/><Relationship Id="rId4" Type="http://schemas.openxmlformats.org/officeDocument/2006/relationships/image" Target="../media/image10.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14.png"/><Relationship Id="rId6" Type="http://schemas.openxmlformats.org/officeDocument/2006/relationships/image" Target="../media/image9.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4.png"/><Relationship Id="rId4" Type="http://schemas.openxmlformats.org/officeDocument/2006/relationships/image" Target="../media/image1.png"/><Relationship Id="rId5" Type="http://schemas.openxmlformats.org/officeDocument/2006/relationships/image" Target="../media/image6.png"/><Relationship Id="rId6" Type="http://schemas.openxmlformats.org/officeDocument/2006/relationships/image" Target="../media/image1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0.png"/><Relationship Id="rId4" Type="http://schemas.openxmlformats.org/officeDocument/2006/relationships/image" Target="../media/image9.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6.png"/><Relationship Id="rId4" Type="http://schemas.openxmlformats.org/officeDocument/2006/relationships/image" Target="../media/image2.png"/><Relationship Id="rId5" Type="http://schemas.openxmlformats.org/officeDocument/2006/relationships/image" Target="../media/image1.png"/><Relationship Id="rId6" Type="http://schemas.openxmlformats.org/officeDocument/2006/relationships/image" Target="../media/image10.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16.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4.png"/><Relationship Id="rId4" Type="http://schemas.openxmlformats.org/officeDocument/2006/relationships/image" Target="../media/image1.png"/><Relationship Id="rId5" Type="http://schemas.openxmlformats.org/officeDocument/2006/relationships/image" Target="../media/image9.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image" Target="../media/image6.png"/><Relationship Id="rId4" Type="http://schemas.openxmlformats.org/officeDocument/2006/relationships/image" Target="../media/image4.png"/><Relationship Id="rId5"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4.png"/><Relationship Id="rId4" Type="http://schemas.openxmlformats.org/officeDocument/2006/relationships/image" Target="../media/image1.png"/><Relationship Id="rId5" Type="http://schemas.openxmlformats.org/officeDocument/2006/relationships/image" Target="../media/image9.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4.png"/><Relationship Id="rId4" Type="http://schemas.openxmlformats.org/officeDocument/2006/relationships/image" Target="../media/image1.png"/><Relationship Id="rId5" Type="http://schemas.openxmlformats.org/officeDocument/2006/relationships/image" Target="../media/image9.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 Id="rId9" Type="http://schemas.openxmlformats.org/officeDocument/2006/relationships/image" Target="../media/image11.png"/><Relationship Id="rId5" Type="http://schemas.openxmlformats.org/officeDocument/2006/relationships/image" Target="../media/image2.png"/><Relationship Id="rId6" Type="http://schemas.openxmlformats.org/officeDocument/2006/relationships/image" Target="../media/image1.png"/><Relationship Id="rId7" Type="http://schemas.openxmlformats.org/officeDocument/2006/relationships/image" Target="../media/image6.png"/><Relationship Id="rId8" Type="http://schemas.openxmlformats.org/officeDocument/2006/relationships/image" Target="../media/image10.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 Id="rId3" Type="http://schemas.openxmlformats.org/officeDocument/2006/relationships/image" Target="../media/image20.png"/><Relationship Id="rId4" Type="http://schemas.openxmlformats.org/officeDocument/2006/relationships/image" Target="../media/image2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 Id="rId3" Type="http://schemas.openxmlformats.org/officeDocument/2006/relationships/image" Target="../media/image23.png"/><Relationship Id="rId4" Type="http://schemas.openxmlformats.org/officeDocument/2006/relationships/image" Target="../media/image24.png"/><Relationship Id="rId5" Type="http://schemas.openxmlformats.org/officeDocument/2006/relationships/image" Target="../media/image25.png"/><Relationship Id="rId6" Type="http://schemas.openxmlformats.org/officeDocument/2006/relationships/image" Target="../media/image26.png"/><Relationship Id="rId7" Type="http://schemas.openxmlformats.org/officeDocument/2006/relationships/image" Target="../media/image27.png"/><Relationship Id="rId8" Type="http://schemas.openxmlformats.org/officeDocument/2006/relationships/image" Target="../media/image21.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0" r="0" t="0"/>
          <a:stretch/>
        </p:blipFill>
        <p:spPr>
          <a:xfrm>
            <a:off x="5600900" y="2715863"/>
            <a:ext cx="4000500" cy="2295525"/>
          </a:xfrm>
          <a:prstGeom prst="rect">
            <a:avLst/>
          </a:prstGeom>
          <a:noFill/>
          <a:ln>
            <a:noFill/>
          </a:ln>
        </p:spPr>
      </p:pic>
      <p:pic>
        <p:nvPicPr>
          <p:cNvPr id="10" name="Google Shape;10;p2"/>
          <p:cNvPicPr preferRelativeResize="0"/>
          <p:nvPr/>
        </p:nvPicPr>
        <p:blipFill rotWithShape="1">
          <a:blip r:embed="rId3">
            <a:alphaModFix/>
          </a:blip>
          <a:srcRect b="0" l="0" r="0" t="0"/>
          <a:stretch/>
        </p:blipFill>
        <p:spPr>
          <a:xfrm>
            <a:off x="1295550" y="184925"/>
            <a:ext cx="3262450" cy="2530950"/>
          </a:xfrm>
          <a:prstGeom prst="rect">
            <a:avLst/>
          </a:prstGeom>
          <a:noFill/>
          <a:ln>
            <a:noFill/>
          </a:ln>
        </p:spPr>
      </p:pic>
      <p:pic>
        <p:nvPicPr>
          <p:cNvPr id="11" name="Google Shape;11;p2"/>
          <p:cNvPicPr preferRelativeResize="0"/>
          <p:nvPr/>
        </p:nvPicPr>
        <p:blipFill rotWithShape="1">
          <a:blip r:embed="rId4">
            <a:alphaModFix/>
          </a:blip>
          <a:srcRect b="0" l="0" r="0" t="0"/>
          <a:stretch/>
        </p:blipFill>
        <p:spPr>
          <a:xfrm>
            <a:off x="337913" y="-438012"/>
            <a:ext cx="2409825" cy="2333625"/>
          </a:xfrm>
          <a:prstGeom prst="rect">
            <a:avLst/>
          </a:prstGeom>
          <a:noFill/>
          <a:ln>
            <a:noFill/>
          </a:ln>
        </p:spPr>
      </p:pic>
      <p:pic>
        <p:nvPicPr>
          <p:cNvPr id="12" name="Google Shape;12;p2"/>
          <p:cNvPicPr preferRelativeResize="0"/>
          <p:nvPr/>
        </p:nvPicPr>
        <p:blipFill rotWithShape="1">
          <a:blip r:embed="rId5">
            <a:alphaModFix/>
          </a:blip>
          <a:srcRect b="0" l="0" r="0" t="0"/>
          <a:stretch/>
        </p:blipFill>
        <p:spPr>
          <a:xfrm rot="5400000">
            <a:off x="6910775" y="206125"/>
            <a:ext cx="4339950" cy="3111650"/>
          </a:xfrm>
          <a:prstGeom prst="rect">
            <a:avLst/>
          </a:prstGeom>
          <a:noFill/>
          <a:ln>
            <a:noFill/>
          </a:ln>
        </p:spPr>
      </p:pic>
      <p:pic>
        <p:nvPicPr>
          <p:cNvPr id="13" name="Google Shape;13;p2"/>
          <p:cNvPicPr preferRelativeResize="0"/>
          <p:nvPr/>
        </p:nvPicPr>
        <p:blipFill rotWithShape="1">
          <a:blip r:embed="rId6">
            <a:alphaModFix/>
          </a:blip>
          <a:srcRect b="0" l="0" r="0" t="0"/>
          <a:stretch/>
        </p:blipFill>
        <p:spPr>
          <a:xfrm rot="5400000">
            <a:off x="941800" y="2746450"/>
            <a:ext cx="1733750" cy="3947449"/>
          </a:xfrm>
          <a:prstGeom prst="rect">
            <a:avLst/>
          </a:prstGeom>
          <a:noFill/>
          <a:ln>
            <a:noFill/>
          </a:ln>
        </p:spPr>
      </p:pic>
      <p:sp>
        <p:nvSpPr>
          <p:cNvPr id="14" name="Google Shape;14;p2"/>
          <p:cNvSpPr txBox="1"/>
          <p:nvPr>
            <p:ph type="ctrTitle"/>
          </p:nvPr>
        </p:nvSpPr>
        <p:spPr>
          <a:xfrm>
            <a:off x="953325" y="1452750"/>
            <a:ext cx="7237500" cy="1814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5" name="Google Shape;15;p2"/>
          <p:cNvSpPr txBox="1"/>
          <p:nvPr>
            <p:ph idx="1" type="subTitle"/>
          </p:nvPr>
        </p:nvSpPr>
        <p:spPr>
          <a:xfrm>
            <a:off x="1540125" y="3266850"/>
            <a:ext cx="6063900" cy="423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sp>
        <p:nvSpPr>
          <p:cNvPr id="17" name="Google Shape;17;p3"/>
          <p:cNvSpPr txBox="1"/>
          <p:nvPr>
            <p:ph type="title"/>
          </p:nvPr>
        </p:nvSpPr>
        <p:spPr>
          <a:xfrm>
            <a:off x="2166450" y="2409795"/>
            <a:ext cx="4811100" cy="8418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8" name="Google Shape;18;p3"/>
          <p:cNvSpPr txBox="1"/>
          <p:nvPr>
            <p:ph idx="1" type="subTitle"/>
          </p:nvPr>
        </p:nvSpPr>
        <p:spPr>
          <a:xfrm>
            <a:off x="3293225" y="3165870"/>
            <a:ext cx="2557800" cy="60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9" name="Google Shape;19;p3"/>
          <p:cNvSpPr txBox="1"/>
          <p:nvPr>
            <p:ph hasCustomPrompt="1" idx="2" type="title"/>
          </p:nvPr>
        </p:nvSpPr>
        <p:spPr>
          <a:xfrm>
            <a:off x="3334800" y="1047373"/>
            <a:ext cx="2474400" cy="1378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0"/>
              <a:buNone/>
              <a:defRPr sz="9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pic>
        <p:nvPicPr>
          <p:cNvPr id="20" name="Google Shape;20;p3"/>
          <p:cNvPicPr preferRelativeResize="0"/>
          <p:nvPr/>
        </p:nvPicPr>
        <p:blipFill rotWithShape="1">
          <a:blip r:embed="rId2">
            <a:alphaModFix/>
          </a:blip>
          <a:srcRect b="0" l="0" r="0" t="0"/>
          <a:stretch/>
        </p:blipFill>
        <p:spPr>
          <a:xfrm rot="3883291">
            <a:off x="-398603" y="1661394"/>
            <a:ext cx="2569104" cy="1474162"/>
          </a:xfrm>
          <a:prstGeom prst="rect">
            <a:avLst/>
          </a:prstGeom>
          <a:noFill/>
          <a:ln>
            <a:noFill/>
          </a:ln>
        </p:spPr>
      </p:pic>
      <p:pic>
        <p:nvPicPr>
          <p:cNvPr id="21" name="Google Shape;21;p3"/>
          <p:cNvPicPr preferRelativeResize="0"/>
          <p:nvPr/>
        </p:nvPicPr>
        <p:blipFill rotWithShape="1">
          <a:blip r:embed="rId3">
            <a:alphaModFix/>
          </a:blip>
          <a:srcRect b="0" l="0" r="0" t="0"/>
          <a:stretch/>
        </p:blipFill>
        <p:spPr>
          <a:xfrm>
            <a:off x="440313" y="163692"/>
            <a:ext cx="1840875" cy="1782665"/>
          </a:xfrm>
          <a:prstGeom prst="rect">
            <a:avLst/>
          </a:prstGeom>
          <a:noFill/>
          <a:ln>
            <a:noFill/>
          </a:ln>
        </p:spPr>
      </p:pic>
      <p:pic>
        <p:nvPicPr>
          <p:cNvPr id="22" name="Google Shape;22;p3"/>
          <p:cNvPicPr preferRelativeResize="0"/>
          <p:nvPr/>
        </p:nvPicPr>
        <p:blipFill rotWithShape="1">
          <a:blip r:embed="rId4">
            <a:alphaModFix/>
          </a:blip>
          <a:srcRect b="0" l="0" r="0" t="0"/>
          <a:stretch/>
        </p:blipFill>
        <p:spPr>
          <a:xfrm rot="-1639246">
            <a:off x="941800" y="2746450"/>
            <a:ext cx="1733751" cy="3947450"/>
          </a:xfrm>
          <a:prstGeom prst="rect">
            <a:avLst/>
          </a:prstGeom>
          <a:noFill/>
          <a:ln>
            <a:noFill/>
          </a:ln>
        </p:spPr>
      </p:pic>
      <p:pic>
        <p:nvPicPr>
          <p:cNvPr id="23" name="Google Shape;23;p3"/>
          <p:cNvPicPr preferRelativeResize="0"/>
          <p:nvPr/>
        </p:nvPicPr>
        <p:blipFill>
          <a:blip r:embed="rId5">
            <a:alphaModFix/>
          </a:blip>
          <a:stretch>
            <a:fillRect/>
          </a:stretch>
        </p:blipFill>
        <p:spPr>
          <a:xfrm>
            <a:off x="7081725" y="3219301"/>
            <a:ext cx="1840875" cy="1700025"/>
          </a:xfrm>
          <a:prstGeom prst="rect">
            <a:avLst/>
          </a:prstGeom>
          <a:noFill/>
          <a:ln>
            <a:noFill/>
          </a:ln>
        </p:spPr>
      </p:pic>
      <p:pic>
        <p:nvPicPr>
          <p:cNvPr id="24" name="Google Shape;24;p3"/>
          <p:cNvPicPr preferRelativeResize="0"/>
          <p:nvPr/>
        </p:nvPicPr>
        <p:blipFill>
          <a:blip r:embed="rId6">
            <a:alphaModFix/>
          </a:blip>
          <a:stretch>
            <a:fillRect/>
          </a:stretch>
        </p:blipFill>
        <p:spPr>
          <a:xfrm>
            <a:off x="7304126" y="609717"/>
            <a:ext cx="2386824" cy="4381382"/>
          </a:xfrm>
          <a:prstGeom prst="rect">
            <a:avLst/>
          </a:prstGeom>
          <a:noFill/>
          <a:ln>
            <a:noFill/>
          </a:ln>
        </p:spPr>
      </p:pic>
      <p:pic>
        <p:nvPicPr>
          <p:cNvPr id="25" name="Google Shape;25;p3"/>
          <p:cNvPicPr preferRelativeResize="0"/>
          <p:nvPr/>
        </p:nvPicPr>
        <p:blipFill rotWithShape="1">
          <a:blip r:embed="rId4">
            <a:alphaModFix/>
          </a:blip>
          <a:srcRect b="0" l="0" r="0" t="0"/>
          <a:stretch/>
        </p:blipFill>
        <p:spPr>
          <a:xfrm rot="-1639246">
            <a:off x="6379675" y="-1850875"/>
            <a:ext cx="1733751" cy="3947450"/>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6" name="Shape 26"/>
        <p:cNvGrpSpPr/>
        <p:nvPr/>
      </p:nvGrpSpPr>
      <p:grpSpPr>
        <a:xfrm>
          <a:off x="0" y="0"/>
          <a:ext cx="0" cy="0"/>
          <a:chOff x="0" y="0"/>
          <a:chExt cx="0" cy="0"/>
        </a:xfrm>
      </p:grpSpPr>
      <p:sp>
        <p:nvSpPr>
          <p:cNvPr id="27" name="Google Shape;27;p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8" name="Google Shape;28;p4"/>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pic>
        <p:nvPicPr>
          <p:cNvPr id="29" name="Google Shape;29;p4"/>
          <p:cNvPicPr preferRelativeResize="0"/>
          <p:nvPr/>
        </p:nvPicPr>
        <p:blipFill rotWithShape="1">
          <a:blip r:embed="rId2">
            <a:alphaModFix/>
          </a:blip>
          <a:srcRect b="0" l="0" r="0" t="0"/>
          <a:stretch/>
        </p:blipFill>
        <p:spPr>
          <a:xfrm rot="5400000">
            <a:off x="7018400" y="-1769425"/>
            <a:ext cx="1733750" cy="3947449"/>
          </a:xfrm>
          <a:prstGeom prst="rect">
            <a:avLst/>
          </a:prstGeom>
          <a:noFill/>
          <a:ln>
            <a:noFill/>
          </a:ln>
        </p:spPr>
      </p:pic>
      <p:pic>
        <p:nvPicPr>
          <p:cNvPr id="30" name="Google Shape;30;p4"/>
          <p:cNvPicPr preferRelativeResize="0"/>
          <p:nvPr/>
        </p:nvPicPr>
        <p:blipFill rotWithShape="1">
          <a:blip r:embed="rId3">
            <a:alphaModFix/>
          </a:blip>
          <a:srcRect b="0" l="0" r="0" t="0"/>
          <a:stretch/>
        </p:blipFill>
        <p:spPr>
          <a:xfrm rot="5400000">
            <a:off x="-2143088" y="1694737"/>
            <a:ext cx="3538475" cy="2030400"/>
          </a:xfrm>
          <a:prstGeom prst="rect">
            <a:avLst/>
          </a:prstGeom>
          <a:noFill/>
          <a:ln>
            <a:noFill/>
          </a:ln>
        </p:spPr>
      </p:pic>
      <p:pic>
        <p:nvPicPr>
          <p:cNvPr id="31" name="Google Shape;31;p4"/>
          <p:cNvPicPr preferRelativeResize="0"/>
          <p:nvPr/>
        </p:nvPicPr>
        <p:blipFill rotWithShape="1">
          <a:blip r:embed="rId4">
            <a:alphaModFix/>
          </a:blip>
          <a:srcRect b="0" l="0" r="0" t="0"/>
          <a:stretch/>
        </p:blipFill>
        <p:spPr>
          <a:xfrm>
            <a:off x="8430725" y="2721400"/>
            <a:ext cx="1666150" cy="161345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2" name="Shape 32"/>
        <p:cNvGrpSpPr/>
        <p:nvPr/>
      </p:nvGrpSpPr>
      <p:grpSpPr>
        <a:xfrm>
          <a:off x="0" y="0"/>
          <a:ext cx="0" cy="0"/>
          <a:chOff x="0" y="0"/>
          <a:chExt cx="0" cy="0"/>
        </a:xfrm>
      </p:grpSpPr>
      <p:sp>
        <p:nvSpPr>
          <p:cNvPr id="33" name="Google Shape;33;p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4" name="Google Shape;34;p5"/>
          <p:cNvSpPr txBox="1"/>
          <p:nvPr>
            <p:ph idx="1" type="body"/>
          </p:nvPr>
        </p:nvSpPr>
        <p:spPr>
          <a:xfrm>
            <a:off x="783350" y="3405826"/>
            <a:ext cx="3556500" cy="9153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sp>
        <p:nvSpPr>
          <p:cNvPr id="35" name="Google Shape;35;p5"/>
          <p:cNvSpPr txBox="1"/>
          <p:nvPr>
            <p:ph idx="2" type="body"/>
          </p:nvPr>
        </p:nvSpPr>
        <p:spPr>
          <a:xfrm>
            <a:off x="4804123" y="3405826"/>
            <a:ext cx="3556500" cy="9153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sp>
        <p:nvSpPr>
          <p:cNvPr id="36" name="Google Shape;36;p5"/>
          <p:cNvSpPr txBox="1"/>
          <p:nvPr>
            <p:ph idx="3" type="title"/>
          </p:nvPr>
        </p:nvSpPr>
        <p:spPr>
          <a:xfrm>
            <a:off x="783498" y="2994425"/>
            <a:ext cx="3556500" cy="572700"/>
          </a:xfrm>
          <a:prstGeom prst="rect">
            <a:avLst/>
          </a:prstGeom>
        </p:spPr>
        <p:txBody>
          <a:bodyPr anchorCtr="0" anchor="b" bIns="91425" lIns="91425" spcFirstLastPara="1" rIns="91425" wrap="square" tIns="91425">
            <a:noAutofit/>
          </a:bodyPr>
          <a:lstStyle>
            <a:lvl1pPr lvl="0">
              <a:spcBef>
                <a:spcPts val="0"/>
              </a:spcBef>
              <a:spcAft>
                <a:spcPts val="0"/>
              </a:spcAft>
              <a:buSzPts val="2200"/>
              <a:buNone/>
              <a:defRPr sz="2200"/>
            </a:lvl1pPr>
            <a:lvl2pPr lvl="1">
              <a:spcBef>
                <a:spcPts val="0"/>
              </a:spcBef>
              <a:spcAft>
                <a:spcPts val="0"/>
              </a:spcAft>
              <a:buSzPts val="2800"/>
              <a:buNone/>
              <a:defRPr>
                <a:latin typeface="Karla"/>
                <a:ea typeface="Karla"/>
                <a:cs typeface="Karla"/>
                <a:sym typeface="Karla"/>
              </a:defRPr>
            </a:lvl2pPr>
            <a:lvl3pPr lvl="2">
              <a:spcBef>
                <a:spcPts val="0"/>
              </a:spcBef>
              <a:spcAft>
                <a:spcPts val="0"/>
              </a:spcAft>
              <a:buSzPts val="2800"/>
              <a:buNone/>
              <a:defRPr>
                <a:latin typeface="Karla"/>
                <a:ea typeface="Karla"/>
                <a:cs typeface="Karla"/>
                <a:sym typeface="Karla"/>
              </a:defRPr>
            </a:lvl3pPr>
            <a:lvl4pPr lvl="3">
              <a:spcBef>
                <a:spcPts val="0"/>
              </a:spcBef>
              <a:spcAft>
                <a:spcPts val="0"/>
              </a:spcAft>
              <a:buSzPts val="2800"/>
              <a:buNone/>
              <a:defRPr>
                <a:latin typeface="Karla"/>
                <a:ea typeface="Karla"/>
                <a:cs typeface="Karla"/>
                <a:sym typeface="Karla"/>
              </a:defRPr>
            </a:lvl4pPr>
            <a:lvl5pPr lvl="4">
              <a:spcBef>
                <a:spcPts val="0"/>
              </a:spcBef>
              <a:spcAft>
                <a:spcPts val="0"/>
              </a:spcAft>
              <a:buSzPts val="2800"/>
              <a:buNone/>
              <a:defRPr>
                <a:latin typeface="Karla"/>
                <a:ea typeface="Karla"/>
                <a:cs typeface="Karla"/>
                <a:sym typeface="Karla"/>
              </a:defRPr>
            </a:lvl5pPr>
            <a:lvl6pPr lvl="5">
              <a:spcBef>
                <a:spcPts val="0"/>
              </a:spcBef>
              <a:spcAft>
                <a:spcPts val="0"/>
              </a:spcAft>
              <a:buSzPts val="2800"/>
              <a:buNone/>
              <a:defRPr>
                <a:latin typeface="Karla"/>
                <a:ea typeface="Karla"/>
                <a:cs typeface="Karla"/>
                <a:sym typeface="Karla"/>
              </a:defRPr>
            </a:lvl6pPr>
            <a:lvl7pPr lvl="6">
              <a:spcBef>
                <a:spcPts val="0"/>
              </a:spcBef>
              <a:spcAft>
                <a:spcPts val="0"/>
              </a:spcAft>
              <a:buSzPts val="2800"/>
              <a:buNone/>
              <a:defRPr>
                <a:latin typeface="Karla"/>
                <a:ea typeface="Karla"/>
                <a:cs typeface="Karla"/>
                <a:sym typeface="Karla"/>
              </a:defRPr>
            </a:lvl7pPr>
            <a:lvl8pPr lvl="7">
              <a:spcBef>
                <a:spcPts val="0"/>
              </a:spcBef>
              <a:spcAft>
                <a:spcPts val="0"/>
              </a:spcAft>
              <a:buSzPts val="2800"/>
              <a:buNone/>
              <a:defRPr>
                <a:latin typeface="Karla"/>
                <a:ea typeface="Karla"/>
                <a:cs typeface="Karla"/>
                <a:sym typeface="Karla"/>
              </a:defRPr>
            </a:lvl8pPr>
            <a:lvl9pPr lvl="8">
              <a:spcBef>
                <a:spcPts val="0"/>
              </a:spcBef>
              <a:spcAft>
                <a:spcPts val="0"/>
              </a:spcAft>
              <a:buSzPts val="2800"/>
              <a:buNone/>
              <a:defRPr>
                <a:latin typeface="Karla"/>
                <a:ea typeface="Karla"/>
                <a:cs typeface="Karla"/>
                <a:sym typeface="Karla"/>
              </a:defRPr>
            </a:lvl9pPr>
          </a:lstStyle>
          <a:p/>
        </p:txBody>
      </p:sp>
      <p:sp>
        <p:nvSpPr>
          <p:cNvPr id="37" name="Google Shape;37;p5"/>
          <p:cNvSpPr txBox="1"/>
          <p:nvPr>
            <p:ph idx="4" type="title"/>
          </p:nvPr>
        </p:nvSpPr>
        <p:spPr>
          <a:xfrm>
            <a:off x="4804112" y="2994425"/>
            <a:ext cx="35565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800"/>
              <a:buNone/>
              <a:defRPr>
                <a:latin typeface="Karla"/>
                <a:ea typeface="Karla"/>
                <a:cs typeface="Karla"/>
                <a:sym typeface="Karla"/>
              </a:defRPr>
            </a:lvl2pPr>
            <a:lvl3pPr lvl="2" rtl="0">
              <a:spcBef>
                <a:spcPts val="0"/>
              </a:spcBef>
              <a:spcAft>
                <a:spcPts val="0"/>
              </a:spcAft>
              <a:buSzPts val="2800"/>
              <a:buNone/>
              <a:defRPr>
                <a:latin typeface="Karla"/>
                <a:ea typeface="Karla"/>
                <a:cs typeface="Karla"/>
                <a:sym typeface="Karla"/>
              </a:defRPr>
            </a:lvl3pPr>
            <a:lvl4pPr lvl="3" rtl="0">
              <a:spcBef>
                <a:spcPts val="0"/>
              </a:spcBef>
              <a:spcAft>
                <a:spcPts val="0"/>
              </a:spcAft>
              <a:buSzPts val="2800"/>
              <a:buNone/>
              <a:defRPr>
                <a:latin typeface="Karla"/>
                <a:ea typeface="Karla"/>
                <a:cs typeface="Karla"/>
                <a:sym typeface="Karla"/>
              </a:defRPr>
            </a:lvl4pPr>
            <a:lvl5pPr lvl="4" rtl="0">
              <a:spcBef>
                <a:spcPts val="0"/>
              </a:spcBef>
              <a:spcAft>
                <a:spcPts val="0"/>
              </a:spcAft>
              <a:buSzPts val="2800"/>
              <a:buNone/>
              <a:defRPr>
                <a:latin typeface="Karla"/>
                <a:ea typeface="Karla"/>
                <a:cs typeface="Karla"/>
                <a:sym typeface="Karla"/>
              </a:defRPr>
            </a:lvl5pPr>
            <a:lvl6pPr lvl="5" rtl="0">
              <a:spcBef>
                <a:spcPts val="0"/>
              </a:spcBef>
              <a:spcAft>
                <a:spcPts val="0"/>
              </a:spcAft>
              <a:buSzPts val="2800"/>
              <a:buNone/>
              <a:defRPr>
                <a:latin typeface="Karla"/>
                <a:ea typeface="Karla"/>
                <a:cs typeface="Karla"/>
                <a:sym typeface="Karla"/>
              </a:defRPr>
            </a:lvl6pPr>
            <a:lvl7pPr lvl="6" rtl="0">
              <a:spcBef>
                <a:spcPts val="0"/>
              </a:spcBef>
              <a:spcAft>
                <a:spcPts val="0"/>
              </a:spcAft>
              <a:buSzPts val="2800"/>
              <a:buNone/>
              <a:defRPr>
                <a:latin typeface="Karla"/>
                <a:ea typeface="Karla"/>
                <a:cs typeface="Karla"/>
                <a:sym typeface="Karla"/>
              </a:defRPr>
            </a:lvl7pPr>
            <a:lvl8pPr lvl="7" rtl="0">
              <a:spcBef>
                <a:spcPts val="0"/>
              </a:spcBef>
              <a:spcAft>
                <a:spcPts val="0"/>
              </a:spcAft>
              <a:buSzPts val="2800"/>
              <a:buNone/>
              <a:defRPr>
                <a:latin typeface="Karla"/>
                <a:ea typeface="Karla"/>
                <a:cs typeface="Karla"/>
                <a:sym typeface="Karla"/>
              </a:defRPr>
            </a:lvl8pPr>
            <a:lvl9pPr lvl="8" rtl="0">
              <a:spcBef>
                <a:spcPts val="0"/>
              </a:spcBef>
              <a:spcAft>
                <a:spcPts val="0"/>
              </a:spcAft>
              <a:buSzPts val="2800"/>
              <a:buNone/>
              <a:defRPr>
                <a:latin typeface="Karla"/>
                <a:ea typeface="Karla"/>
                <a:cs typeface="Karla"/>
                <a:sym typeface="Karla"/>
              </a:defRPr>
            </a:lvl9pPr>
          </a:lstStyle>
          <a:p/>
        </p:txBody>
      </p:sp>
      <p:pic>
        <p:nvPicPr>
          <p:cNvPr id="38" name="Google Shape;38;p5"/>
          <p:cNvPicPr preferRelativeResize="0"/>
          <p:nvPr/>
        </p:nvPicPr>
        <p:blipFill rotWithShape="1">
          <a:blip r:embed="rId2">
            <a:alphaModFix/>
          </a:blip>
          <a:srcRect b="0" l="0" r="0" t="0"/>
          <a:stretch/>
        </p:blipFill>
        <p:spPr>
          <a:xfrm rot="5400000">
            <a:off x="3883875" y="3124800"/>
            <a:ext cx="2192100" cy="4991050"/>
          </a:xfrm>
          <a:prstGeom prst="rect">
            <a:avLst/>
          </a:prstGeom>
          <a:noFill/>
          <a:ln>
            <a:noFill/>
          </a:ln>
        </p:spPr>
      </p:pic>
      <p:pic>
        <p:nvPicPr>
          <p:cNvPr id="39" name="Google Shape;39;p5"/>
          <p:cNvPicPr preferRelativeResize="0"/>
          <p:nvPr/>
        </p:nvPicPr>
        <p:blipFill>
          <a:blip r:embed="rId3">
            <a:alphaModFix/>
          </a:blip>
          <a:stretch>
            <a:fillRect/>
          </a:stretch>
        </p:blipFill>
        <p:spPr>
          <a:xfrm rot="-1650512">
            <a:off x="-592450" y="1481750"/>
            <a:ext cx="1730375" cy="1597974"/>
          </a:xfrm>
          <a:prstGeom prst="rect">
            <a:avLst/>
          </a:prstGeom>
          <a:noFill/>
          <a:ln>
            <a:noFill/>
          </a:ln>
        </p:spPr>
      </p:pic>
      <p:pic>
        <p:nvPicPr>
          <p:cNvPr id="40" name="Google Shape;40;p5"/>
          <p:cNvPicPr preferRelativeResize="0"/>
          <p:nvPr/>
        </p:nvPicPr>
        <p:blipFill rotWithShape="1">
          <a:blip r:embed="rId4">
            <a:alphaModFix/>
          </a:blip>
          <a:srcRect b="0" l="0" r="0" t="0"/>
          <a:stretch/>
        </p:blipFill>
        <p:spPr>
          <a:xfrm rot="-1498519">
            <a:off x="-1548411" y="388075"/>
            <a:ext cx="3031283" cy="2173351"/>
          </a:xfrm>
          <a:prstGeom prst="rect">
            <a:avLst/>
          </a:prstGeom>
          <a:noFill/>
          <a:ln>
            <a:noFill/>
          </a:ln>
        </p:spPr>
      </p:pic>
      <p:pic>
        <p:nvPicPr>
          <p:cNvPr id="41" name="Google Shape;41;p5"/>
          <p:cNvPicPr preferRelativeResize="0"/>
          <p:nvPr/>
        </p:nvPicPr>
        <p:blipFill rotWithShape="1">
          <a:blip r:embed="rId5">
            <a:alphaModFix/>
          </a:blip>
          <a:srcRect b="0" l="0" r="0" t="0"/>
          <a:stretch/>
        </p:blipFill>
        <p:spPr>
          <a:xfrm rot="5400000">
            <a:off x="7725325" y="598500"/>
            <a:ext cx="2131150" cy="1653300"/>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2" name="Shape 42"/>
        <p:cNvGrpSpPr/>
        <p:nvPr/>
      </p:nvGrpSpPr>
      <p:grpSpPr>
        <a:xfrm>
          <a:off x="0" y="0"/>
          <a:ext cx="0" cy="0"/>
          <a:chOff x="0" y="0"/>
          <a:chExt cx="0" cy="0"/>
        </a:xfrm>
      </p:grpSpPr>
      <p:sp>
        <p:nvSpPr>
          <p:cNvPr id="43" name="Google Shape;43;p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pic>
        <p:nvPicPr>
          <p:cNvPr id="44" name="Google Shape;44;p6"/>
          <p:cNvPicPr preferRelativeResize="0"/>
          <p:nvPr/>
        </p:nvPicPr>
        <p:blipFill>
          <a:blip r:embed="rId2">
            <a:alphaModFix/>
          </a:blip>
          <a:stretch>
            <a:fillRect/>
          </a:stretch>
        </p:blipFill>
        <p:spPr>
          <a:xfrm rot="7597377">
            <a:off x="-1389774" y="772793"/>
            <a:ext cx="2386824" cy="4381382"/>
          </a:xfrm>
          <a:prstGeom prst="rect">
            <a:avLst/>
          </a:prstGeom>
          <a:noFill/>
          <a:ln>
            <a:noFill/>
          </a:ln>
        </p:spPr>
      </p:pic>
      <p:pic>
        <p:nvPicPr>
          <p:cNvPr id="45" name="Google Shape;45;p6"/>
          <p:cNvPicPr preferRelativeResize="0"/>
          <p:nvPr/>
        </p:nvPicPr>
        <p:blipFill rotWithShape="1">
          <a:blip r:embed="rId3">
            <a:alphaModFix/>
          </a:blip>
          <a:srcRect b="0" l="0" r="0" t="0"/>
          <a:stretch/>
        </p:blipFill>
        <p:spPr>
          <a:xfrm rot="-5400000">
            <a:off x="531525" y="-1746625"/>
            <a:ext cx="1446050" cy="3292450"/>
          </a:xfrm>
          <a:prstGeom prst="rect">
            <a:avLst/>
          </a:prstGeom>
          <a:noFill/>
          <a:ln>
            <a:noFill/>
          </a:ln>
        </p:spPr>
      </p:pic>
      <p:pic>
        <p:nvPicPr>
          <p:cNvPr id="46" name="Google Shape;46;p6"/>
          <p:cNvPicPr preferRelativeResize="0"/>
          <p:nvPr/>
        </p:nvPicPr>
        <p:blipFill>
          <a:blip r:embed="rId4">
            <a:alphaModFix/>
          </a:blip>
          <a:stretch>
            <a:fillRect/>
          </a:stretch>
        </p:blipFill>
        <p:spPr>
          <a:xfrm>
            <a:off x="8180900" y="-333175"/>
            <a:ext cx="1730375" cy="1597975"/>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7" name="Shape 47"/>
        <p:cNvGrpSpPr/>
        <p:nvPr/>
      </p:nvGrpSpPr>
      <p:grpSpPr>
        <a:xfrm>
          <a:off x="0" y="0"/>
          <a:ext cx="0" cy="0"/>
          <a:chOff x="0" y="0"/>
          <a:chExt cx="0" cy="0"/>
        </a:xfrm>
      </p:grpSpPr>
      <p:sp>
        <p:nvSpPr>
          <p:cNvPr id="48" name="Google Shape;48;p7"/>
          <p:cNvSpPr txBox="1"/>
          <p:nvPr>
            <p:ph type="title"/>
          </p:nvPr>
        </p:nvSpPr>
        <p:spPr>
          <a:xfrm>
            <a:off x="4222625" y="1553350"/>
            <a:ext cx="4046400" cy="601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9" name="Google Shape;49;p7"/>
          <p:cNvSpPr txBox="1"/>
          <p:nvPr>
            <p:ph idx="1" type="body"/>
          </p:nvPr>
        </p:nvSpPr>
        <p:spPr>
          <a:xfrm>
            <a:off x="4222625" y="2214132"/>
            <a:ext cx="4046400" cy="1434900"/>
          </a:xfrm>
          <a:prstGeom prst="rect">
            <a:avLst/>
          </a:prstGeom>
        </p:spPr>
        <p:txBody>
          <a:bodyPr anchorCtr="0" anchor="t" bIns="91425" lIns="91425" spcFirstLastPara="1" rIns="91425" wrap="square" tIns="91425">
            <a:noAutofit/>
          </a:bodyPr>
          <a:lstStyle>
            <a:lvl1pPr indent="-304800" lvl="0" marL="457200" rtl="0" algn="ctr">
              <a:spcBef>
                <a:spcPts val="0"/>
              </a:spcBef>
              <a:spcAft>
                <a:spcPts val="0"/>
              </a:spcAft>
              <a:buSzPts val="1200"/>
              <a:buChar char="●"/>
              <a:defRPr/>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pic>
        <p:nvPicPr>
          <p:cNvPr id="50" name="Google Shape;50;p7"/>
          <p:cNvPicPr preferRelativeResize="0"/>
          <p:nvPr/>
        </p:nvPicPr>
        <p:blipFill rotWithShape="1">
          <a:blip r:embed="rId2">
            <a:alphaModFix/>
          </a:blip>
          <a:srcRect b="0" l="0" r="0" t="0"/>
          <a:stretch/>
        </p:blipFill>
        <p:spPr>
          <a:xfrm rot="3883291">
            <a:off x="6999497" y="-193181"/>
            <a:ext cx="2569104" cy="1474162"/>
          </a:xfrm>
          <a:prstGeom prst="rect">
            <a:avLst/>
          </a:prstGeom>
          <a:noFill/>
          <a:ln>
            <a:noFill/>
          </a:ln>
        </p:spPr>
      </p:pic>
      <p:pic>
        <p:nvPicPr>
          <p:cNvPr id="51" name="Google Shape;51;p7"/>
          <p:cNvPicPr preferRelativeResize="0"/>
          <p:nvPr/>
        </p:nvPicPr>
        <p:blipFill>
          <a:blip r:embed="rId3">
            <a:alphaModFix/>
          </a:blip>
          <a:stretch>
            <a:fillRect/>
          </a:stretch>
        </p:blipFill>
        <p:spPr>
          <a:xfrm>
            <a:off x="6784500" y="3985688"/>
            <a:ext cx="1840875" cy="1700025"/>
          </a:xfrm>
          <a:prstGeom prst="rect">
            <a:avLst/>
          </a:prstGeom>
          <a:noFill/>
          <a:ln>
            <a:noFill/>
          </a:ln>
        </p:spPr>
      </p:pic>
      <p:pic>
        <p:nvPicPr>
          <p:cNvPr id="52" name="Google Shape;52;p7"/>
          <p:cNvPicPr preferRelativeResize="0"/>
          <p:nvPr/>
        </p:nvPicPr>
        <p:blipFill rotWithShape="1">
          <a:blip r:embed="rId4">
            <a:alphaModFix/>
          </a:blip>
          <a:srcRect b="0" l="0" r="0" t="0"/>
          <a:stretch/>
        </p:blipFill>
        <p:spPr>
          <a:xfrm>
            <a:off x="588938" y="-168258"/>
            <a:ext cx="1840875" cy="1782665"/>
          </a:xfrm>
          <a:prstGeom prst="rect">
            <a:avLst/>
          </a:prstGeom>
          <a:noFill/>
          <a:ln>
            <a:noFill/>
          </a:ln>
        </p:spPr>
      </p:pic>
      <p:pic>
        <p:nvPicPr>
          <p:cNvPr id="53" name="Google Shape;53;p7"/>
          <p:cNvPicPr preferRelativeResize="0"/>
          <p:nvPr/>
        </p:nvPicPr>
        <p:blipFill>
          <a:blip r:embed="rId5">
            <a:alphaModFix/>
          </a:blip>
          <a:stretch>
            <a:fillRect/>
          </a:stretch>
        </p:blipFill>
        <p:spPr>
          <a:xfrm>
            <a:off x="175576" y="-881358"/>
            <a:ext cx="2386824" cy="4381382"/>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txBox="1"/>
          <p:nvPr>
            <p:ph type="title"/>
          </p:nvPr>
        </p:nvSpPr>
        <p:spPr>
          <a:xfrm>
            <a:off x="2510100" y="1428750"/>
            <a:ext cx="4123800" cy="2286000"/>
          </a:xfrm>
          <a:prstGeom prst="rect">
            <a:avLst/>
          </a:prstGeom>
        </p:spPr>
        <p:txBody>
          <a:bodyPr anchorCtr="0" anchor="t" bIns="91425" lIns="91425" spcFirstLastPara="1" rIns="91425" wrap="square" tIns="91425">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pic>
        <p:nvPicPr>
          <p:cNvPr id="56" name="Google Shape;56;p8"/>
          <p:cNvPicPr preferRelativeResize="0"/>
          <p:nvPr/>
        </p:nvPicPr>
        <p:blipFill>
          <a:blip r:embed="rId2">
            <a:alphaModFix/>
          </a:blip>
          <a:stretch>
            <a:fillRect/>
          </a:stretch>
        </p:blipFill>
        <p:spPr>
          <a:xfrm rot="5400000">
            <a:off x="4841551" y="-1829283"/>
            <a:ext cx="2386824" cy="4381382"/>
          </a:xfrm>
          <a:prstGeom prst="rect">
            <a:avLst/>
          </a:prstGeom>
          <a:noFill/>
          <a:ln>
            <a:noFill/>
          </a:ln>
        </p:spPr>
      </p:pic>
      <p:pic>
        <p:nvPicPr>
          <p:cNvPr id="57" name="Google Shape;57;p8"/>
          <p:cNvPicPr preferRelativeResize="0"/>
          <p:nvPr/>
        </p:nvPicPr>
        <p:blipFill rotWithShape="1">
          <a:blip r:embed="rId3">
            <a:alphaModFix/>
          </a:blip>
          <a:srcRect b="0" l="0" r="0" t="0"/>
          <a:stretch/>
        </p:blipFill>
        <p:spPr>
          <a:xfrm rot="-665181">
            <a:off x="3700" y="-621650"/>
            <a:ext cx="1924050" cy="4667250"/>
          </a:xfrm>
          <a:prstGeom prst="rect">
            <a:avLst/>
          </a:prstGeom>
          <a:noFill/>
          <a:ln>
            <a:noFill/>
          </a:ln>
        </p:spPr>
      </p:pic>
      <p:pic>
        <p:nvPicPr>
          <p:cNvPr id="58" name="Google Shape;58;p8"/>
          <p:cNvPicPr preferRelativeResize="0"/>
          <p:nvPr/>
        </p:nvPicPr>
        <p:blipFill rotWithShape="1">
          <a:blip r:embed="rId4">
            <a:alphaModFix/>
          </a:blip>
          <a:srcRect b="0" l="0" r="0" t="0"/>
          <a:stretch/>
        </p:blipFill>
        <p:spPr>
          <a:xfrm rot="-1639250">
            <a:off x="563096" y="1270047"/>
            <a:ext cx="2002458" cy="4559255"/>
          </a:xfrm>
          <a:prstGeom prst="rect">
            <a:avLst/>
          </a:prstGeom>
          <a:noFill/>
          <a:ln>
            <a:noFill/>
          </a:ln>
        </p:spPr>
      </p:pic>
      <p:pic>
        <p:nvPicPr>
          <p:cNvPr id="59" name="Google Shape;59;p8"/>
          <p:cNvPicPr preferRelativeResize="0"/>
          <p:nvPr/>
        </p:nvPicPr>
        <p:blipFill rotWithShape="1">
          <a:blip r:embed="rId5">
            <a:alphaModFix/>
          </a:blip>
          <a:srcRect b="0" l="0" r="0" t="0"/>
          <a:stretch/>
        </p:blipFill>
        <p:spPr>
          <a:xfrm rot="1940574">
            <a:off x="7146222" y="3226169"/>
            <a:ext cx="2569104" cy="1474162"/>
          </a:xfrm>
          <a:prstGeom prst="rect">
            <a:avLst/>
          </a:prstGeom>
          <a:noFill/>
          <a:ln>
            <a:noFill/>
          </a:ln>
        </p:spPr>
      </p:pic>
      <p:pic>
        <p:nvPicPr>
          <p:cNvPr id="60" name="Google Shape;60;p8"/>
          <p:cNvPicPr preferRelativeResize="0"/>
          <p:nvPr/>
        </p:nvPicPr>
        <p:blipFill rotWithShape="1">
          <a:blip r:embed="rId6">
            <a:alphaModFix/>
          </a:blip>
          <a:srcRect b="0" l="0" r="0" t="0"/>
          <a:stretch/>
        </p:blipFill>
        <p:spPr>
          <a:xfrm rot="5400000">
            <a:off x="6687250" y="3507625"/>
            <a:ext cx="1393300" cy="1349250"/>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1" name="Shape 61"/>
        <p:cNvGrpSpPr/>
        <p:nvPr/>
      </p:nvGrpSpPr>
      <p:grpSpPr>
        <a:xfrm>
          <a:off x="0" y="0"/>
          <a:ext cx="0" cy="0"/>
          <a:chOff x="0" y="0"/>
          <a:chExt cx="0" cy="0"/>
        </a:xfrm>
      </p:grpSpPr>
      <p:sp>
        <p:nvSpPr>
          <p:cNvPr id="62" name="Google Shape;62;p9"/>
          <p:cNvSpPr txBox="1"/>
          <p:nvPr>
            <p:ph type="title"/>
          </p:nvPr>
        </p:nvSpPr>
        <p:spPr>
          <a:xfrm>
            <a:off x="2683650" y="1533327"/>
            <a:ext cx="3776700" cy="649200"/>
          </a:xfrm>
          <a:prstGeom prst="rect">
            <a:avLst/>
          </a:prstGeom>
        </p:spPr>
        <p:txBody>
          <a:bodyPr anchorCtr="0" anchor="t"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3" name="Google Shape;63;p9"/>
          <p:cNvSpPr txBox="1"/>
          <p:nvPr>
            <p:ph idx="1" type="subTitle"/>
          </p:nvPr>
        </p:nvSpPr>
        <p:spPr>
          <a:xfrm>
            <a:off x="2683500" y="2353900"/>
            <a:ext cx="3777000" cy="1437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pic>
        <p:nvPicPr>
          <p:cNvPr id="64" name="Google Shape;64;p9"/>
          <p:cNvPicPr preferRelativeResize="0"/>
          <p:nvPr/>
        </p:nvPicPr>
        <p:blipFill rotWithShape="1">
          <a:blip r:embed="rId2">
            <a:alphaModFix/>
          </a:blip>
          <a:srcRect b="0" l="0" r="0" t="0"/>
          <a:stretch/>
        </p:blipFill>
        <p:spPr>
          <a:xfrm rot="3905281">
            <a:off x="1835275" y="-2291450"/>
            <a:ext cx="1924050" cy="4667250"/>
          </a:xfrm>
          <a:prstGeom prst="rect">
            <a:avLst/>
          </a:prstGeom>
          <a:noFill/>
          <a:ln>
            <a:noFill/>
          </a:ln>
        </p:spPr>
      </p:pic>
      <p:pic>
        <p:nvPicPr>
          <p:cNvPr id="65" name="Google Shape;65;p9"/>
          <p:cNvPicPr preferRelativeResize="0"/>
          <p:nvPr/>
        </p:nvPicPr>
        <p:blipFill rotWithShape="1">
          <a:blip r:embed="rId3">
            <a:alphaModFix/>
          </a:blip>
          <a:srcRect b="0" l="0" r="0" t="0"/>
          <a:stretch/>
        </p:blipFill>
        <p:spPr>
          <a:xfrm rot="-1">
            <a:off x="618850" y="-1483600"/>
            <a:ext cx="3810950" cy="2732349"/>
          </a:xfrm>
          <a:prstGeom prst="rect">
            <a:avLst/>
          </a:prstGeom>
          <a:noFill/>
          <a:ln>
            <a:noFill/>
          </a:ln>
        </p:spPr>
      </p:pic>
      <p:pic>
        <p:nvPicPr>
          <p:cNvPr id="66" name="Google Shape;66;p9"/>
          <p:cNvPicPr preferRelativeResize="0"/>
          <p:nvPr/>
        </p:nvPicPr>
        <p:blipFill rotWithShape="1">
          <a:blip r:embed="rId4">
            <a:alphaModFix/>
          </a:blip>
          <a:srcRect b="0" l="0" r="0" t="0"/>
          <a:stretch/>
        </p:blipFill>
        <p:spPr>
          <a:xfrm rot="-3282886">
            <a:off x="790253" y="2486470"/>
            <a:ext cx="1774245" cy="4039661"/>
          </a:xfrm>
          <a:prstGeom prst="rect">
            <a:avLst/>
          </a:prstGeom>
          <a:noFill/>
          <a:ln>
            <a:noFill/>
          </a:ln>
        </p:spPr>
      </p:pic>
      <p:pic>
        <p:nvPicPr>
          <p:cNvPr id="67" name="Google Shape;67;p9"/>
          <p:cNvPicPr preferRelativeResize="0"/>
          <p:nvPr/>
        </p:nvPicPr>
        <p:blipFill rotWithShape="1">
          <a:blip r:embed="rId5">
            <a:alphaModFix/>
          </a:blip>
          <a:srcRect b="0" l="0" r="0" t="0"/>
          <a:stretch/>
        </p:blipFill>
        <p:spPr>
          <a:xfrm rot="10800000">
            <a:off x="7253475" y="3556568"/>
            <a:ext cx="2504350" cy="1437030"/>
          </a:xfrm>
          <a:prstGeom prst="rect">
            <a:avLst/>
          </a:prstGeom>
          <a:noFill/>
          <a:ln>
            <a:noFill/>
          </a:ln>
        </p:spPr>
      </p:pic>
      <p:pic>
        <p:nvPicPr>
          <p:cNvPr id="68" name="Google Shape;68;p9"/>
          <p:cNvPicPr preferRelativeResize="0"/>
          <p:nvPr/>
        </p:nvPicPr>
        <p:blipFill rotWithShape="1">
          <a:blip r:embed="rId6">
            <a:alphaModFix/>
          </a:blip>
          <a:srcRect b="0" l="0" r="0" t="0"/>
          <a:stretch/>
        </p:blipFill>
        <p:spPr>
          <a:xfrm rot="4511836">
            <a:off x="7354915" y="2408773"/>
            <a:ext cx="1697478" cy="1643807"/>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 name="Shape 69"/>
        <p:cNvGrpSpPr/>
        <p:nvPr/>
      </p:nvGrpSpPr>
      <p:grpSpPr>
        <a:xfrm>
          <a:off x="0" y="0"/>
          <a:ext cx="0" cy="0"/>
          <a:chOff x="0" y="0"/>
          <a:chExt cx="0" cy="0"/>
        </a:xfrm>
      </p:grpSpPr>
      <p:sp>
        <p:nvSpPr>
          <p:cNvPr id="70" name="Google Shape;70;p10"/>
          <p:cNvSpPr txBox="1"/>
          <p:nvPr>
            <p:ph type="title"/>
          </p:nvPr>
        </p:nvSpPr>
        <p:spPr>
          <a:xfrm>
            <a:off x="713225" y="2423575"/>
            <a:ext cx="2574900" cy="20286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1" name="Shape 71"/>
        <p:cNvGrpSpPr/>
        <p:nvPr/>
      </p:nvGrpSpPr>
      <p:grpSpPr>
        <a:xfrm>
          <a:off x="0" y="0"/>
          <a:ext cx="0" cy="0"/>
          <a:chOff x="0" y="0"/>
          <a:chExt cx="0" cy="0"/>
        </a:xfrm>
      </p:grpSpPr>
      <p:sp>
        <p:nvSpPr>
          <p:cNvPr id="72" name="Google Shape;72;p11"/>
          <p:cNvSpPr txBox="1"/>
          <p:nvPr>
            <p:ph hasCustomPrompt="1" type="title"/>
          </p:nvPr>
        </p:nvSpPr>
        <p:spPr>
          <a:xfrm>
            <a:off x="1763725" y="1623625"/>
            <a:ext cx="5616600" cy="14067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0"/>
              <a:buNone/>
              <a:defRPr sz="96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3" name="Google Shape;73;p11"/>
          <p:cNvSpPr txBox="1"/>
          <p:nvPr>
            <p:ph idx="1" type="body"/>
          </p:nvPr>
        </p:nvSpPr>
        <p:spPr>
          <a:xfrm>
            <a:off x="1763725" y="3115134"/>
            <a:ext cx="5616600" cy="4896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a:lvl1pPr>
            <a:lvl2pPr indent="-330200" lvl="1" marL="914400" algn="ctr">
              <a:spcBef>
                <a:spcPts val="0"/>
              </a:spcBef>
              <a:spcAft>
                <a:spcPts val="0"/>
              </a:spcAft>
              <a:buSzPts val="1600"/>
              <a:buChar char="○"/>
              <a:defRPr/>
            </a:lvl2pPr>
            <a:lvl3pPr indent="-330200" lvl="2" marL="1371600" algn="ctr">
              <a:spcBef>
                <a:spcPts val="0"/>
              </a:spcBef>
              <a:spcAft>
                <a:spcPts val="0"/>
              </a:spcAft>
              <a:buSzPts val="1600"/>
              <a:buChar char="■"/>
              <a:defRPr/>
            </a:lvl3pPr>
            <a:lvl4pPr indent="-330200" lvl="3" marL="1828800" algn="ctr">
              <a:spcBef>
                <a:spcPts val="0"/>
              </a:spcBef>
              <a:spcAft>
                <a:spcPts val="0"/>
              </a:spcAft>
              <a:buSzPts val="1600"/>
              <a:buChar char="●"/>
              <a:defRPr/>
            </a:lvl4pPr>
            <a:lvl5pPr indent="-330200" lvl="4" marL="2286000" algn="ctr">
              <a:spcBef>
                <a:spcPts val="0"/>
              </a:spcBef>
              <a:spcAft>
                <a:spcPts val="0"/>
              </a:spcAft>
              <a:buSzPts val="1600"/>
              <a:buChar char="○"/>
              <a:defRPr/>
            </a:lvl5pPr>
            <a:lvl6pPr indent="-330200" lvl="5" marL="2743200" algn="ctr">
              <a:spcBef>
                <a:spcPts val="0"/>
              </a:spcBef>
              <a:spcAft>
                <a:spcPts val="0"/>
              </a:spcAft>
              <a:buSzPts val="1600"/>
              <a:buChar char="■"/>
              <a:defRPr/>
            </a:lvl6pPr>
            <a:lvl7pPr indent="-330200" lvl="6" marL="3200400" algn="ctr">
              <a:spcBef>
                <a:spcPts val="0"/>
              </a:spcBef>
              <a:spcAft>
                <a:spcPts val="0"/>
              </a:spcAft>
              <a:buSzPts val="1600"/>
              <a:buChar char="●"/>
              <a:defRPr/>
            </a:lvl7pPr>
            <a:lvl8pPr indent="-330200" lvl="7" marL="3657600" algn="ctr">
              <a:spcBef>
                <a:spcPts val="0"/>
              </a:spcBef>
              <a:spcAft>
                <a:spcPts val="0"/>
              </a:spcAft>
              <a:buSzPts val="1600"/>
              <a:buChar char="○"/>
              <a:defRPr/>
            </a:lvl8pPr>
            <a:lvl9pPr indent="-330200" lvl="8" marL="4114800" algn="ctr">
              <a:spcBef>
                <a:spcPts val="0"/>
              </a:spcBef>
              <a:spcAft>
                <a:spcPts val="0"/>
              </a:spcAft>
              <a:buSzPts val="1600"/>
              <a:buChar char="■"/>
              <a:defRPr/>
            </a:lvl9pPr>
          </a:lstStyle>
          <a:p/>
        </p:txBody>
      </p:sp>
      <p:pic>
        <p:nvPicPr>
          <p:cNvPr id="74" name="Google Shape;74;p11"/>
          <p:cNvPicPr preferRelativeResize="0"/>
          <p:nvPr/>
        </p:nvPicPr>
        <p:blipFill rotWithShape="1">
          <a:blip r:embed="rId2">
            <a:alphaModFix/>
          </a:blip>
          <a:srcRect b="0" l="0" r="0" t="0"/>
          <a:stretch/>
        </p:blipFill>
        <p:spPr>
          <a:xfrm rot="5400000">
            <a:off x="4921375" y="-318275"/>
            <a:ext cx="1393300" cy="1349250"/>
          </a:xfrm>
          <a:prstGeom prst="rect">
            <a:avLst/>
          </a:prstGeom>
          <a:noFill/>
          <a:ln>
            <a:noFill/>
          </a:ln>
        </p:spPr>
      </p:pic>
      <p:pic>
        <p:nvPicPr>
          <p:cNvPr id="75" name="Google Shape;75;p11"/>
          <p:cNvPicPr preferRelativeResize="0"/>
          <p:nvPr/>
        </p:nvPicPr>
        <p:blipFill>
          <a:blip r:embed="rId3">
            <a:alphaModFix/>
          </a:blip>
          <a:stretch>
            <a:fillRect/>
          </a:stretch>
        </p:blipFill>
        <p:spPr>
          <a:xfrm rot="-5400000">
            <a:off x="49275" y="2964150"/>
            <a:ext cx="1840875" cy="1700025"/>
          </a:xfrm>
          <a:prstGeom prst="rect">
            <a:avLst/>
          </a:prstGeom>
          <a:noFill/>
          <a:ln>
            <a:noFill/>
          </a:ln>
        </p:spPr>
      </p:pic>
      <p:pic>
        <p:nvPicPr>
          <p:cNvPr id="76" name="Google Shape;76;p11"/>
          <p:cNvPicPr preferRelativeResize="0"/>
          <p:nvPr/>
        </p:nvPicPr>
        <p:blipFill rotWithShape="1">
          <a:blip r:embed="rId4">
            <a:alphaModFix/>
          </a:blip>
          <a:srcRect b="0" l="0" r="0" t="0"/>
          <a:stretch/>
        </p:blipFill>
        <p:spPr>
          <a:xfrm rot="530805">
            <a:off x="7413023" y="1140648"/>
            <a:ext cx="1572004" cy="3813303"/>
          </a:xfrm>
          <a:prstGeom prst="rect">
            <a:avLst/>
          </a:prstGeom>
          <a:noFill/>
          <a:ln>
            <a:noFill/>
          </a:ln>
        </p:spPr>
      </p:pic>
      <p:pic>
        <p:nvPicPr>
          <p:cNvPr id="77" name="Google Shape;77;p11"/>
          <p:cNvPicPr preferRelativeResize="0"/>
          <p:nvPr/>
        </p:nvPicPr>
        <p:blipFill rotWithShape="1">
          <a:blip r:embed="rId5">
            <a:alphaModFix/>
          </a:blip>
          <a:srcRect b="0" l="0" r="0" t="0"/>
          <a:stretch/>
        </p:blipFill>
        <p:spPr>
          <a:xfrm flipH="1">
            <a:off x="119700" y="3236551"/>
            <a:ext cx="1572000" cy="2036650"/>
          </a:xfrm>
          <a:prstGeom prst="rect">
            <a:avLst/>
          </a:prstGeom>
          <a:noFill/>
          <a:ln>
            <a:noFill/>
          </a:ln>
        </p:spPr>
      </p:pic>
      <p:pic>
        <p:nvPicPr>
          <p:cNvPr id="78" name="Google Shape;78;p11"/>
          <p:cNvPicPr preferRelativeResize="0"/>
          <p:nvPr/>
        </p:nvPicPr>
        <p:blipFill rotWithShape="1">
          <a:blip r:embed="rId6">
            <a:alphaModFix/>
          </a:blip>
          <a:srcRect b="0" l="0" r="0" t="0"/>
          <a:stretch/>
        </p:blipFill>
        <p:spPr>
          <a:xfrm rot="10800000">
            <a:off x="3243911" y="-457212"/>
            <a:ext cx="2372929" cy="1840875"/>
          </a:xfrm>
          <a:prstGeom prst="rect">
            <a:avLst/>
          </a:prstGeom>
          <a:noFill/>
          <a:ln>
            <a:noFill/>
          </a:ln>
        </p:spPr>
      </p:pic>
      <p:pic>
        <p:nvPicPr>
          <p:cNvPr id="79" name="Google Shape;79;p11"/>
          <p:cNvPicPr preferRelativeResize="0"/>
          <p:nvPr/>
        </p:nvPicPr>
        <p:blipFill rotWithShape="1">
          <a:blip r:embed="rId7">
            <a:alphaModFix/>
          </a:blip>
          <a:srcRect b="0" l="0" r="0" t="0"/>
          <a:stretch/>
        </p:blipFill>
        <p:spPr>
          <a:xfrm rot="-5400008">
            <a:off x="6656995" y="2324373"/>
            <a:ext cx="2002458" cy="4559254"/>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80" name="Shape 8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81" name="Shape 81"/>
        <p:cNvGrpSpPr/>
        <p:nvPr/>
      </p:nvGrpSpPr>
      <p:grpSpPr>
        <a:xfrm>
          <a:off x="0" y="0"/>
          <a:ext cx="0" cy="0"/>
          <a:chOff x="0" y="0"/>
          <a:chExt cx="0" cy="0"/>
        </a:xfrm>
      </p:grpSpPr>
      <p:sp>
        <p:nvSpPr>
          <p:cNvPr id="82" name="Google Shape;82;p1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3" name="Google Shape;83;p13"/>
          <p:cNvSpPr txBox="1"/>
          <p:nvPr>
            <p:ph hasCustomPrompt="1" idx="2" type="title"/>
          </p:nvPr>
        </p:nvSpPr>
        <p:spPr>
          <a:xfrm>
            <a:off x="1002325" y="1180055"/>
            <a:ext cx="1936500" cy="7608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84" name="Google Shape;84;p13"/>
          <p:cNvSpPr txBox="1"/>
          <p:nvPr>
            <p:ph idx="3" type="title"/>
          </p:nvPr>
        </p:nvSpPr>
        <p:spPr>
          <a:xfrm>
            <a:off x="713225" y="1825998"/>
            <a:ext cx="2514900" cy="3897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22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85" name="Google Shape;85;p13"/>
          <p:cNvSpPr txBox="1"/>
          <p:nvPr>
            <p:ph idx="1" type="subTitle"/>
          </p:nvPr>
        </p:nvSpPr>
        <p:spPr>
          <a:xfrm>
            <a:off x="713225" y="2182181"/>
            <a:ext cx="2514900" cy="637800"/>
          </a:xfrm>
          <a:prstGeom prst="rect">
            <a:avLst/>
          </a:prstGeom>
        </p:spPr>
        <p:txBody>
          <a:bodyPr anchorCtr="0" anchor="t" bIns="91425" lIns="91425" spcFirstLastPara="1" rIns="91425" wrap="square" tIns="91425">
            <a:noAutofit/>
          </a:bodyPr>
          <a:lstStyle>
            <a:lvl1pPr lvl="0" algn="ctr">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
        <p:nvSpPr>
          <p:cNvPr id="86" name="Google Shape;86;p13"/>
          <p:cNvSpPr txBox="1"/>
          <p:nvPr>
            <p:ph hasCustomPrompt="1" idx="4" type="title"/>
          </p:nvPr>
        </p:nvSpPr>
        <p:spPr>
          <a:xfrm>
            <a:off x="3603686" y="1180055"/>
            <a:ext cx="1936500" cy="7608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87" name="Google Shape;87;p13"/>
          <p:cNvSpPr txBox="1"/>
          <p:nvPr>
            <p:ph idx="5" type="title"/>
          </p:nvPr>
        </p:nvSpPr>
        <p:spPr>
          <a:xfrm>
            <a:off x="3314587" y="1825998"/>
            <a:ext cx="2514900" cy="38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8" name="Google Shape;88;p13"/>
          <p:cNvSpPr txBox="1"/>
          <p:nvPr>
            <p:ph idx="6" type="subTitle"/>
          </p:nvPr>
        </p:nvSpPr>
        <p:spPr>
          <a:xfrm>
            <a:off x="3314590" y="2182181"/>
            <a:ext cx="2514900" cy="63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89" name="Google Shape;89;p13"/>
          <p:cNvSpPr txBox="1"/>
          <p:nvPr>
            <p:ph hasCustomPrompt="1" idx="7" type="title"/>
          </p:nvPr>
        </p:nvSpPr>
        <p:spPr>
          <a:xfrm>
            <a:off x="6205050" y="1180055"/>
            <a:ext cx="1936500" cy="7608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90" name="Google Shape;90;p13"/>
          <p:cNvSpPr txBox="1"/>
          <p:nvPr>
            <p:ph idx="8" type="title"/>
          </p:nvPr>
        </p:nvSpPr>
        <p:spPr>
          <a:xfrm>
            <a:off x="5915950" y="1825999"/>
            <a:ext cx="2514900" cy="38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1" name="Google Shape;91;p13"/>
          <p:cNvSpPr txBox="1"/>
          <p:nvPr>
            <p:ph idx="9" type="subTitle"/>
          </p:nvPr>
        </p:nvSpPr>
        <p:spPr>
          <a:xfrm>
            <a:off x="5915954" y="2182182"/>
            <a:ext cx="2514900" cy="63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92" name="Google Shape;92;p13"/>
          <p:cNvSpPr txBox="1"/>
          <p:nvPr>
            <p:ph hasCustomPrompt="1" idx="13" type="title"/>
          </p:nvPr>
        </p:nvSpPr>
        <p:spPr>
          <a:xfrm>
            <a:off x="2303000" y="2961254"/>
            <a:ext cx="1936500" cy="7608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93" name="Google Shape;93;p13"/>
          <p:cNvSpPr txBox="1"/>
          <p:nvPr>
            <p:ph idx="14" type="title"/>
          </p:nvPr>
        </p:nvSpPr>
        <p:spPr>
          <a:xfrm>
            <a:off x="2013874" y="3611809"/>
            <a:ext cx="2514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4" name="Google Shape;94;p13"/>
          <p:cNvSpPr txBox="1"/>
          <p:nvPr>
            <p:ph idx="15" type="subTitle"/>
          </p:nvPr>
        </p:nvSpPr>
        <p:spPr>
          <a:xfrm>
            <a:off x="2013863" y="3967993"/>
            <a:ext cx="2514900" cy="63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95" name="Google Shape;95;p13"/>
          <p:cNvSpPr txBox="1"/>
          <p:nvPr>
            <p:ph hasCustomPrompt="1" idx="16" type="title"/>
          </p:nvPr>
        </p:nvSpPr>
        <p:spPr>
          <a:xfrm>
            <a:off x="4904284" y="2961254"/>
            <a:ext cx="1936800" cy="7608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96" name="Google Shape;96;p13"/>
          <p:cNvSpPr txBox="1"/>
          <p:nvPr>
            <p:ph idx="17" type="title"/>
          </p:nvPr>
        </p:nvSpPr>
        <p:spPr>
          <a:xfrm>
            <a:off x="4615140" y="3611809"/>
            <a:ext cx="2514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7" name="Google Shape;97;p13"/>
          <p:cNvSpPr txBox="1"/>
          <p:nvPr>
            <p:ph idx="18" type="subTitle"/>
          </p:nvPr>
        </p:nvSpPr>
        <p:spPr>
          <a:xfrm>
            <a:off x="4615137" y="3967993"/>
            <a:ext cx="2514900" cy="63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98" name="Google Shape;98;p13"/>
          <p:cNvPicPr preferRelativeResize="0"/>
          <p:nvPr/>
        </p:nvPicPr>
        <p:blipFill rotWithShape="1">
          <a:blip r:embed="rId2">
            <a:alphaModFix/>
          </a:blip>
          <a:srcRect b="0" l="0" r="0" t="0"/>
          <a:stretch/>
        </p:blipFill>
        <p:spPr>
          <a:xfrm flipH="1" rot="395882">
            <a:off x="-158200" y="-709517"/>
            <a:ext cx="1572000" cy="3813267"/>
          </a:xfrm>
          <a:prstGeom prst="rect">
            <a:avLst/>
          </a:prstGeom>
          <a:noFill/>
          <a:ln>
            <a:noFill/>
          </a:ln>
        </p:spPr>
      </p:pic>
      <p:pic>
        <p:nvPicPr>
          <p:cNvPr id="99" name="Google Shape;99;p13"/>
          <p:cNvPicPr preferRelativeResize="0"/>
          <p:nvPr/>
        </p:nvPicPr>
        <p:blipFill rotWithShape="1">
          <a:blip r:embed="rId3">
            <a:alphaModFix/>
          </a:blip>
          <a:srcRect b="0" l="0" r="0" t="0"/>
          <a:stretch/>
        </p:blipFill>
        <p:spPr>
          <a:xfrm flipH="1">
            <a:off x="-106925" y="3556777"/>
            <a:ext cx="1187150" cy="1538046"/>
          </a:xfrm>
          <a:prstGeom prst="rect">
            <a:avLst/>
          </a:prstGeom>
          <a:noFill/>
          <a:ln>
            <a:noFill/>
          </a:ln>
        </p:spPr>
      </p:pic>
      <p:pic>
        <p:nvPicPr>
          <p:cNvPr id="100" name="Google Shape;100;p13"/>
          <p:cNvPicPr preferRelativeResize="0"/>
          <p:nvPr/>
        </p:nvPicPr>
        <p:blipFill rotWithShape="1">
          <a:blip r:embed="rId4">
            <a:alphaModFix/>
          </a:blip>
          <a:srcRect b="0" l="0" r="0" t="0"/>
          <a:stretch/>
        </p:blipFill>
        <p:spPr>
          <a:xfrm rot="399011">
            <a:off x="8224735" y="801160"/>
            <a:ext cx="1889979" cy="4303181"/>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7">
    <p:spTree>
      <p:nvGrpSpPr>
        <p:cNvPr id="101" name="Shape 101"/>
        <p:cNvGrpSpPr/>
        <p:nvPr/>
      </p:nvGrpSpPr>
      <p:grpSpPr>
        <a:xfrm>
          <a:off x="0" y="0"/>
          <a:ext cx="0" cy="0"/>
          <a:chOff x="0" y="0"/>
          <a:chExt cx="0" cy="0"/>
        </a:xfrm>
      </p:grpSpPr>
      <p:pic>
        <p:nvPicPr>
          <p:cNvPr id="102" name="Google Shape;102;p14"/>
          <p:cNvPicPr preferRelativeResize="0"/>
          <p:nvPr/>
        </p:nvPicPr>
        <p:blipFill>
          <a:blip r:embed="rId2">
            <a:alphaModFix/>
          </a:blip>
          <a:stretch>
            <a:fillRect/>
          </a:stretch>
        </p:blipFill>
        <p:spPr>
          <a:xfrm rot="-5400000">
            <a:off x="-548200" y="3673200"/>
            <a:ext cx="1840875" cy="1700025"/>
          </a:xfrm>
          <a:prstGeom prst="rect">
            <a:avLst/>
          </a:prstGeom>
          <a:noFill/>
          <a:ln>
            <a:noFill/>
          </a:ln>
        </p:spPr>
      </p:pic>
      <p:pic>
        <p:nvPicPr>
          <p:cNvPr id="103" name="Google Shape;103;p14"/>
          <p:cNvPicPr preferRelativeResize="0"/>
          <p:nvPr/>
        </p:nvPicPr>
        <p:blipFill rotWithShape="1">
          <a:blip r:embed="rId3">
            <a:alphaModFix/>
          </a:blip>
          <a:srcRect b="0" l="0" r="0" t="0"/>
          <a:stretch/>
        </p:blipFill>
        <p:spPr>
          <a:xfrm rot="530805">
            <a:off x="7413023" y="1140648"/>
            <a:ext cx="1572004" cy="3813303"/>
          </a:xfrm>
          <a:prstGeom prst="rect">
            <a:avLst/>
          </a:prstGeom>
          <a:noFill/>
          <a:ln>
            <a:noFill/>
          </a:ln>
        </p:spPr>
      </p:pic>
      <p:pic>
        <p:nvPicPr>
          <p:cNvPr id="104" name="Google Shape;104;p14"/>
          <p:cNvPicPr preferRelativeResize="0"/>
          <p:nvPr/>
        </p:nvPicPr>
        <p:blipFill rotWithShape="1">
          <a:blip r:embed="rId4">
            <a:alphaModFix/>
          </a:blip>
          <a:srcRect b="0" l="0" r="0" t="0"/>
          <a:stretch/>
        </p:blipFill>
        <p:spPr>
          <a:xfrm flipH="1">
            <a:off x="-477775" y="3945601"/>
            <a:ext cx="1572000" cy="2036650"/>
          </a:xfrm>
          <a:prstGeom prst="rect">
            <a:avLst/>
          </a:prstGeom>
          <a:noFill/>
          <a:ln>
            <a:noFill/>
          </a:ln>
        </p:spPr>
      </p:pic>
      <p:pic>
        <p:nvPicPr>
          <p:cNvPr id="105" name="Google Shape;105;p14"/>
          <p:cNvPicPr preferRelativeResize="0"/>
          <p:nvPr/>
        </p:nvPicPr>
        <p:blipFill rotWithShape="1">
          <a:blip r:embed="rId5">
            <a:alphaModFix/>
          </a:blip>
          <a:srcRect b="0" l="0" r="0" t="0"/>
          <a:stretch/>
        </p:blipFill>
        <p:spPr>
          <a:xfrm rot="10800000">
            <a:off x="-681239" y="-949837"/>
            <a:ext cx="2372929" cy="1840875"/>
          </a:xfrm>
          <a:prstGeom prst="rect">
            <a:avLst/>
          </a:prstGeom>
          <a:noFill/>
          <a:ln>
            <a:noFill/>
          </a:ln>
        </p:spPr>
      </p:pic>
      <p:sp>
        <p:nvSpPr>
          <p:cNvPr id="106" name="Google Shape;106;p1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7" name="Google Shape;107;p14"/>
          <p:cNvSpPr txBox="1"/>
          <p:nvPr>
            <p:ph hasCustomPrompt="1" idx="2" type="title"/>
          </p:nvPr>
        </p:nvSpPr>
        <p:spPr>
          <a:xfrm>
            <a:off x="1955890" y="1156200"/>
            <a:ext cx="2447100" cy="760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108" name="Google Shape;108;p14"/>
          <p:cNvSpPr txBox="1"/>
          <p:nvPr>
            <p:ph idx="3" type="title"/>
          </p:nvPr>
        </p:nvSpPr>
        <p:spPr>
          <a:xfrm>
            <a:off x="1955890" y="1811680"/>
            <a:ext cx="2447100" cy="389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9" name="Google Shape;109;p14"/>
          <p:cNvSpPr txBox="1"/>
          <p:nvPr>
            <p:ph idx="1" type="subTitle"/>
          </p:nvPr>
        </p:nvSpPr>
        <p:spPr>
          <a:xfrm>
            <a:off x="1955890" y="2182175"/>
            <a:ext cx="2447100" cy="6378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0" name="Google Shape;110;p14"/>
          <p:cNvSpPr txBox="1"/>
          <p:nvPr>
            <p:ph hasCustomPrompt="1" idx="4" type="title"/>
          </p:nvPr>
        </p:nvSpPr>
        <p:spPr>
          <a:xfrm>
            <a:off x="4741010" y="1156200"/>
            <a:ext cx="2447100" cy="760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111" name="Google Shape;111;p14"/>
          <p:cNvSpPr txBox="1"/>
          <p:nvPr>
            <p:ph idx="5" type="title"/>
          </p:nvPr>
        </p:nvSpPr>
        <p:spPr>
          <a:xfrm>
            <a:off x="4741010" y="1811680"/>
            <a:ext cx="2447100" cy="389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2" name="Google Shape;112;p14"/>
          <p:cNvSpPr txBox="1"/>
          <p:nvPr>
            <p:ph idx="6" type="subTitle"/>
          </p:nvPr>
        </p:nvSpPr>
        <p:spPr>
          <a:xfrm>
            <a:off x="4741010" y="2182175"/>
            <a:ext cx="2447100" cy="6378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3" name="Google Shape;113;p14"/>
          <p:cNvSpPr txBox="1"/>
          <p:nvPr>
            <p:ph hasCustomPrompt="1" idx="7" type="title"/>
          </p:nvPr>
        </p:nvSpPr>
        <p:spPr>
          <a:xfrm>
            <a:off x="1955890" y="2932750"/>
            <a:ext cx="2447100" cy="760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114" name="Google Shape;114;p14"/>
          <p:cNvSpPr txBox="1"/>
          <p:nvPr>
            <p:ph idx="8" type="title"/>
          </p:nvPr>
        </p:nvSpPr>
        <p:spPr>
          <a:xfrm>
            <a:off x="1955890" y="3588231"/>
            <a:ext cx="2447100" cy="389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5" name="Google Shape;115;p14"/>
          <p:cNvSpPr txBox="1"/>
          <p:nvPr>
            <p:ph idx="9" type="subTitle"/>
          </p:nvPr>
        </p:nvSpPr>
        <p:spPr>
          <a:xfrm>
            <a:off x="1955890" y="3958725"/>
            <a:ext cx="2447100" cy="6378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6" name="Google Shape;116;p14"/>
          <p:cNvSpPr txBox="1"/>
          <p:nvPr>
            <p:ph hasCustomPrompt="1" idx="13" type="title"/>
          </p:nvPr>
        </p:nvSpPr>
        <p:spPr>
          <a:xfrm>
            <a:off x="4741010" y="2932750"/>
            <a:ext cx="2447100" cy="760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117" name="Google Shape;117;p14"/>
          <p:cNvSpPr txBox="1"/>
          <p:nvPr>
            <p:ph idx="14" type="title"/>
          </p:nvPr>
        </p:nvSpPr>
        <p:spPr>
          <a:xfrm>
            <a:off x="4741010" y="3588230"/>
            <a:ext cx="2447100" cy="389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8" name="Google Shape;118;p14"/>
          <p:cNvSpPr txBox="1"/>
          <p:nvPr>
            <p:ph idx="15" type="subTitle"/>
          </p:nvPr>
        </p:nvSpPr>
        <p:spPr>
          <a:xfrm>
            <a:off x="4741010" y="3958725"/>
            <a:ext cx="2447100" cy="6378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8">
    <p:spTree>
      <p:nvGrpSpPr>
        <p:cNvPr id="119" name="Shape 119"/>
        <p:cNvGrpSpPr/>
        <p:nvPr/>
      </p:nvGrpSpPr>
      <p:grpSpPr>
        <a:xfrm>
          <a:off x="0" y="0"/>
          <a:ext cx="0" cy="0"/>
          <a:chOff x="0" y="0"/>
          <a:chExt cx="0" cy="0"/>
        </a:xfrm>
      </p:grpSpPr>
      <p:pic>
        <p:nvPicPr>
          <p:cNvPr id="120" name="Google Shape;120;p15"/>
          <p:cNvPicPr preferRelativeResize="0"/>
          <p:nvPr/>
        </p:nvPicPr>
        <p:blipFill rotWithShape="1">
          <a:blip r:embed="rId2">
            <a:alphaModFix/>
          </a:blip>
          <a:srcRect b="0" l="0" r="0" t="0"/>
          <a:stretch/>
        </p:blipFill>
        <p:spPr>
          <a:xfrm rot="-665181">
            <a:off x="3700" y="-621650"/>
            <a:ext cx="1924050" cy="4667250"/>
          </a:xfrm>
          <a:prstGeom prst="rect">
            <a:avLst/>
          </a:prstGeom>
          <a:noFill/>
          <a:ln>
            <a:noFill/>
          </a:ln>
        </p:spPr>
      </p:pic>
      <p:pic>
        <p:nvPicPr>
          <p:cNvPr id="121" name="Google Shape;121;p15"/>
          <p:cNvPicPr preferRelativeResize="0"/>
          <p:nvPr/>
        </p:nvPicPr>
        <p:blipFill rotWithShape="1">
          <a:blip r:embed="rId3">
            <a:alphaModFix/>
          </a:blip>
          <a:srcRect b="0" l="0" r="0" t="0"/>
          <a:stretch/>
        </p:blipFill>
        <p:spPr>
          <a:xfrm rot="-1639250">
            <a:off x="563096" y="1270047"/>
            <a:ext cx="2002458" cy="4559255"/>
          </a:xfrm>
          <a:prstGeom prst="rect">
            <a:avLst/>
          </a:prstGeom>
          <a:noFill/>
          <a:ln>
            <a:noFill/>
          </a:ln>
        </p:spPr>
      </p:pic>
      <p:pic>
        <p:nvPicPr>
          <p:cNvPr id="122" name="Google Shape;122;p15"/>
          <p:cNvPicPr preferRelativeResize="0"/>
          <p:nvPr/>
        </p:nvPicPr>
        <p:blipFill>
          <a:blip r:embed="rId4">
            <a:alphaModFix/>
          </a:blip>
          <a:stretch>
            <a:fillRect/>
          </a:stretch>
        </p:blipFill>
        <p:spPr>
          <a:xfrm rot="-5400000">
            <a:off x="1727850" y="-460650"/>
            <a:ext cx="1840875" cy="1700025"/>
          </a:xfrm>
          <a:prstGeom prst="rect">
            <a:avLst/>
          </a:prstGeom>
          <a:noFill/>
          <a:ln>
            <a:noFill/>
          </a:ln>
        </p:spPr>
      </p:pic>
      <p:pic>
        <p:nvPicPr>
          <p:cNvPr id="123" name="Google Shape;123;p15"/>
          <p:cNvPicPr preferRelativeResize="0"/>
          <p:nvPr/>
        </p:nvPicPr>
        <p:blipFill rotWithShape="1">
          <a:blip r:embed="rId5">
            <a:alphaModFix/>
          </a:blip>
          <a:srcRect b="0" l="0" r="0" t="0"/>
          <a:stretch/>
        </p:blipFill>
        <p:spPr>
          <a:xfrm flipH="1">
            <a:off x="2026875" y="-188249"/>
            <a:ext cx="1572000" cy="2036650"/>
          </a:xfrm>
          <a:prstGeom prst="rect">
            <a:avLst/>
          </a:prstGeom>
          <a:noFill/>
          <a:ln>
            <a:noFill/>
          </a:ln>
        </p:spPr>
      </p:pic>
      <p:sp>
        <p:nvSpPr>
          <p:cNvPr id="124" name="Google Shape;124;p15"/>
          <p:cNvSpPr txBox="1"/>
          <p:nvPr>
            <p:ph type="title"/>
          </p:nvPr>
        </p:nvSpPr>
        <p:spPr>
          <a:xfrm>
            <a:off x="4654575" y="1442965"/>
            <a:ext cx="3776700" cy="649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200"/>
              <a:buNone/>
              <a:defRPr sz="4200"/>
            </a:lvl1pPr>
            <a:lvl2pPr lvl="1" rtl="0" algn="r">
              <a:spcBef>
                <a:spcPts val="0"/>
              </a:spcBef>
              <a:spcAft>
                <a:spcPts val="0"/>
              </a:spcAft>
              <a:buSzPts val="4200"/>
              <a:buNone/>
              <a:defRPr sz="4200"/>
            </a:lvl2pPr>
            <a:lvl3pPr lvl="2" rtl="0" algn="r">
              <a:spcBef>
                <a:spcPts val="0"/>
              </a:spcBef>
              <a:spcAft>
                <a:spcPts val="0"/>
              </a:spcAft>
              <a:buSzPts val="4200"/>
              <a:buNone/>
              <a:defRPr sz="4200"/>
            </a:lvl3pPr>
            <a:lvl4pPr lvl="3" rtl="0" algn="r">
              <a:spcBef>
                <a:spcPts val="0"/>
              </a:spcBef>
              <a:spcAft>
                <a:spcPts val="0"/>
              </a:spcAft>
              <a:buSzPts val="4200"/>
              <a:buNone/>
              <a:defRPr sz="4200"/>
            </a:lvl4pPr>
            <a:lvl5pPr lvl="4" rtl="0" algn="r">
              <a:spcBef>
                <a:spcPts val="0"/>
              </a:spcBef>
              <a:spcAft>
                <a:spcPts val="0"/>
              </a:spcAft>
              <a:buSzPts val="4200"/>
              <a:buNone/>
              <a:defRPr sz="4200"/>
            </a:lvl5pPr>
            <a:lvl6pPr lvl="5" rtl="0" algn="r">
              <a:spcBef>
                <a:spcPts val="0"/>
              </a:spcBef>
              <a:spcAft>
                <a:spcPts val="0"/>
              </a:spcAft>
              <a:buSzPts val="4200"/>
              <a:buNone/>
              <a:defRPr sz="4200"/>
            </a:lvl6pPr>
            <a:lvl7pPr lvl="6" rtl="0" algn="r">
              <a:spcBef>
                <a:spcPts val="0"/>
              </a:spcBef>
              <a:spcAft>
                <a:spcPts val="0"/>
              </a:spcAft>
              <a:buSzPts val="4200"/>
              <a:buNone/>
              <a:defRPr sz="4200"/>
            </a:lvl7pPr>
            <a:lvl8pPr lvl="7" rtl="0" algn="r">
              <a:spcBef>
                <a:spcPts val="0"/>
              </a:spcBef>
              <a:spcAft>
                <a:spcPts val="0"/>
              </a:spcAft>
              <a:buSzPts val="4200"/>
              <a:buNone/>
              <a:defRPr sz="4200"/>
            </a:lvl8pPr>
            <a:lvl9pPr lvl="8" rtl="0" algn="r">
              <a:spcBef>
                <a:spcPts val="0"/>
              </a:spcBef>
              <a:spcAft>
                <a:spcPts val="0"/>
              </a:spcAft>
              <a:buSzPts val="4200"/>
              <a:buNone/>
              <a:defRPr sz="4200"/>
            </a:lvl9pPr>
          </a:lstStyle>
          <a:p/>
        </p:txBody>
      </p:sp>
      <p:sp>
        <p:nvSpPr>
          <p:cNvPr id="125" name="Google Shape;125;p15"/>
          <p:cNvSpPr txBox="1"/>
          <p:nvPr>
            <p:ph idx="1" type="subTitle"/>
          </p:nvPr>
        </p:nvSpPr>
        <p:spPr>
          <a:xfrm>
            <a:off x="4654425" y="2278254"/>
            <a:ext cx="3777000" cy="1437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pic>
        <p:nvPicPr>
          <p:cNvPr id="126" name="Google Shape;126;p15"/>
          <p:cNvPicPr preferRelativeResize="0"/>
          <p:nvPr/>
        </p:nvPicPr>
        <p:blipFill rotWithShape="1">
          <a:blip r:embed="rId6">
            <a:alphaModFix/>
          </a:blip>
          <a:srcRect b="0" l="0" r="0" t="0"/>
          <a:stretch/>
        </p:blipFill>
        <p:spPr>
          <a:xfrm rot="7511709">
            <a:off x="1241850" y="4271705"/>
            <a:ext cx="2504350" cy="1437030"/>
          </a:xfrm>
          <a:prstGeom prst="rect">
            <a:avLst/>
          </a:prstGeom>
          <a:noFill/>
          <a:ln>
            <a:noFill/>
          </a:ln>
        </p:spPr>
      </p:pic>
      <p:pic>
        <p:nvPicPr>
          <p:cNvPr id="127" name="Google Shape;127;p15"/>
          <p:cNvPicPr preferRelativeResize="0"/>
          <p:nvPr/>
        </p:nvPicPr>
        <p:blipFill rotWithShape="1">
          <a:blip r:embed="rId7">
            <a:alphaModFix/>
          </a:blip>
          <a:srcRect b="0" l="0" r="0" t="0"/>
          <a:stretch/>
        </p:blipFill>
        <p:spPr>
          <a:xfrm rot="4511836">
            <a:off x="2521265" y="2057048"/>
            <a:ext cx="1697478" cy="1643807"/>
          </a:xfrm>
          <a:prstGeom prst="rect">
            <a:avLst/>
          </a:prstGeom>
          <a:noFill/>
          <a:ln>
            <a:noFill/>
          </a:ln>
        </p:spPr>
      </p:pic>
      <p:pic>
        <p:nvPicPr>
          <p:cNvPr id="128" name="Google Shape;128;p15"/>
          <p:cNvPicPr preferRelativeResize="0"/>
          <p:nvPr/>
        </p:nvPicPr>
        <p:blipFill rotWithShape="1">
          <a:blip r:embed="rId3">
            <a:alphaModFix/>
          </a:blip>
          <a:srcRect b="0" l="0" r="0" t="0"/>
          <a:stretch/>
        </p:blipFill>
        <p:spPr>
          <a:xfrm rot="-1639250">
            <a:off x="1811646" y="-855003"/>
            <a:ext cx="2002458" cy="4559255"/>
          </a:xfrm>
          <a:prstGeom prst="rect">
            <a:avLst/>
          </a:prstGeom>
          <a:noFill/>
          <a:ln>
            <a:noFill/>
          </a:ln>
        </p:spPr>
      </p:pic>
      <p:pic>
        <p:nvPicPr>
          <p:cNvPr id="129" name="Google Shape;129;p15"/>
          <p:cNvPicPr preferRelativeResize="0"/>
          <p:nvPr/>
        </p:nvPicPr>
        <p:blipFill rotWithShape="1">
          <a:blip r:embed="rId5">
            <a:alphaModFix/>
          </a:blip>
          <a:srcRect b="0" l="0" r="0" t="0"/>
          <a:stretch/>
        </p:blipFill>
        <p:spPr>
          <a:xfrm flipH="1">
            <a:off x="-694950" y="3552826"/>
            <a:ext cx="1572000" cy="203665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9">
    <p:spTree>
      <p:nvGrpSpPr>
        <p:cNvPr id="130" name="Shape 130"/>
        <p:cNvGrpSpPr/>
        <p:nvPr/>
      </p:nvGrpSpPr>
      <p:grpSpPr>
        <a:xfrm>
          <a:off x="0" y="0"/>
          <a:ext cx="0" cy="0"/>
          <a:chOff x="0" y="0"/>
          <a:chExt cx="0" cy="0"/>
        </a:xfrm>
      </p:grpSpPr>
      <p:sp>
        <p:nvSpPr>
          <p:cNvPr id="131" name="Google Shape;131;p16"/>
          <p:cNvSpPr txBox="1"/>
          <p:nvPr>
            <p:ph type="title"/>
          </p:nvPr>
        </p:nvSpPr>
        <p:spPr>
          <a:xfrm>
            <a:off x="2166450" y="1904970"/>
            <a:ext cx="4811100" cy="841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2" name="Google Shape;132;p16"/>
          <p:cNvSpPr txBox="1"/>
          <p:nvPr>
            <p:ph idx="1" type="subTitle"/>
          </p:nvPr>
        </p:nvSpPr>
        <p:spPr>
          <a:xfrm>
            <a:off x="2166450" y="2661050"/>
            <a:ext cx="4241700" cy="60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33" name="Google Shape;133;p16"/>
          <p:cNvSpPr txBox="1"/>
          <p:nvPr>
            <p:ph hasCustomPrompt="1" idx="2" type="title"/>
          </p:nvPr>
        </p:nvSpPr>
        <p:spPr>
          <a:xfrm>
            <a:off x="713225" y="1618875"/>
            <a:ext cx="1427700" cy="1378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2000"/>
              <a:buNone/>
              <a:defRPr sz="9600"/>
            </a:lvl1pPr>
            <a:lvl2pPr lvl="1" rtl="0" algn="l">
              <a:spcBef>
                <a:spcPts val="0"/>
              </a:spcBef>
              <a:spcAft>
                <a:spcPts val="0"/>
              </a:spcAft>
              <a:buSzPts val="12000"/>
              <a:buNone/>
              <a:defRPr sz="12000"/>
            </a:lvl2pPr>
            <a:lvl3pPr lvl="2" rtl="0" algn="l">
              <a:spcBef>
                <a:spcPts val="0"/>
              </a:spcBef>
              <a:spcAft>
                <a:spcPts val="0"/>
              </a:spcAft>
              <a:buSzPts val="12000"/>
              <a:buNone/>
              <a:defRPr sz="12000"/>
            </a:lvl3pPr>
            <a:lvl4pPr lvl="3" rtl="0" algn="l">
              <a:spcBef>
                <a:spcPts val="0"/>
              </a:spcBef>
              <a:spcAft>
                <a:spcPts val="0"/>
              </a:spcAft>
              <a:buSzPts val="12000"/>
              <a:buNone/>
              <a:defRPr sz="12000"/>
            </a:lvl4pPr>
            <a:lvl5pPr lvl="4" rtl="0" algn="l">
              <a:spcBef>
                <a:spcPts val="0"/>
              </a:spcBef>
              <a:spcAft>
                <a:spcPts val="0"/>
              </a:spcAft>
              <a:buSzPts val="12000"/>
              <a:buNone/>
              <a:defRPr sz="12000"/>
            </a:lvl5pPr>
            <a:lvl6pPr lvl="5" rtl="0" algn="l">
              <a:spcBef>
                <a:spcPts val="0"/>
              </a:spcBef>
              <a:spcAft>
                <a:spcPts val="0"/>
              </a:spcAft>
              <a:buSzPts val="12000"/>
              <a:buNone/>
              <a:defRPr sz="12000"/>
            </a:lvl6pPr>
            <a:lvl7pPr lvl="6" rtl="0" algn="l">
              <a:spcBef>
                <a:spcPts val="0"/>
              </a:spcBef>
              <a:spcAft>
                <a:spcPts val="0"/>
              </a:spcAft>
              <a:buSzPts val="12000"/>
              <a:buNone/>
              <a:defRPr sz="12000"/>
            </a:lvl7pPr>
            <a:lvl8pPr lvl="7" rtl="0" algn="l">
              <a:spcBef>
                <a:spcPts val="0"/>
              </a:spcBef>
              <a:spcAft>
                <a:spcPts val="0"/>
              </a:spcAft>
              <a:buSzPts val="12000"/>
              <a:buNone/>
              <a:defRPr sz="12000"/>
            </a:lvl8pPr>
            <a:lvl9pPr lvl="8" rtl="0" algn="l">
              <a:spcBef>
                <a:spcPts val="0"/>
              </a:spcBef>
              <a:spcAft>
                <a:spcPts val="0"/>
              </a:spcAft>
              <a:buSzPts val="12000"/>
              <a:buNone/>
              <a:defRPr sz="12000"/>
            </a:lvl9pPr>
          </a:lstStyle>
          <a:p>
            <a:r>
              <a:t>xx%</a:t>
            </a:r>
          </a:p>
        </p:txBody>
      </p:sp>
      <p:pic>
        <p:nvPicPr>
          <p:cNvPr id="134" name="Google Shape;134;p16"/>
          <p:cNvPicPr preferRelativeResize="0"/>
          <p:nvPr/>
        </p:nvPicPr>
        <p:blipFill rotWithShape="1">
          <a:blip r:embed="rId2">
            <a:alphaModFix/>
          </a:blip>
          <a:srcRect b="0" l="0" r="0" t="0"/>
          <a:stretch/>
        </p:blipFill>
        <p:spPr>
          <a:xfrm rot="3883291">
            <a:off x="6338622" y="3279344"/>
            <a:ext cx="2569104" cy="1474162"/>
          </a:xfrm>
          <a:prstGeom prst="rect">
            <a:avLst/>
          </a:prstGeom>
          <a:noFill/>
          <a:ln>
            <a:noFill/>
          </a:ln>
        </p:spPr>
      </p:pic>
      <p:pic>
        <p:nvPicPr>
          <p:cNvPr id="135" name="Google Shape;135;p16"/>
          <p:cNvPicPr preferRelativeResize="0"/>
          <p:nvPr/>
        </p:nvPicPr>
        <p:blipFill rotWithShape="1">
          <a:blip r:embed="rId3">
            <a:alphaModFix/>
          </a:blip>
          <a:srcRect b="0" l="0" r="0" t="0"/>
          <a:stretch/>
        </p:blipFill>
        <p:spPr>
          <a:xfrm>
            <a:off x="8146288" y="1161667"/>
            <a:ext cx="1840875" cy="1782665"/>
          </a:xfrm>
          <a:prstGeom prst="rect">
            <a:avLst/>
          </a:prstGeom>
          <a:noFill/>
          <a:ln>
            <a:noFill/>
          </a:ln>
        </p:spPr>
      </p:pic>
      <p:pic>
        <p:nvPicPr>
          <p:cNvPr id="136" name="Google Shape;136;p16"/>
          <p:cNvPicPr preferRelativeResize="0"/>
          <p:nvPr/>
        </p:nvPicPr>
        <p:blipFill rotWithShape="1">
          <a:blip r:embed="rId4">
            <a:alphaModFix/>
          </a:blip>
          <a:srcRect b="0" l="0" r="0" t="0"/>
          <a:stretch/>
        </p:blipFill>
        <p:spPr>
          <a:xfrm rot="-1639246">
            <a:off x="7914100" y="3060775"/>
            <a:ext cx="1733751" cy="3947450"/>
          </a:xfrm>
          <a:prstGeom prst="rect">
            <a:avLst/>
          </a:prstGeom>
          <a:noFill/>
          <a:ln>
            <a:noFill/>
          </a:ln>
        </p:spPr>
      </p:pic>
      <p:pic>
        <p:nvPicPr>
          <p:cNvPr id="137" name="Google Shape;137;p16"/>
          <p:cNvPicPr preferRelativeResize="0"/>
          <p:nvPr/>
        </p:nvPicPr>
        <p:blipFill rotWithShape="1">
          <a:blip r:embed="rId3">
            <a:alphaModFix/>
          </a:blip>
          <a:srcRect b="0" l="0" r="0" t="0"/>
          <a:stretch/>
        </p:blipFill>
        <p:spPr>
          <a:xfrm rot="5400000">
            <a:off x="6276800" y="638313"/>
            <a:ext cx="1393300" cy="1349250"/>
          </a:xfrm>
          <a:prstGeom prst="rect">
            <a:avLst/>
          </a:prstGeom>
          <a:noFill/>
          <a:ln>
            <a:noFill/>
          </a:ln>
        </p:spPr>
      </p:pic>
      <p:pic>
        <p:nvPicPr>
          <p:cNvPr id="138" name="Google Shape;138;p16"/>
          <p:cNvPicPr preferRelativeResize="0"/>
          <p:nvPr/>
        </p:nvPicPr>
        <p:blipFill>
          <a:blip r:embed="rId5">
            <a:alphaModFix/>
          </a:blip>
          <a:stretch>
            <a:fillRect/>
          </a:stretch>
        </p:blipFill>
        <p:spPr>
          <a:xfrm rot="7597377">
            <a:off x="4625676" y="-2541707"/>
            <a:ext cx="2386824" cy="4381382"/>
          </a:xfrm>
          <a:prstGeom prst="rect">
            <a:avLst/>
          </a:prstGeom>
          <a:noFill/>
          <a:ln>
            <a:noFill/>
          </a:ln>
        </p:spPr>
      </p:pic>
      <p:pic>
        <p:nvPicPr>
          <p:cNvPr id="139" name="Google Shape;139;p16"/>
          <p:cNvPicPr preferRelativeResize="0"/>
          <p:nvPr/>
        </p:nvPicPr>
        <p:blipFill rotWithShape="1">
          <a:blip r:embed="rId3">
            <a:alphaModFix/>
          </a:blip>
          <a:srcRect b="0" l="0" r="0" t="0"/>
          <a:stretch/>
        </p:blipFill>
        <p:spPr>
          <a:xfrm>
            <a:off x="-275904" y="978148"/>
            <a:ext cx="2416825" cy="2340400"/>
          </a:xfrm>
          <a:prstGeom prst="rect">
            <a:avLst/>
          </a:prstGeom>
          <a:noFill/>
          <a:ln>
            <a:noFill/>
          </a:ln>
        </p:spPr>
      </p:pic>
      <p:pic>
        <p:nvPicPr>
          <p:cNvPr id="140" name="Google Shape;140;p16"/>
          <p:cNvPicPr preferRelativeResize="0"/>
          <p:nvPr/>
        </p:nvPicPr>
        <p:blipFill rotWithShape="1">
          <a:blip r:embed="rId6">
            <a:alphaModFix/>
          </a:blip>
          <a:srcRect b="0" l="0" r="0" t="0"/>
          <a:stretch/>
        </p:blipFill>
        <p:spPr>
          <a:xfrm rot="-3668799">
            <a:off x="930329" y="-1893945"/>
            <a:ext cx="2136318" cy="5182162"/>
          </a:xfrm>
          <a:prstGeom prst="rect">
            <a:avLst/>
          </a:prstGeom>
          <a:noFill/>
          <a:ln>
            <a:noFill/>
          </a:ln>
        </p:spPr>
      </p:pic>
      <p:pic>
        <p:nvPicPr>
          <p:cNvPr id="141" name="Google Shape;141;p16"/>
          <p:cNvPicPr preferRelativeResize="0"/>
          <p:nvPr/>
        </p:nvPicPr>
        <p:blipFill rotWithShape="1">
          <a:blip r:embed="rId4">
            <a:alphaModFix/>
          </a:blip>
          <a:srcRect b="0" l="0" r="0" t="0"/>
          <a:stretch/>
        </p:blipFill>
        <p:spPr>
          <a:xfrm rot="-5156636">
            <a:off x="2909701" y="-1582496"/>
            <a:ext cx="2002458" cy="4559253"/>
          </a:xfrm>
          <a:prstGeom prst="rect">
            <a:avLst/>
          </a:prstGeom>
          <a:noFill/>
          <a:ln>
            <a:noFill/>
          </a:ln>
        </p:spPr>
      </p:pic>
      <p:pic>
        <p:nvPicPr>
          <p:cNvPr id="142" name="Google Shape;142;p16"/>
          <p:cNvPicPr preferRelativeResize="0"/>
          <p:nvPr/>
        </p:nvPicPr>
        <p:blipFill rotWithShape="1">
          <a:blip r:embed="rId4">
            <a:alphaModFix/>
          </a:blip>
          <a:srcRect b="0" l="0" r="0" t="0"/>
          <a:stretch/>
        </p:blipFill>
        <p:spPr>
          <a:xfrm flipH="1" rot="-5643364">
            <a:off x="2952851" y="2578502"/>
            <a:ext cx="2002458" cy="4559253"/>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7">
    <p:spTree>
      <p:nvGrpSpPr>
        <p:cNvPr id="143" name="Shape 143"/>
        <p:cNvGrpSpPr/>
        <p:nvPr/>
      </p:nvGrpSpPr>
      <p:grpSpPr>
        <a:xfrm>
          <a:off x="0" y="0"/>
          <a:ext cx="0" cy="0"/>
          <a:chOff x="0" y="0"/>
          <a:chExt cx="0" cy="0"/>
        </a:xfrm>
      </p:grpSpPr>
      <p:sp>
        <p:nvSpPr>
          <p:cNvPr id="144" name="Google Shape;144;p17"/>
          <p:cNvSpPr txBox="1"/>
          <p:nvPr>
            <p:ph type="title"/>
          </p:nvPr>
        </p:nvSpPr>
        <p:spPr>
          <a:xfrm>
            <a:off x="4227250" y="2501200"/>
            <a:ext cx="42036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45" name="Google Shape;145;p17"/>
          <p:cNvSpPr txBox="1"/>
          <p:nvPr>
            <p:ph idx="1" type="subTitle"/>
          </p:nvPr>
        </p:nvSpPr>
        <p:spPr>
          <a:xfrm>
            <a:off x="4227250" y="3257276"/>
            <a:ext cx="4203600" cy="60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146" name="Google Shape;146;p17"/>
          <p:cNvSpPr txBox="1"/>
          <p:nvPr>
            <p:ph hasCustomPrompt="1" idx="2" type="title"/>
          </p:nvPr>
        </p:nvSpPr>
        <p:spPr>
          <a:xfrm>
            <a:off x="5159950" y="1138775"/>
            <a:ext cx="2338200" cy="1378500"/>
          </a:xfrm>
          <a:prstGeom prst="rect">
            <a:avLst/>
          </a:prstGeom>
        </p:spPr>
        <p:txBody>
          <a:bodyPr anchorCtr="0" anchor="t" bIns="91425" lIns="91425" spcFirstLastPara="1" rIns="91425" wrap="square" tIns="91425">
            <a:noAutofit/>
          </a:bodyPr>
          <a:lstStyle>
            <a:lvl1pPr lvl="0" rtl="0">
              <a:spcBef>
                <a:spcPts val="0"/>
              </a:spcBef>
              <a:spcAft>
                <a:spcPts val="0"/>
              </a:spcAft>
              <a:buSzPts val="12000"/>
              <a:buNone/>
              <a:defRPr sz="96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pic>
        <p:nvPicPr>
          <p:cNvPr id="147" name="Google Shape;147;p17"/>
          <p:cNvPicPr preferRelativeResize="0"/>
          <p:nvPr/>
        </p:nvPicPr>
        <p:blipFill rotWithShape="1">
          <a:blip r:embed="rId2">
            <a:alphaModFix/>
          </a:blip>
          <a:srcRect b="0" l="0" r="0" t="0"/>
          <a:stretch/>
        </p:blipFill>
        <p:spPr>
          <a:xfrm flipH="1" rot="-10134819">
            <a:off x="3700" y="1321765"/>
            <a:ext cx="1924050" cy="4667250"/>
          </a:xfrm>
          <a:prstGeom prst="rect">
            <a:avLst/>
          </a:prstGeom>
          <a:noFill/>
          <a:ln>
            <a:noFill/>
          </a:ln>
        </p:spPr>
      </p:pic>
      <p:pic>
        <p:nvPicPr>
          <p:cNvPr id="148" name="Google Shape;148;p17"/>
          <p:cNvPicPr preferRelativeResize="0"/>
          <p:nvPr/>
        </p:nvPicPr>
        <p:blipFill rotWithShape="1">
          <a:blip r:embed="rId3">
            <a:alphaModFix/>
          </a:blip>
          <a:srcRect b="0" l="0" r="0" t="0"/>
          <a:stretch/>
        </p:blipFill>
        <p:spPr>
          <a:xfrm flipH="1" rot="-9160750">
            <a:off x="563096" y="-461936"/>
            <a:ext cx="2002458" cy="4559255"/>
          </a:xfrm>
          <a:prstGeom prst="rect">
            <a:avLst/>
          </a:prstGeom>
          <a:noFill/>
          <a:ln>
            <a:noFill/>
          </a:ln>
        </p:spPr>
      </p:pic>
      <p:pic>
        <p:nvPicPr>
          <p:cNvPr id="149" name="Google Shape;149;p17"/>
          <p:cNvPicPr preferRelativeResize="0"/>
          <p:nvPr/>
        </p:nvPicPr>
        <p:blipFill>
          <a:blip r:embed="rId4">
            <a:alphaModFix/>
          </a:blip>
          <a:stretch>
            <a:fillRect/>
          </a:stretch>
        </p:blipFill>
        <p:spPr>
          <a:xfrm flipH="1" rot="-5400000">
            <a:off x="1727850" y="4127990"/>
            <a:ext cx="1840875" cy="1700025"/>
          </a:xfrm>
          <a:prstGeom prst="rect">
            <a:avLst/>
          </a:prstGeom>
          <a:noFill/>
          <a:ln>
            <a:noFill/>
          </a:ln>
        </p:spPr>
      </p:pic>
      <p:pic>
        <p:nvPicPr>
          <p:cNvPr id="150" name="Google Shape;150;p17"/>
          <p:cNvPicPr preferRelativeResize="0"/>
          <p:nvPr/>
        </p:nvPicPr>
        <p:blipFill rotWithShape="1">
          <a:blip r:embed="rId5">
            <a:alphaModFix/>
          </a:blip>
          <a:srcRect b="0" l="0" r="0" t="0"/>
          <a:stretch/>
        </p:blipFill>
        <p:spPr>
          <a:xfrm rot="10800000">
            <a:off x="2026875" y="3518965"/>
            <a:ext cx="1572000" cy="2036650"/>
          </a:xfrm>
          <a:prstGeom prst="rect">
            <a:avLst/>
          </a:prstGeom>
          <a:noFill/>
          <a:ln>
            <a:noFill/>
          </a:ln>
        </p:spPr>
      </p:pic>
      <p:pic>
        <p:nvPicPr>
          <p:cNvPr id="151" name="Google Shape;151;p17"/>
          <p:cNvPicPr preferRelativeResize="0"/>
          <p:nvPr/>
        </p:nvPicPr>
        <p:blipFill rotWithShape="1">
          <a:blip r:embed="rId6">
            <a:alphaModFix/>
          </a:blip>
          <a:srcRect b="0" l="0" r="0" t="0"/>
          <a:stretch/>
        </p:blipFill>
        <p:spPr>
          <a:xfrm flipH="1" rot="3288291">
            <a:off x="1241850" y="-341370"/>
            <a:ext cx="2504350" cy="1437030"/>
          </a:xfrm>
          <a:prstGeom prst="rect">
            <a:avLst/>
          </a:prstGeom>
          <a:noFill/>
          <a:ln>
            <a:noFill/>
          </a:ln>
        </p:spPr>
      </p:pic>
      <p:pic>
        <p:nvPicPr>
          <p:cNvPr id="152" name="Google Shape;152;p17"/>
          <p:cNvPicPr preferRelativeResize="0"/>
          <p:nvPr/>
        </p:nvPicPr>
        <p:blipFill rotWithShape="1">
          <a:blip r:embed="rId7">
            <a:alphaModFix/>
          </a:blip>
          <a:srcRect b="0" l="0" r="0" t="0"/>
          <a:stretch/>
        </p:blipFill>
        <p:spPr>
          <a:xfrm flipH="1" rot="6288164">
            <a:off x="2521265" y="1666511"/>
            <a:ext cx="1697478" cy="1643807"/>
          </a:xfrm>
          <a:prstGeom prst="rect">
            <a:avLst/>
          </a:prstGeom>
          <a:noFill/>
          <a:ln>
            <a:noFill/>
          </a:ln>
        </p:spPr>
      </p:pic>
      <p:pic>
        <p:nvPicPr>
          <p:cNvPr id="153" name="Google Shape;153;p17"/>
          <p:cNvPicPr preferRelativeResize="0"/>
          <p:nvPr/>
        </p:nvPicPr>
        <p:blipFill rotWithShape="1">
          <a:blip r:embed="rId3">
            <a:alphaModFix/>
          </a:blip>
          <a:srcRect b="0" l="0" r="0" t="0"/>
          <a:stretch/>
        </p:blipFill>
        <p:spPr>
          <a:xfrm flipH="1" rot="-9160750">
            <a:off x="1811646" y="1663114"/>
            <a:ext cx="2002458" cy="4559255"/>
          </a:xfrm>
          <a:prstGeom prst="rect">
            <a:avLst/>
          </a:prstGeom>
          <a:noFill/>
          <a:ln>
            <a:noFill/>
          </a:ln>
        </p:spPr>
      </p:pic>
      <p:pic>
        <p:nvPicPr>
          <p:cNvPr id="154" name="Google Shape;154;p17"/>
          <p:cNvPicPr preferRelativeResize="0"/>
          <p:nvPr/>
        </p:nvPicPr>
        <p:blipFill rotWithShape="1">
          <a:blip r:embed="rId5">
            <a:alphaModFix/>
          </a:blip>
          <a:srcRect b="0" l="0" r="0" t="0"/>
          <a:stretch/>
        </p:blipFill>
        <p:spPr>
          <a:xfrm rot="10800000">
            <a:off x="-694950" y="-222110"/>
            <a:ext cx="1572000" cy="203665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
    <p:spTree>
      <p:nvGrpSpPr>
        <p:cNvPr id="155" name="Shape 155"/>
        <p:cNvGrpSpPr/>
        <p:nvPr/>
      </p:nvGrpSpPr>
      <p:grpSpPr>
        <a:xfrm>
          <a:off x="0" y="0"/>
          <a:ext cx="0" cy="0"/>
          <a:chOff x="0" y="0"/>
          <a:chExt cx="0" cy="0"/>
        </a:xfrm>
      </p:grpSpPr>
      <p:sp>
        <p:nvSpPr>
          <p:cNvPr id="156" name="Google Shape;156;p18"/>
          <p:cNvSpPr txBox="1"/>
          <p:nvPr>
            <p:ph type="title"/>
          </p:nvPr>
        </p:nvSpPr>
        <p:spPr>
          <a:xfrm>
            <a:off x="713225" y="1950152"/>
            <a:ext cx="2537700" cy="463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57" name="Google Shape;157;p18"/>
          <p:cNvSpPr txBox="1"/>
          <p:nvPr>
            <p:ph idx="1" type="subTitle"/>
          </p:nvPr>
        </p:nvSpPr>
        <p:spPr>
          <a:xfrm>
            <a:off x="713225" y="2298242"/>
            <a:ext cx="2537700" cy="88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58" name="Google Shape;158;p18"/>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9" name="Google Shape;159;p18"/>
          <p:cNvSpPr txBox="1"/>
          <p:nvPr>
            <p:ph idx="3" type="title"/>
          </p:nvPr>
        </p:nvSpPr>
        <p:spPr>
          <a:xfrm>
            <a:off x="5893076" y="2888525"/>
            <a:ext cx="25377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0" name="Google Shape;160;p18"/>
          <p:cNvSpPr txBox="1"/>
          <p:nvPr>
            <p:ph idx="4" type="subTitle"/>
          </p:nvPr>
        </p:nvSpPr>
        <p:spPr>
          <a:xfrm>
            <a:off x="5893075" y="3257026"/>
            <a:ext cx="25377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161" name="Google Shape;161;p18"/>
          <p:cNvPicPr preferRelativeResize="0"/>
          <p:nvPr/>
        </p:nvPicPr>
        <p:blipFill rotWithShape="1">
          <a:blip r:embed="rId2">
            <a:alphaModFix/>
          </a:blip>
          <a:srcRect b="0" l="0" r="0" t="0"/>
          <a:stretch/>
        </p:blipFill>
        <p:spPr>
          <a:xfrm rot="5400000">
            <a:off x="7734125" y="981213"/>
            <a:ext cx="1393300" cy="1349250"/>
          </a:xfrm>
          <a:prstGeom prst="rect">
            <a:avLst/>
          </a:prstGeom>
          <a:noFill/>
          <a:ln>
            <a:noFill/>
          </a:ln>
        </p:spPr>
      </p:pic>
      <p:pic>
        <p:nvPicPr>
          <p:cNvPr id="162" name="Google Shape;162;p18"/>
          <p:cNvPicPr preferRelativeResize="0"/>
          <p:nvPr/>
        </p:nvPicPr>
        <p:blipFill>
          <a:blip r:embed="rId3">
            <a:alphaModFix/>
          </a:blip>
          <a:stretch>
            <a:fillRect/>
          </a:stretch>
        </p:blipFill>
        <p:spPr>
          <a:xfrm rot="-5400000">
            <a:off x="-2150" y="3753987"/>
            <a:ext cx="1840875" cy="1700025"/>
          </a:xfrm>
          <a:prstGeom prst="rect">
            <a:avLst/>
          </a:prstGeom>
          <a:noFill/>
          <a:ln>
            <a:noFill/>
          </a:ln>
        </p:spPr>
      </p:pic>
      <p:pic>
        <p:nvPicPr>
          <p:cNvPr id="163" name="Google Shape;163;p18"/>
          <p:cNvPicPr preferRelativeResize="0"/>
          <p:nvPr/>
        </p:nvPicPr>
        <p:blipFill rotWithShape="1">
          <a:blip r:embed="rId4">
            <a:alphaModFix/>
          </a:blip>
          <a:srcRect b="0" l="0" r="0" t="0"/>
          <a:stretch/>
        </p:blipFill>
        <p:spPr>
          <a:xfrm rot="10800000">
            <a:off x="7557911" y="-473000"/>
            <a:ext cx="2372929" cy="1840875"/>
          </a:xfrm>
          <a:prstGeom prst="rect">
            <a:avLst/>
          </a:prstGeom>
          <a:noFill/>
          <a:ln>
            <a:noFill/>
          </a:ln>
        </p:spPr>
      </p:pic>
      <p:pic>
        <p:nvPicPr>
          <p:cNvPr id="164" name="Google Shape;164;p18"/>
          <p:cNvPicPr preferRelativeResize="0"/>
          <p:nvPr/>
        </p:nvPicPr>
        <p:blipFill>
          <a:blip r:embed="rId5">
            <a:alphaModFix/>
          </a:blip>
          <a:stretch>
            <a:fillRect/>
          </a:stretch>
        </p:blipFill>
        <p:spPr>
          <a:xfrm rot="7597377">
            <a:off x="6083001" y="-2198807"/>
            <a:ext cx="2386824" cy="4381382"/>
          </a:xfrm>
          <a:prstGeom prst="rect">
            <a:avLst/>
          </a:prstGeom>
          <a:noFill/>
          <a:ln>
            <a:noFill/>
          </a:ln>
        </p:spPr>
      </p:pic>
      <p:pic>
        <p:nvPicPr>
          <p:cNvPr id="165" name="Google Shape;165;p18"/>
          <p:cNvPicPr preferRelativeResize="0"/>
          <p:nvPr/>
        </p:nvPicPr>
        <p:blipFill rotWithShape="1">
          <a:blip r:embed="rId6">
            <a:alphaModFix/>
          </a:blip>
          <a:srcRect b="0" l="0" r="0" t="0"/>
          <a:stretch/>
        </p:blipFill>
        <p:spPr>
          <a:xfrm rot="10799990">
            <a:off x="-984822" y="704320"/>
            <a:ext cx="1774244" cy="403966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0">
    <p:spTree>
      <p:nvGrpSpPr>
        <p:cNvPr id="166" name="Shape 166"/>
        <p:cNvGrpSpPr/>
        <p:nvPr/>
      </p:nvGrpSpPr>
      <p:grpSpPr>
        <a:xfrm>
          <a:off x="0" y="0"/>
          <a:ext cx="0" cy="0"/>
          <a:chOff x="0" y="0"/>
          <a:chExt cx="0" cy="0"/>
        </a:xfrm>
      </p:grpSpPr>
      <p:sp>
        <p:nvSpPr>
          <p:cNvPr id="167" name="Google Shape;167;p19"/>
          <p:cNvSpPr txBox="1"/>
          <p:nvPr>
            <p:ph type="title"/>
          </p:nvPr>
        </p:nvSpPr>
        <p:spPr>
          <a:xfrm>
            <a:off x="988581" y="1246806"/>
            <a:ext cx="2169600" cy="449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168" name="Google Shape;168;p19"/>
          <p:cNvSpPr txBox="1"/>
          <p:nvPr>
            <p:ph idx="1" type="subTitle"/>
          </p:nvPr>
        </p:nvSpPr>
        <p:spPr>
          <a:xfrm>
            <a:off x="988581" y="1603842"/>
            <a:ext cx="21696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69" name="Google Shape;169;p19"/>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0" name="Google Shape;170;p19"/>
          <p:cNvSpPr txBox="1"/>
          <p:nvPr>
            <p:ph idx="3" type="title"/>
          </p:nvPr>
        </p:nvSpPr>
        <p:spPr>
          <a:xfrm>
            <a:off x="988581" y="3123387"/>
            <a:ext cx="2169600" cy="449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171" name="Google Shape;171;p19"/>
          <p:cNvSpPr txBox="1"/>
          <p:nvPr>
            <p:ph idx="4" type="subTitle"/>
          </p:nvPr>
        </p:nvSpPr>
        <p:spPr>
          <a:xfrm>
            <a:off x="988581" y="3480422"/>
            <a:ext cx="21696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72" name="Google Shape;172;p19"/>
          <p:cNvSpPr txBox="1"/>
          <p:nvPr>
            <p:ph idx="5" type="title"/>
          </p:nvPr>
        </p:nvSpPr>
        <p:spPr>
          <a:xfrm>
            <a:off x="3372606" y="1246819"/>
            <a:ext cx="2169600" cy="449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173" name="Google Shape;173;p19"/>
          <p:cNvSpPr txBox="1"/>
          <p:nvPr>
            <p:ph idx="6" type="subTitle"/>
          </p:nvPr>
        </p:nvSpPr>
        <p:spPr>
          <a:xfrm>
            <a:off x="3372606" y="1603854"/>
            <a:ext cx="21696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174" name="Google Shape;174;p19"/>
          <p:cNvPicPr preferRelativeResize="0"/>
          <p:nvPr/>
        </p:nvPicPr>
        <p:blipFill rotWithShape="1">
          <a:blip r:embed="rId2">
            <a:alphaModFix/>
          </a:blip>
          <a:srcRect b="0" l="0" r="0" t="0"/>
          <a:stretch/>
        </p:blipFill>
        <p:spPr>
          <a:xfrm rot="3546976">
            <a:off x="-485442" y="-1198569"/>
            <a:ext cx="1796434" cy="4090188"/>
          </a:xfrm>
          <a:prstGeom prst="rect">
            <a:avLst/>
          </a:prstGeom>
          <a:noFill/>
          <a:ln>
            <a:noFill/>
          </a:ln>
        </p:spPr>
      </p:pic>
      <p:pic>
        <p:nvPicPr>
          <p:cNvPr id="175" name="Google Shape;175;p19"/>
          <p:cNvPicPr preferRelativeResize="0"/>
          <p:nvPr/>
        </p:nvPicPr>
        <p:blipFill rotWithShape="1">
          <a:blip r:embed="rId3">
            <a:alphaModFix/>
          </a:blip>
          <a:srcRect b="0" l="0" r="0" t="0"/>
          <a:stretch/>
        </p:blipFill>
        <p:spPr>
          <a:xfrm flipH="1" rot="10800000">
            <a:off x="7789500" y="-310000"/>
            <a:ext cx="1572000" cy="2036650"/>
          </a:xfrm>
          <a:prstGeom prst="rect">
            <a:avLst/>
          </a:prstGeom>
          <a:noFill/>
          <a:ln>
            <a:noFill/>
          </a:ln>
        </p:spPr>
      </p:pic>
      <p:sp>
        <p:nvSpPr>
          <p:cNvPr id="176" name="Google Shape;176;p19"/>
          <p:cNvSpPr txBox="1"/>
          <p:nvPr>
            <p:ph idx="7" type="title"/>
          </p:nvPr>
        </p:nvSpPr>
        <p:spPr>
          <a:xfrm>
            <a:off x="3373394" y="3139512"/>
            <a:ext cx="2169600" cy="449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177" name="Google Shape;177;p19"/>
          <p:cNvSpPr txBox="1"/>
          <p:nvPr>
            <p:ph idx="8" type="subTitle"/>
          </p:nvPr>
        </p:nvSpPr>
        <p:spPr>
          <a:xfrm>
            <a:off x="3373394" y="3496547"/>
            <a:ext cx="21696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178" name="Google Shape;178;p19"/>
          <p:cNvPicPr preferRelativeResize="0"/>
          <p:nvPr/>
        </p:nvPicPr>
        <p:blipFill rotWithShape="1">
          <a:blip r:embed="rId4">
            <a:alphaModFix/>
          </a:blip>
          <a:srcRect b="0" l="0" r="0" t="0"/>
          <a:stretch/>
        </p:blipFill>
        <p:spPr>
          <a:xfrm rot="-6180706">
            <a:off x="5385563" y="2105288"/>
            <a:ext cx="2059525" cy="49958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3_1">
    <p:spTree>
      <p:nvGrpSpPr>
        <p:cNvPr id="179" name="Shape 179"/>
        <p:cNvGrpSpPr/>
        <p:nvPr/>
      </p:nvGrpSpPr>
      <p:grpSpPr>
        <a:xfrm>
          <a:off x="0" y="0"/>
          <a:ext cx="0" cy="0"/>
          <a:chOff x="0" y="0"/>
          <a:chExt cx="0" cy="0"/>
        </a:xfrm>
      </p:grpSpPr>
      <p:sp>
        <p:nvSpPr>
          <p:cNvPr id="180" name="Google Shape;180;p20"/>
          <p:cNvSpPr txBox="1"/>
          <p:nvPr>
            <p:ph idx="1" type="subTitle"/>
          </p:nvPr>
        </p:nvSpPr>
        <p:spPr>
          <a:xfrm>
            <a:off x="727575" y="2064075"/>
            <a:ext cx="3701100" cy="2025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Char char="●"/>
              <a:defRPr/>
            </a:lvl1pPr>
            <a:lvl2pPr lvl="1" rtl="0">
              <a:spcBef>
                <a:spcPts val="0"/>
              </a:spcBef>
              <a:spcAft>
                <a:spcPts val="0"/>
              </a:spcAft>
              <a:buSzPts val="1600"/>
              <a:buChar char="○"/>
              <a:defRPr/>
            </a:lvl2pPr>
            <a:lvl3pPr lvl="2" rtl="0">
              <a:spcBef>
                <a:spcPts val="0"/>
              </a:spcBef>
              <a:spcAft>
                <a:spcPts val="0"/>
              </a:spcAft>
              <a:buSzPts val="1600"/>
              <a:buChar char="■"/>
              <a:defRPr/>
            </a:lvl3pPr>
            <a:lvl4pPr lvl="3" rtl="0">
              <a:spcBef>
                <a:spcPts val="0"/>
              </a:spcBef>
              <a:spcAft>
                <a:spcPts val="0"/>
              </a:spcAft>
              <a:buSzPts val="1600"/>
              <a:buChar char="●"/>
              <a:defRPr/>
            </a:lvl4pPr>
            <a:lvl5pPr lvl="4" rtl="0">
              <a:spcBef>
                <a:spcPts val="0"/>
              </a:spcBef>
              <a:spcAft>
                <a:spcPts val="0"/>
              </a:spcAft>
              <a:buSzPts val="1600"/>
              <a:buChar char="○"/>
              <a:defRPr/>
            </a:lvl5pPr>
            <a:lvl6pPr lvl="5" rtl="0">
              <a:spcBef>
                <a:spcPts val="0"/>
              </a:spcBef>
              <a:spcAft>
                <a:spcPts val="0"/>
              </a:spcAft>
              <a:buSzPts val="1600"/>
              <a:buChar char="■"/>
              <a:defRPr/>
            </a:lvl6pPr>
            <a:lvl7pPr lvl="6" rtl="0">
              <a:spcBef>
                <a:spcPts val="0"/>
              </a:spcBef>
              <a:spcAft>
                <a:spcPts val="0"/>
              </a:spcAft>
              <a:buSzPts val="1600"/>
              <a:buChar char="●"/>
              <a:defRPr/>
            </a:lvl7pPr>
            <a:lvl8pPr lvl="7" rtl="0">
              <a:spcBef>
                <a:spcPts val="0"/>
              </a:spcBef>
              <a:spcAft>
                <a:spcPts val="0"/>
              </a:spcAft>
              <a:buSzPts val="1600"/>
              <a:buChar char="○"/>
              <a:defRPr/>
            </a:lvl8pPr>
            <a:lvl9pPr lvl="8" rtl="0">
              <a:spcBef>
                <a:spcPts val="0"/>
              </a:spcBef>
              <a:spcAft>
                <a:spcPts val="0"/>
              </a:spcAft>
              <a:buSzPts val="1600"/>
              <a:buChar char="■"/>
              <a:defRPr/>
            </a:lvl9pPr>
          </a:lstStyle>
          <a:p/>
        </p:txBody>
      </p:sp>
      <p:sp>
        <p:nvSpPr>
          <p:cNvPr id="181" name="Google Shape;181;p2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2" name="Google Shape;182;p20"/>
          <p:cNvSpPr txBox="1"/>
          <p:nvPr>
            <p:ph idx="2" type="subTitle"/>
          </p:nvPr>
        </p:nvSpPr>
        <p:spPr>
          <a:xfrm>
            <a:off x="4729750" y="2064075"/>
            <a:ext cx="3701100" cy="2025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Char char="●"/>
              <a:defRPr/>
            </a:lvl1pPr>
            <a:lvl2pPr lvl="1" rtl="0">
              <a:spcBef>
                <a:spcPts val="0"/>
              </a:spcBef>
              <a:spcAft>
                <a:spcPts val="0"/>
              </a:spcAft>
              <a:buSzPts val="1600"/>
              <a:buChar char="○"/>
              <a:defRPr/>
            </a:lvl2pPr>
            <a:lvl3pPr lvl="2" rtl="0">
              <a:spcBef>
                <a:spcPts val="0"/>
              </a:spcBef>
              <a:spcAft>
                <a:spcPts val="0"/>
              </a:spcAft>
              <a:buSzPts val="1600"/>
              <a:buChar char="■"/>
              <a:defRPr/>
            </a:lvl3pPr>
            <a:lvl4pPr lvl="3" rtl="0">
              <a:spcBef>
                <a:spcPts val="0"/>
              </a:spcBef>
              <a:spcAft>
                <a:spcPts val="0"/>
              </a:spcAft>
              <a:buSzPts val="1600"/>
              <a:buChar char="●"/>
              <a:defRPr/>
            </a:lvl4pPr>
            <a:lvl5pPr lvl="4" rtl="0">
              <a:spcBef>
                <a:spcPts val="0"/>
              </a:spcBef>
              <a:spcAft>
                <a:spcPts val="0"/>
              </a:spcAft>
              <a:buSzPts val="1600"/>
              <a:buChar char="○"/>
              <a:defRPr/>
            </a:lvl5pPr>
            <a:lvl6pPr lvl="5" rtl="0">
              <a:spcBef>
                <a:spcPts val="0"/>
              </a:spcBef>
              <a:spcAft>
                <a:spcPts val="0"/>
              </a:spcAft>
              <a:buSzPts val="1600"/>
              <a:buChar char="■"/>
              <a:defRPr/>
            </a:lvl6pPr>
            <a:lvl7pPr lvl="6" rtl="0">
              <a:spcBef>
                <a:spcPts val="0"/>
              </a:spcBef>
              <a:spcAft>
                <a:spcPts val="0"/>
              </a:spcAft>
              <a:buSzPts val="1600"/>
              <a:buChar char="●"/>
              <a:defRPr/>
            </a:lvl7pPr>
            <a:lvl8pPr lvl="7" rtl="0">
              <a:spcBef>
                <a:spcPts val="0"/>
              </a:spcBef>
              <a:spcAft>
                <a:spcPts val="0"/>
              </a:spcAft>
              <a:buSzPts val="1600"/>
              <a:buChar char="○"/>
              <a:defRPr/>
            </a:lvl8pPr>
            <a:lvl9pPr lvl="8" rtl="0">
              <a:spcBef>
                <a:spcPts val="0"/>
              </a:spcBef>
              <a:spcAft>
                <a:spcPts val="0"/>
              </a:spcAft>
              <a:buSzPts val="1600"/>
              <a:buChar char="■"/>
              <a:defRPr/>
            </a:lvl9pPr>
          </a:lstStyle>
          <a:p/>
        </p:txBody>
      </p:sp>
      <p:pic>
        <p:nvPicPr>
          <p:cNvPr id="183" name="Google Shape;183;p20"/>
          <p:cNvPicPr preferRelativeResize="0"/>
          <p:nvPr/>
        </p:nvPicPr>
        <p:blipFill rotWithShape="1">
          <a:blip r:embed="rId2">
            <a:alphaModFix/>
          </a:blip>
          <a:srcRect b="0" l="0" r="0" t="0"/>
          <a:stretch/>
        </p:blipFill>
        <p:spPr>
          <a:xfrm rot="10800000">
            <a:off x="-698700" y="376250"/>
            <a:ext cx="1812850" cy="1406350"/>
          </a:xfrm>
          <a:prstGeom prst="rect">
            <a:avLst/>
          </a:prstGeom>
          <a:noFill/>
          <a:ln>
            <a:noFill/>
          </a:ln>
        </p:spPr>
      </p:pic>
      <p:pic>
        <p:nvPicPr>
          <p:cNvPr id="184" name="Google Shape;184;p20"/>
          <p:cNvPicPr preferRelativeResize="0"/>
          <p:nvPr/>
        </p:nvPicPr>
        <p:blipFill rotWithShape="1">
          <a:blip r:embed="rId3">
            <a:alphaModFix/>
          </a:blip>
          <a:srcRect b="0" l="0" r="0" t="0"/>
          <a:stretch/>
        </p:blipFill>
        <p:spPr>
          <a:xfrm flipH="1" rot="10800000">
            <a:off x="8093575" y="70425"/>
            <a:ext cx="1209425" cy="1566900"/>
          </a:xfrm>
          <a:prstGeom prst="rect">
            <a:avLst/>
          </a:prstGeom>
          <a:noFill/>
          <a:ln>
            <a:noFill/>
          </a:ln>
        </p:spPr>
      </p:pic>
      <p:pic>
        <p:nvPicPr>
          <p:cNvPr id="185" name="Google Shape;185;p20"/>
          <p:cNvPicPr preferRelativeResize="0"/>
          <p:nvPr/>
        </p:nvPicPr>
        <p:blipFill rotWithShape="1">
          <a:blip r:embed="rId4">
            <a:alphaModFix/>
          </a:blip>
          <a:srcRect b="0" l="0" r="0" t="0"/>
          <a:stretch/>
        </p:blipFill>
        <p:spPr>
          <a:xfrm rot="5400007">
            <a:off x="2889925" y="3276801"/>
            <a:ext cx="1271700" cy="3084848"/>
          </a:xfrm>
          <a:prstGeom prst="rect">
            <a:avLst/>
          </a:prstGeom>
          <a:noFill/>
          <a:ln>
            <a:noFill/>
          </a:ln>
        </p:spPr>
      </p:pic>
      <p:pic>
        <p:nvPicPr>
          <p:cNvPr id="186" name="Google Shape;186;p20"/>
          <p:cNvPicPr preferRelativeResize="0"/>
          <p:nvPr/>
        </p:nvPicPr>
        <p:blipFill rotWithShape="1">
          <a:blip r:embed="rId5">
            <a:alphaModFix/>
          </a:blip>
          <a:srcRect b="0" l="0" r="0" t="0"/>
          <a:stretch/>
        </p:blipFill>
        <p:spPr>
          <a:xfrm rot="-5400008">
            <a:off x="4467345" y="3044473"/>
            <a:ext cx="2002458" cy="4559254"/>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1">
    <p:spTree>
      <p:nvGrpSpPr>
        <p:cNvPr id="187" name="Shape 187"/>
        <p:cNvGrpSpPr/>
        <p:nvPr/>
      </p:nvGrpSpPr>
      <p:grpSpPr>
        <a:xfrm>
          <a:off x="0" y="0"/>
          <a:ext cx="0" cy="0"/>
          <a:chOff x="0" y="0"/>
          <a:chExt cx="0" cy="0"/>
        </a:xfrm>
      </p:grpSpPr>
      <p:sp>
        <p:nvSpPr>
          <p:cNvPr id="188" name="Google Shape;188;p21"/>
          <p:cNvSpPr txBox="1"/>
          <p:nvPr>
            <p:ph idx="1" type="subTitle"/>
          </p:nvPr>
        </p:nvSpPr>
        <p:spPr>
          <a:xfrm>
            <a:off x="981375" y="1998708"/>
            <a:ext cx="4061700" cy="19350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Char char="●"/>
              <a:defRPr/>
            </a:lvl1pPr>
            <a:lvl2pPr lvl="1" rtl="0">
              <a:spcBef>
                <a:spcPts val="0"/>
              </a:spcBef>
              <a:spcAft>
                <a:spcPts val="0"/>
              </a:spcAft>
              <a:buSzPts val="1600"/>
              <a:buChar char="○"/>
              <a:defRPr/>
            </a:lvl2pPr>
            <a:lvl3pPr lvl="2" rtl="0">
              <a:spcBef>
                <a:spcPts val="0"/>
              </a:spcBef>
              <a:spcAft>
                <a:spcPts val="0"/>
              </a:spcAft>
              <a:buSzPts val="1600"/>
              <a:buChar char="■"/>
              <a:defRPr/>
            </a:lvl3pPr>
            <a:lvl4pPr lvl="3" rtl="0">
              <a:spcBef>
                <a:spcPts val="0"/>
              </a:spcBef>
              <a:spcAft>
                <a:spcPts val="0"/>
              </a:spcAft>
              <a:buSzPts val="1600"/>
              <a:buChar char="●"/>
              <a:defRPr/>
            </a:lvl4pPr>
            <a:lvl5pPr lvl="4" rtl="0">
              <a:spcBef>
                <a:spcPts val="0"/>
              </a:spcBef>
              <a:spcAft>
                <a:spcPts val="0"/>
              </a:spcAft>
              <a:buSzPts val="1600"/>
              <a:buChar char="○"/>
              <a:defRPr/>
            </a:lvl5pPr>
            <a:lvl6pPr lvl="5" rtl="0">
              <a:spcBef>
                <a:spcPts val="0"/>
              </a:spcBef>
              <a:spcAft>
                <a:spcPts val="0"/>
              </a:spcAft>
              <a:buSzPts val="1600"/>
              <a:buChar char="■"/>
              <a:defRPr/>
            </a:lvl6pPr>
            <a:lvl7pPr lvl="6" rtl="0">
              <a:spcBef>
                <a:spcPts val="0"/>
              </a:spcBef>
              <a:spcAft>
                <a:spcPts val="0"/>
              </a:spcAft>
              <a:buSzPts val="1600"/>
              <a:buChar char="●"/>
              <a:defRPr/>
            </a:lvl7pPr>
            <a:lvl8pPr lvl="7" rtl="0">
              <a:spcBef>
                <a:spcPts val="0"/>
              </a:spcBef>
              <a:spcAft>
                <a:spcPts val="0"/>
              </a:spcAft>
              <a:buSzPts val="1600"/>
              <a:buChar char="○"/>
              <a:defRPr/>
            </a:lvl8pPr>
            <a:lvl9pPr lvl="8" rtl="0">
              <a:spcBef>
                <a:spcPts val="0"/>
              </a:spcBef>
              <a:spcAft>
                <a:spcPts val="0"/>
              </a:spcAft>
              <a:buSzPts val="1600"/>
              <a:buChar char="■"/>
              <a:defRPr/>
            </a:lvl9pPr>
          </a:lstStyle>
          <a:p/>
        </p:txBody>
      </p:sp>
      <p:sp>
        <p:nvSpPr>
          <p:cNvPr id="189" name="Google Shape;189;p2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90" name="Google Shape;190;p21"/>
          <p:cNvPicPr preferRelativeResize="0"/>
          <p:nvPr/>
        </p:nvPicPr>
        <p:blipFill rotWithShape="1">
          <a:blip r:embed="rId2">
            <a:alphaModFix/>
          </a:blip>
          <a:srcRect b="0" l="0" r="0" t="0"/>
          <a:stretch/>
        </p:blipFill>
        <p:spPr>
          <a:xfrm rot="3546976">
            <a:off x="-485442" y="-893769"/>
            <a:ext cx="1796434" cy="4090188"/>
          </a:xfrm>
          <a:prstGeom prst="rect">
            <a:avLst/>
          </a:prstGeom>
          <a:noFill/>
          <a:ln>
            <a:noFill/>
          </a:ln>
        </p:spPr>
      </p:pic>
      <p:pic>
        <p:nvPicPr>
          <p:cNvPr id="191" name="Google Shape;191;p21"/>
          <p:cNvPicPr preferRelativeResize="0"/>
          <p:nvPr/>
        </p:nvPicPr>
        <p:blipFill rotWithShape="1">
          <a:blip r:embed="rId3">
            <a:alphaModFix/>
          </a:blip>
          <a:srcRect b="0" l="0" r="0" t="0"/>
          <a:stretch/>
        </p:blipFill>
        <p:spPr>
          <a:xfrm flipH="1" rot="10800000">
            <a:off x="7789500" y="-310000"/>
            <a:ext cx="1572000" cy="2036650"/>
          </a:xfrm>
          <a:prstGeom prst="rect">
            <a:avLst/>
          </a:prstGeom>
          <a:noFill/>
          <a:ln>
            <a:noFill/>
          </a:ln>
        </p:spPr>
      </p:pic>
      <p:pic>
        <p:nvPicPr>
          <p:cNvPr id="192" name="Google Shape;192;p21"/>
          <p:cNvPicPr preferRelativeResize="0"/>
          <p:nvPr/>
        </p:nvPicPr>
        <p:blipFill rotWithShape="1">
          <a:blip r:embed="rId4">
            <a:alphaModFix/>
          </a:blip>
          <a:srcRect b="0" l="0" r="0" t="0"/>
          <a:stretch/>
        </p:blipFill>
        <p:spPr>
          <a:xfrm rot="-5400000">
            <a:off x="2031350" y="3095450"/>
            <a:ext cx="1724400" cy="4182900"/>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9">
    <p:spTree>
      <p:nvGrpSpPr>
        <p:cNvPr id="193" name="Shape 193"/>
        <p:cNvGrpSpPr/>
        <p:nvPr/>
      </p:nvGrpSpPr>
      <p:grpSpPr>
        <a:xfrm>
          <a:off x="0" y="0"/>
          <a:ext cx="0" cy="0"/>
          <a:chOff x="0" y="0"/>
          <a:chExt cx="0" cy="0"/>
        </a:xfrm>
      </p:grpSpPr>
      <p:sp>
        <p:nvSpPr>
          <p:cNvPr id="194" name="Google Shape;194;p22"/>
          <p:cNvSpPr txBox="1"/>
          <p:nvPr>
            <p:ph idx="1" type="subTitle"/>
          </p:nvPr>
        </p:nvSpPr>
        <p:spPr>
          <a:xfrm>
            <a:off x="4029375" y="1998708"/>
            <a:ext cx="4061700" cy="19350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Char char="●"/>
              <a:defRPr/>
            </a:lvl1pPr>
            <a:lvl2pPr lvl="1" rtl="0">
              <a:spcBef>
                <a:spcPts val="0"/>
              </a:spcBef>
              <a:spcAft>
                <a:spcPts val="0"/>
              </a:spcAft>
              <a:buSzPts val="1600"/>
              <a:buChar char="○"/>
              <a:defRPr/>
            </a:lvl2pPr>
            <a:lvl3pPr lvl="2" rtl="0">
              <a:spcBef>
                <a:spcPts val="0"/>
              </a:spcBef>
              <a:spcAft>
                <a:spcPts val="0"/>
              </a:spcAft>
              <a:buSzPts val="1600"/>
              <a:buChar char="■"/>
              <a:defRPr/>
            </a:lvl3pPr>
            <a:lvl4pPr lvl="3" rtl="0">
              <a:spcBef>
                <a:spcPts val="0"/>
              </a:spcBef>
              <a:spcAft>
                <a:spcPts val="0"/>
              </a:spcAft>
              <a:buSzPts val="1600"/>
              <a:buChar char="●"/>
              <a:defRPr/>
            </a:lvl4pPr>
            <a:lvl5pPr lvl="4" rtl="0">
              <a:spcBef>
                <a:spcPts val="0"/>
              </a:spcBef>
              <a:spcAft>
                <a:spcPts val="0"/>
              </a:spcAft>
              <a:buSzPts val="1600"/>
              <a:buChar char="○"/>
              <a:defRPr/>
            </a:lvl5pPr>
            <a:lvl6pPr lvl="5" rtl="0">
              <a:spcBef>
                <a:spcPts val="0"/>
              </a:spcBef>
              <a:spcAft>
                <a:spcPts val="0"/>
              </a:spcAft>
              <a:buSzPts val="1600"/>
              <a:buChar char="■"/>
              <a:defRPr/>
            </a:lvl6pPr>
            <a:lvl7pPr lvl="6" rtl="0">
              <a:spcBef>
                <a:spcPts val="0"/>
              </a:spcBef>
              <a:spcAft>
                <a:spcPts val="0"/>
              </a:spcAft>
              <a:buSzPts val="1600"/>
              <a:buChar char="●"/>
              <a:defRPr/>
            </a:lvl7pPr>
            <a:lvl8pPr lvl="7" rtl="0">
              <a:spcBef>
                <a:spcPts val="0"/>
              </a:spcBef>
              <a:spcAft>
                <a:spcPts val="0"/>
              </a:spcAft>
              <a:buSzPts val="1600"/>
              <a:buChar char="○"/>
              <a:defRPr/>
            </a:lvl8pPr>
            <a:lvl9pPr lvl="8" rtl="0">
              <a:spcBef>
                <a:spcPts val="0"/>
              </a:spcBef>
              <a:spcAft>
                <a:spcPts val="0"/>
              </a:spcAft>
              <a:buSzPts val="1600"/>
              <a:buChar char="■"/>
              <a:defRPr/>
            </a:lvl9pPr>
          </a:lstStyle>
          <a:p/>
        </p:txBody>
      </p:sp>
      <p:sp>
        <p:nvSpPr>
          <p:cNvPr id="195" name="Google Shape;195;p2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96" name="Google Shape;196;p22"/>
          <p:cNvPicPr preferRelativeResize="0"/>
          <p:nvPr/>
        </p:nvPicPr>
        <p:blipFill rotWithShape="1">
          <a:blip r:embed="rId2">
            <a:alphaModFix/>
          </a:blip>
          <a:srcRect b="0" l="0" r="0" t="0"/>
          <a:stretch/>
        </p:blipFill>
        <p:spPr>
          <a:xfrm flipH="1" rot="-3546976">
            <a:off x="7847308" y="-893769"/>
            <a:ext cx="1796434" cy="4090188"/>
          </a:xfrm>
          <a:prstGeom prst="rect">
            <a:avLst/>
          </a:prstGeom>
          <a:noFill/>
          <a:ln>
            <a:noFill/>
          </a:ln>
        </p:spPr>
      </p:pic>
      <p:pic>
        <p:nvPicPr>
          <p:cNvPr id="197" name="Google Shape;197;p22"/>
          <p:cNvPicPr preferRelativeResize="0"/>
          <p:nvPr/>
        </p:nvPicPr>
        <p:blipFill rotWithShape="1">
          <a:blip r:embed="rId3">
            <a:alphaModFix/>
          </a:blip>
          <a:srcRect b="0" l="0" r="0" t="0"/>
          <a:stretch/>
        </p:blipFill>
        <p:spPr>
          <a:xfrm rot="10800000">
            <a:off x="-203200" y="-310000"/>
            <a:ext cx="1572000" cy="2036650"/>
          </a:xfrm>
          <a:prstGeom prst="rect">
            <a:avLst/>
          </a:prstGeom>
          <a:noFill/>
          <a:ln>
            <a:noFill/>
          </a:ln>
        </p:spPr>
      </p:pic>
      <p:pic>
        <p:nvPicPr>
          <p:cNvPr id="198" name="Google Shape;198;p22"/>
          <p:cNvPicPr preferRelativeResize="0"/>
          <p:nvPr/>
        </p:nvPicPr>
        <p:blipFill rotWithShape="1">
          <a:blip r:embed="rId4">
            <a:alphaModFix/>
          </a:blip>
          <a:srcRect b="0" l="0" r="0" t="0"/>
          <a:stretch/>
        </p:blipFill>
        <p:spPr>
          <a:xfrm rot="-5400000">
            <a:off x="5650100" y="3034450"/>
            <a:ext cx="1724400" cy="4182900"/>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199" name="Shape 199"/>
        <p:cNvGrpSpPr/>
        <p:nvPr/>
      </p:nvGrpSpPr>
      <p:grpSpPr>
        <a:xfrm>
          <a:off x="0" y="0"/>
          <a:ext cx="0" cy="0"/>
          <a:chOff x="0" y="0"/>
          <a:chExt cx="0" cy="0"/>
        </a:xfrm>
      </p:grpSpPr>
      <p:sp>
        <p:nvSpPr>
          <p:cNvPr id="200" name="Google Shape;200;p23"/>
          <p:cNvSpPr txBox="1"/>
          <p:nvPr>
            <p:ph type="title"/>
          </p:nvPr>
        </p:nvSpPr>
        <p:spPr>
          <a:xfrm>
            <a:off x="909400" y="2363522"/>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1" name="Google Shape;201;p23"/>
          <p:cNvSpPr txBox="1"/>
          <p:nvPr>
            <p:ph idx="1" type="subTitle"/>
          </p:nvPr>
        </p:nvSpPr>
        <p:spPr>
          <a:xfrm>
            <a:off x="909400" y="2720558"/>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02" name="Google Shape;202;p23"/>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3" name="Google Shape;203;p23"/>
          <p:cNvSpPr txBox="1"/>
          <p:nvPr>
            <p:ph idx="3" type="title"/>
          </p:nvPr>
        </p:nvSpPr>
        <p:spPr>
          <a:xfrm>
            <a:off x="3487100" y="2363522"/>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4" name="Google Shape;204;p23"/>
          <p:cNvSpPr txBox="1"/>
          <p:nvPr>
            <p:ph idx="4" type="subTitle"/>
          </p:nvPr>
        </p:nvSpPr>
        <p:spPr>
          <a:xfrm>
            <a:off x="3487100" y="2720558"/>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05" name="Google Shape;205;p23"/>
          <p:cNvSpPr txBox="1"/>
          <p:nvPr>
            <p:ph idx="5" type="title"/>
          </p:nvPr>
        </p:nvSpPr>
        <p:spPr>
          <a:xfrm>
            <a:off x="6064800" y="2363522"/>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6" name="Google Shape;206;p23"/>
          <p:cNvSpPr txBox="1"/>
          <p:nvPr>
            <p:ph idx="6" type="subTitle"/>
          </p:nvPr>
        </p:nvSpPr>
        <p:spPr>
          <a:xfrm>
            <a:off x="6064801" y="2720558"/>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207" name="Google Shape;207;p23"/>
          <p:cNvPicPr preferRelativeResize="0"/>
          <p:nvPr/>
        </p:nvPicPr>
        <p:blipFill rotWithShape="1">
          <a:blip r:embed="rId2">
            <a:alphaModFix/>
          </a:blip>
          <a:srcRect b="0" l="0" r="0" t="0"/>
          <a:stretch/>
        </p:blipFill>
        <p:spPr>
          <a:xfrm rot="3546976">
            <a:off x="-485442" y="-893769"/>
            <a:ext cx="1796434" cy="4090188"/>
          </a:xfrm>
          <a:prstGeom prst="rect">
            <a:avLst/>
          </a:prstGeom>
          <a:noFill/>
          <a:ln>
            <a:noFill/>
          </a:ln>
        </p:spPr>
      </p:pic>
      <p:pic>
        <p:nvPicPr>
          <p:cNvPr id="208" name="Google Shape;208;p23"/>
          <p:cNvPicPr preferRelativeResize="0"/>
          <p:nvPr/>
        </p:nvPicPr>
        <p:blipFill rotWithShape="1">
          <a:blip r:embed="rId3">
            <a:alphaModFix/>
          </a:blip>
          <a:srcRect b="0" l="0" r="0" t="0"/>
          <a:stretch/>
        </p:blipFill>
        <p:spPr>
          <a:xfrm flipH="1" rot="10800000">
            <a:off x="7789500" y="-310000"/>
            <a:ext cx="1572000" cy="2036650"/>
          </a:xfrm>
          <a:prstGeom prst="rect">
            <a:avLst/>
          </a:prstGeom>
          <a:noFill/>
          <a:ln>
            <a:noFill/>
          </a:ln>
        </p:spPr>
      </p:pic>
      <p:pic>
        <p:nvPicPr>
          <p:cNvPr id="209" name="Google Shape;209;p23"/>
          <p:cNvPicPr preferRelativeResize="0"/>
          <p:nvPr/>
        </p:nvPicPr>
        <p:blipFill rotWithShape="1">
          <a:blip r:embed="rId4">
            <a:alphaModFix/>
          </a:blip>
          <a:srcRect b="0" l="0" r="0" t="0"/>
          <a:stretch/>
        </p:blipFill>
        <p:spPr>
          <a:xfrm rot="-5400000">
            <a:off x="2031350" y="3095450"/>
            <a:ext cx="1724400" cy="4182900"/>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28">
    <p:spTree>
      <p:nvGrpSpPr>
        <p:cNvPr id="210" name="Shape 210"/>
        <p:cNvGrpSpPr/>
        <p:nvPr/>
      </p:nvGrpSpPr>
      <p:grpSpPr>
        <a:xfrm>
          <a:off x="0" y="0"/>
          <a:ext cx="0" cy="0"/>
          <a:chOff x="0" y="0"/>
          <a:chExt cx="0" cy="0"/>
        </a:xfrm>
      </p:grpSpPr>
      <p:sp>
        <p:nvSpPr>
          <p:cNvPr id="211" name="Google Shape;211;p24"/>
          <p:cNvSpPr txBox="1"/>
          <p:nvPr>
            <p:ph type="title"/>
          </p:nvPr>
        </p:nvSpPr>
        <p:spPr>
          <a:xfrm>
            <a:off x="2198350" y="2233731"/>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12" name="Google Shape;212;p24"/>
          <p:cNvSpPr txBox="1"/>
          <p:nvPr>
            <p:ph idx="1" type="subTitle"/>
          </p:nvPr>
        </p:nvSpPr>
        <p:spPr>
          <a:xfrm>
            <a:off x="2198350" y="2590767"/>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13" name="Google Shape;213;p24"/>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4" name="Google Shape;214;p24"/>
          <p:cNvSpPr txBox="1"/>
          <p:nvPr>
            <p:ph idx="3" type="title"/>
          </p:nvPr>
        </p:nvSpPr>
        <p:spPr>
          <a:xfrm>
            <a:off x="4776050" y="2233731"/>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15" name="Google Shape;215;p24"/>
          <p:cNvSpPr txBox="1"/>
          <p:nvPr>
            <p:ph idx="4" type="subTitle"/>
          </p:nvPr>
        </p:nvSpPr>
        <p:spPr>
          <a:xfrm>
            <a:off x="4776050" y="2590767"/>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216" name="Google Shape;216;p24"/>
          <p:cNvPicPr preferRelativeResize="0"/>
          <p:nvPr/>
        </p:nvPicPr>
        <p:blipFill rotWithShape="1">
          <a:blip r:embed="rId2">
            <a:alphaModFix/>
          </a:blip>
          <a:srcRect b="0" l="0" r="0" t="0"/>
          <a:stretch/>
        </p:blipFill>
        <p:spPr>
          <a:xfrm rot="3546976">
            <a:off x="-485442" y="-893769"/>
            <a:ext cx="1796434" cy="4090188"/>
          </a:xfrm>
          <a:prstGeom prst="rect">
            <a:avLst/>
          </a:prstGeom>
          <a:noFill/>
          <a:ln>
            <a:noFill/>
          </a:ln>
        </p:spPr>
      </p:pic>
      <p:pic>
        <p:nvPicPr>
          <p:cNvPr id="217" name="Google Shape;217;p24"/>
          <p:cNvPicPr preferRelativeResize="0"/>
          <p:nvPr/>
        </p:nvPicPr>
        <p:blipFill rotWithShape="1">
          <a:blip r:embed="rId3">
            <a:alphaModFix/>
          </a:blip>
          <a:srcRect b="0" l="0" r="0" t="0"/>
          <a:stretch/>
        </p:blipFill>
        <p:spPr>
          <a:xfrm rot="5400000">
            <a:off x="3365525" y="4494600"/>
            <a:ext cx="1393300" cy="1349250"/>
          </a:xfrm>
          <a:prstGeom prst="rect">
            <a:avLst/>
          </a:prstGeom>
          <a:noFill/>
          <a:ln>
            <a:noFill/>
          </a:ln>
        </p:spPr>
      </p:pic>
      <p:pic>
        <p:nvPicPr>
          <p:cNvPr id="218" name="Google Shape;218;p24"/>
          <p:cNvPicPr preferRelativeResize="0"/>
          <p:nvPr/>
        </p:nvPicPr>
        <p:blipFill>
          <a:blip r:embed="rId4">
            <a:alphaModFix/>
          </a:blip>
          <a:stretch>
            <a:fillRect/>
          </a:stretch>
        </p:blipFill>
        <p:spPr>
          <a:xfrm rot="-5400000">
            <a:off x="7742762" y="3134200"/>
            <a:ext cx="1659025" cy="1532125"/>
          </a:xfrm>
          <a:prstGeom prst="rect">
            <a:avLst/>
          </a:prstGeom>
          <a:noFill/>
          <a:ln>
            <a:noFill/>
          </a:ln>
        </p:spPr>
      </p:pic>
      <p:pic>
        <p:nvPicPr>
          <p:cNvPr id="219" name="Google Shape;219;p24"/>
          <p:cNvPicPr preferRelativeResize="0"/>
          <p:nvPr/>
        </p:nvPicPr>
        <p:blipFill rotWithShape="1">
          <a:blip r:embed="rId5">
            <a:alphaModFix/>
          </a:blip>
          <a:srcRect b="0" l="0" r="0" t="0"/>
          <a:stretch/>
        </p:blipFill>
        <p:spPr>
          <a:xfrm rot="-8611223">
            <a:off x="2644600" y="4491875"/>
            <a:ext cx="2835150" cy="2032750"/>
          </a:xfrm>
          <a:prstGeom prst="rect">
            <a:avLst/>
          </a:prstGeom>
          <a:noFill/>
          <a:ln>
            <a:noFill/>
          </a:ln>
        </p:spPr>
      </p:pic>
      <p:pic>
        <p:nvPicPr>
          <p:cNvPr id="220" name="Google Shape;220;p24"/>
          <p:cNvPicPr preferRelativeResize="0"/>
          <p:nvPr/>
        </p:nvPicPr>
        <p:blipFill rotWithShape="1">
          <a:blip r:embed="rId2">
            <a:alphaModFix/>
          </a:blip>
          <a:srcRect b="0" l="0" r="0" t="0"/>
          <a:stretch/>
        </p:blipFill>
        <p:spPr>
          <a:xfrm rot="-5400008">
            <a:off x="7571045" y="-1740127"/>
            <a:ext cx="2002458" cy="4559254"/>
          </a:xfrm>
          <a:prstGeom prst="rect">
            <a:avLst/>
          </a:prstGeom>
          <a:noFill/>
          <a:ln>
            <a:noFill/>
          </a:ln>
        </p:spPr>
      </p:pic>
      <p:pic>
        <p:nvPicPr>
          <p:cNvPr id="221" name="Google Shape;221;p24"/>
          <p:cNvPicPr preferRelativeResize="0"/>
          <p:nvPr/>
        </p:nvPicPr>
        <p:blipFill>
          <a:blip r:embed="rId4">
            <a:alphaModFix/>
          </a:blip>
          <a:stretch>
            <a:fillRect/>
          </a:stretch>
        </p:blipFill>
        <p:spPr>
          <a:xfrm flipH="1" rot="5400000">
            <a:off x="-309963" y="3134200"/>
            <a:ext cx="1659025" cy="1532125"/>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0">
    <p:spTree>
      <p:nvGrpSpPr>
        <p:cNvPr id="222" name="Shape 222"/>
        <p:cNvGrpSpPr/>
        <p:nvPr/>
      </p:nvGrpSpPr>
      <p:grpSpPr>
        <a:xfrm>
          <a:off x="0" y="0"/>
          <a:ext cx="0" cy="0"/>
          <a:chOff x="0" y="0"/>
          <a:chExt cx="0" cy="0"/>
        </a:xfrm>
      </p:grpSpPr>
      <p:sp>
        <p:nvSpPr>
          <p:cNvPr id="223" name="Google Shape;223;p25"/>
          <p:cNvSpPr txBox="1"/>
          <p:nvPr>
            <p:ph type="title"/>
          </p:nvPr>
        </p:nvSpPr>
        <p:spPr>
          <a:xfrm>
            <a:off x="2198350" y="2668322"/>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24" name="Google Shape;224;p25"/>
          <p:cNvSpPr txBox="1"/>
          <p:nvPr>
            <p:ph idx="1" type="subTitle"/>
          </p:nvPr>
        </p:nvSpPr>
        <p:spPr>
          <a:xfrm>
            <a:off x="2198350" y="3025358"/>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25" name="Google Shape;225;p25"/>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26" name="Google Shape;226;p25"/>
          <p:cNvSpPr txBox="1"/>
          <p:nvPr>
            <p:ph idx="3" type="title"/>
          </p:nvPr>
        </p:nvSpPr>
        <p:spPr>
          <a:xfrm>
            <a:off x="4776050" y="2668322"/>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27" name="Google Shape;227;p25"/>
          <p:cNvSpPr txBox="1"/>
          <p:nvPr>
            <p:ph idx="4" type="subTitle"/>
          </p:nvPr>
        </p:nvSpPr>
        <p:spPr>
          <a:xfrm>
            <a:off x="4776050" y="3025358"/>
            <a:ext cx="2169600" cy="885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228" name="Google Shape;228;p25"/>
          <p:cNvPicPr preferRelativeResize="0"/>
          <p:nvPr/>
        </p:nvPicPr>
        <p:blipFill rotWithShape="1">
          <a:blip r:embed="rId2">
            <a:alphaModFix/>
          </a:blip>
          <a:srcRect b="0" l="0" r="0" t="0"/>
          <a:stretch/>
        </p:blipFill>
        <p:spPr>
          <a:xfrm rot="3546976">
            <a:off x="-485442" y="-893769"/>
            <a:ext cx="1796434" cy="4090188"/>
          </a:xfrm>
          <a:prstGeom prst="rect">
            <a:avLst/>
          </a:prstGeom>
          <a:noFill/>
          <a:ln>
            <a:noFill/>
          </a:ln>
        </p:spPr>
      </p:pic>
      <p:pic>
        <p:nvPicPr>
          <p:cNvPr id="229" name="Google Shape;229;p25"/>
          <p:cNvPicPr preferRelativeResize="0"/>
          <p:nvPr/>
        </p:nvPicPr>
        <p:blipFill rotWithShape="1">
          <a:blip r:embed="rId3">
            <a:alphaModFix/>
          </a:blip>
          <a:srcRect b="0" l="0" r="0" t="0"/>
          <a:stretch/>
        </p:blipFill>
        <p:spPr>
          <a:xfrm rot="5400000">
            <a:off x="3365525" y="4494600"/>
            <a:ext cx="1393300" cy="1349250"/>
          </a:xfrm>
          <a:prstGeom prst="rect">
            <a:avLst/>
          </a:prstGeom>
          <a:noFill/>
          <a:ln>
            <a:noFill/>
          </a:ln>
        </p:spPr>
      </p:pic>
      <p:pic>
        <p:nvPicPr>
          <p:cNvPr id="230" name="Google Shape;230;p25"/>
          <p:cNvPicPr preferRelativeResize="0"/>
          <p:nvPr/>
        </p:nvPicPr>
        <p:blipFill>
          <a:blip r:embed="rId4">
            <a:alphaModFix/>
          </a:blip>
          <a:stretch>
            <a:fillRect/>
          </a:stretch>
        </p:blipFill>
        <p:spPr>
          <a:xfrm rot="-5400000">
            <a:off x="8218200" y="3327325"/>
            <a:ext cx="1659025" cy="1532125"/>
          </a:xfrm>
          <a:prstGeom prst="rect">
            <a:avLst/>
          </a:prstGeom>
          <a:noFill/>
          <a:ln>
            <a:noFill/>
          </a:ln>
        </p:spPr>
      </p:pic>
      <p:pic>
        <p:nvPicPr>
          <p:cNvPr id="231" name="Google Shape;231;p25"/>
          <p:cNvPicPr preferRelativeResize="0"/>
          <p:nvPr/>
        </p:nvPicPr>
        <p:blipFill rotWithShape="1">
          <a:blip r:embed="rId5">
            <a:alphaModFix/>
          </a:blip>
          <a:srcRect b="0" l="0" r="0" t="0"/>
          <a:stretch/>
        </p:blipFill>
        <p:spPr>
          <a:xfrm rot="-8611223">
            <a:off x="2644600" y="4491875"/>
            <a:ext cx="2835150" cy="2032750"/>
          </a:xfrm>
          <a:prstGeom prst="rect">
            <a:avLst/>
          </a:prstGeom>
          <a:noFill/>
          <a:ln>
            <a:noFill/>
          </a:ln>
        </p:spPr>
      </p:pic>
      <p:pic>
        <p:nvPicPr>
          <p:cNvPr id="232" name="Google Shape;232;p25"/>
          <p:cNvPicPr preferRelativeResize="0"/>
          <p:nvPr/>
        </p:nvPicPr>
        <p:blipFill rotWithShape="1">
          <a:blip r:embed="rId2">
            <a:alphaModFix/>
          </a:blip>
          <a:srcRect b="0" l="0" r="0" t="0"/>
          <a:stretch/>
        </p:blipFill>
        <p:spPr>
          <a:xfrm rot="-5400008">
            <a:off x="7571045" y="-1740127"/>
            <a:ext cx="2002458" cy="4559254"/>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233" name="Shape 233"/>
        <p:cNvGrpSpPr/>
        <p:nvPr/>
      </p:nvGrpSpPr>
      <p:grpSpPr>
        <a:xfrm>
          <a:off x="0" y="0"/>
          <a:ext cx="0" cy="0"/>
          <a:chOff x="0" y="0"/>
          <a:chExt cx="0" cy="0"/>
        </a:xfrm>
      </p:grpSpPr>
      <p:pic>
        <p:nvPicPr>
          <p:cNvPr id="234" name="Google Shape;234;p26"/>
          <p:cNvPicPr preferRelativeResize="0"/>
          <p:nvPr/>
        </p:nvPicPr>
        <p:blipFill rotWithShape="1">
          <a:blip r:embed="rId2">
            <a:alphaModFix/>
          </a:blip>
          <a:srcRect b="0" l="0" r="0" t="0"/>
          <a:stretch/>
        </p:blipFill>
        <p:spPr>
          <a:xfrm rot="10800000">
            <a:off x="-698700" y="376250"/>
            <a:ext cx="1812850" cy="1406350"/>
          </a:xfrm>
          <a:prstGeom prst="rect">
            <a:avLst/>
          </a:prstGeom>
          <a:noFill/>
          <a:ln>
            <a:noFill/>
          </a:ln>
        </p:spPr>
      </p:pic>
      <p:pic>
        <p:nvPicPr>
          <p:cNvPr id="235" name="Google Shape;235;p26"/>
          <p:cNvPicPr preferRelativeResize="0"/>
          <p:nvPr/>
        </p:nvPicPr>
        <p:blipFill rotWithShape="1">
          <a:blip r:embed="rId3">
            <a:alphaModFix/>
          </a:blip>
          <a:srcRect b="0" l="0" r="0" t="0"/>
          <a:stretch/>
        </p:blipFill>
        <p:spPr>
          <a:xfrm flipH="1" rot="10800000">
            <a:off x="8093575" y="70425"/>
            <a:ext cx="1209425" cy="1566900"/>
          </a:xfrm>
          <a:prstGeom prst="rect">
            <a:avLst/>
          </a:prstGeom>
          <a:noFill/>
          <a:ln>
            <a:noFill/>
          </a:ln>
        </p:spPr>
      </p:pic>
      <p:pic>
        <p:nvPicPr>
          <p:cNvPr id="236" name="Google Shape;236;p26"/>
          <p:cNvPicPr preferRelativeResize="0"/>
          <p:nvPr/>
        </p:nvPicPr>
        <p:blipFill rotWithShape="1">
          <a:blip r:embed="rId4">
            <a:alphaModFix/>
          </a:blip>
          <a:srcRect b="0" l="0" r="0" t="0"/>
          <a:stretch/>
        </p:blipFill>
        <p:spPr>
          <a:xfrm rot="6202858">
            <a:off x="3893650" y="3376778"/>
            <a:ext cx="1271700" cy="3084848"/>
          </a:xfrm>
          <a:prstGeom prst="rect">
            <a:avLst/>
          </a:prstGeom>
          <a:noFill/>
          <a:ln>
            <a:noFill/>
          </a:ln>
        </p:spPr>
      </p:pic>
      <p:pic>
        <p:nvPicPr>
          <p:cNvPr id="237" name="Google Shape;237;p26"/>
          <p:cNvPicPr preferRelativeResize="0"/>
          <p:nvPr/>
        </p:nvPicPr>
        <p:blipFill rotWithShape="1">
          <a:blip r:embed="rId5">
            <a:alphaModFix/>
          </a:blip>
          <a:srcRect b="0" l="0" r="0" t="0"/>
          <a:stretch/>
        </p:blipFill>
        <p:spPr>
          <a:xfrm rot="-4597155">
            <a:off x="5301490" y="3580353"/>
            <a:ext cx="2002458" cy="4559254"/>
          </a:xfrm>
          <a:prstGeom prst="rect">
            <a:avLst/>
          </a:prstGeom>
          <a:noFill/>
          <a:ln>
            <a:noFill/>
          </a:ln>
        </p:spPr>
      </p:pic>
      <p:sp>
        <p:nvSpPr>
          <p:cNvPr id="238" name="Google Shape;238;p2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12">
    <p:spTree>
      <p:nvGrpSpPr>
        <p:cNvPr id="239" name="Shape 239"/>
        <p:cNvGrpSpPr/>
        <p:nvPr/>
      </p:nvGrpSpPr>
      <p:grpSpPr>
        <a:xfrm>
          <a:off x="0" y="0"/>
          <a:ext cx="0" cy="0"/>
          <a:chOff x="0" y="0"/>
          <a:chExt cx="0" cy="0"/>
        </a:xfrm>
      </p:grpSpPr>
      <p:pic>
        <p:nvPicPr>
          <p:cNvPr id="240" name="Google Shape;240;p27"/>
          <p:cNvPicPr preferRelativeResize="0"/>
          <p:nvPr/>
        </p:nvPicPr>
        <p:blipFill rotWithShape="1">
          <a:blip r:embed="rId2">
            <a:alphaModFix/>
          </a:blip>
          <a:srcRect b="0" l="0" r="0" t="0"/>
          <a:stretch/>
        </p:blipFill>
        <p:spPr>
          <a:xfrm rot="4734819">
            <a:off x="6034912" y="1086136"/>
            <a:ext cx="1924050" cy="4667250"/>
          </a:xfrm>
          <a:prstGeom prst="rect">
            <a:avLst/>
          </a:prstGeom>
          <a:noFill/>
          <a:ln>
            <a:noFill/>
          </a:ln>
        </p:spPr>
      </p:pic>
      <p:pic>
        <p:nvPicPr>
          <p:cNvPr id="241" name="Google Shape;241;p27"/>
          <p:cNvPicPr preferRelativeResize="0"/>
          <p:nvPr/>
        </p:nvPicPr>
        <p:blipFill rotWithShape="1">
          <a:blip r:embed="rId3">
            <a:alphaModFix/>
          </a:blip>
          <a:srcRect b="0" l="0" r="0" t="0"/>
          <a:stretch/>
        </p:blipFill>
        <p:spPr>
          <a:xfrm rot="3760750">
            <a:off x="3687884" y="2197658"/>
            <a:ext cx="2002458" cy="4559255"/>
          </a:xfrm>
          <a:prstGeom prst="rect">
            <a:avLst/>
          </a:prstGeom>
          <a:noFill/>
          <a:ln>
            <a:noFill/>
          </a:ln>
        </p:spPr>
      </p:pic>
      <p:pic>
        <p:nvPicPr>
          <p:cNvPr id="242" name="Google Shape;242;p27"/>
          <p:cNvPicPr preferRelativeResize="0"/>
          <p:nvPr/>
        </p:nvPicPr>
        <p:blipFill>
          <a:blip r:embed="rId4">
            <a:alphaModFix/>
          </a:blip>
          <a:stretch>
            <a:fillRect/>
          </a:stretch>
        </p:blipFill>
        <p:spPr>
          <a:xfrm>
            <a:off x="7399112" y="4252310"/>
            <a:ext cx="1840875" cy="1700025"/>
          </a:xfrm>
          <a:prstGeom prst="rect">
            <a:avLst/>
          </a:prstGeom>
          <a:noFill/>
          <a:ln>
            <a:noFill/>
          </a:ln>
        </p:spPr>
      </p:pic>
      <p:pic>
        <p:nvPicPr>
          <p:cNvPr id="243" name="Google Shape;243;p27"/>
          <p:cNvPicPr preferRelativeResize="0"/>
          <p:nvPr/>
        </p:nvPicPr>
        <p:blipFill rotWithShape="1">
          <a:blip r:embed="rId5">
            <a:alphaModFix/>
          </a:blip>
          <a:srcRect b="0" l="0" r="0" t="0"/>
          <a:stretch/>
        </p:blipFill>
        <p:spPr>
          <a:xfrm flipH="1" rot="5400000">
            <a:off x="7092837" y="4248586"/>
            <a:ext cx="1572000" cy="2036650"/>
          </a:xfrm>
          <a:prstGeom prst="rect">
            <a:avLst/>
          </a:prstGeom>
          <a:noFill/>
          <a:ln>
            <a:noFill/>
          </a:ln>
        </p:spPr>
      </p:pic>
      <p:pic>
        <p:nvPicPr>
          <p:cNvPr id="244" name="Google Shape;244;p27"/>
          <p:cNvPicPr preferRelativeResize="0"/>
          <p:nvPr/>
        </p:nvPicPr>
        <p:blipFill rotWithShape="1">
          <a:blip r:embed="rId6">
            <a:alphaModFix/>
          </a:blip>
          <a:srcRect b="0" l="0" r="0" t="0"/>
          <a:stretch/>
        </p:blipFill>
        <p:spPr>
          <a:xfrm rot="-8688291">
            <a:off x="2466517" y="4229545"/>
            <a:ext cx="2504350" cy="1437030"/>
          </a:xfrm>
          <a:prstGeom prst="rect">
            <a:avLst/>
          </a:prstGeom>
          <a:noFill/>
          <a:ln>
            <a:noFill/>
          </a:ln>
        </p:spPr>
      </p:pic>
      <p:pic>
        <p:nvPicPr>
          <p:cNvPr id="245" name="Google Shape;245;p27"/>
          <p:cNvPicPr preferRelativeResize="0"/>
          <p:nvPr/>
        </p:nvPicPr>
        <p:blipFill rotWithShape="1">
          <a:blip r:embed="rId7">
            <a:alphaModFix/>
          </a:blip>
          <a:srcRect b="0" l="0" r="0" t="0"/>
          <a:stretch/>
        </p:blipFill>
        <p:spPr>
          <a:xfrm rot="9911836">
            <a:off x="4981222" y="5002136"/>
            <a:ext cx="1697478" cy="1643807"/>
          </a:xfrm>
          <a:prstGeom prst="rect">
            <a:avLst/>
          </a:prstGeom>
          <a:noFill/>
          <a:ln>
            <a:noFill/>
          </a:ln>
        </p:spPr>
      </p:pic>
      <p:pic>
        <p:nvPicPr>
          <p:cNvPr id="246" name="Google Shape;246;p27"/>
          <p:cNvPicPr preferRelativeResize="0"/>
          <p:nvPr/>
        </p:nvPicPr>
        <p:blipFill rotWithShape="1">
          <a:blip r:embed="rId3">
            <a:alphaModFix/>
          </a:blip>
          <a:srcRect b="0" l="0" r="0" t="0"/>
          <a:stretch/>
        </p:blipFill>
        <p:spPr>
          <a:xfrm rot="3760750">
            <a:off x="6283059" y="2987283"/>
            <a:ext cx="2002458" cy="4559255"/>
          </a:xfrm>
          <a:prstGeom prst="rect">
            <a:avLst/>
          </a:prstGeom>
          <a:noFill/>
          <a:ln>
            <a:noFill/>
          </a:ln>
        </p:spPr>
      </p:pic>
      <p:pic>
        <p:nvPicPr>
          <p:cNvPr id="247" name="Google Shape;247;p27"/>
          <p:cNvPicPr preferRelativeResize="0"/>
          <p:nvPr/>
        </p:nvPicPr>
        <p:blipFill rotWithShape="1">
          <a:blip r:embed="rId5">
            <a:alphaModFix/>
          </a:blip>
          <a:srcRect b="0" l="0" r="0" t="0"/>
          <a:stretch/>
        </p:blipFill>
        <p:spPr>
          <a:xfrm rot="5400000">
            <a:off x="3351762" y="2236811"/>
            <a:ext cx="1572000" cy="2036650"/>
          </a:xfrm>
          <a:prstGeom prst="rect">
            <a:avLst/>
          </a:prstGeom>
          <a:noFill/>
          <a:ln>
            <a:noFill/>
          </a:ln>
        </p:spPr>
      </p:pic>
      <p:pic>
        <p:nvPicPr>
          <p:cNvPr id="248" name="Google Shape;248;p27"/>
          <p:cNvPicPr preferRelativeResize="0"/>
          <p:nvPr/>
        </p:nvPicPr>
        <p:blipFill>
          <a:blip r:embed="rId8">
            <a:alphaModFix/>
          </a:blip>
          <a:stretch>
            <a:fillRect/>
          </a:stretch>
        </p:blipFill>
        <p:spPr>
          <a:xfrm rot="3900296">
            <a:off x="6369868" y="683844"/>
            <a:ext cx="2386824" cy="4381380"/>
          </a:xfrm>
          <a:prstGeom prst="rect">
            <a:avLst/>
          </a:prstGeom>
          <a:noFill/>
          <a:ln>
            <a:noFill/>
          </a:ln>
        </p:spPr>
      </p:pic>
      <p:sp>
        <p:nvSpPr>
          <p:cNvPr id="249" name="Google Shape;249;p27"/>
          <p:cNvSpPr txBox="1"/>
          <p:nvPr>
            <p:ph type="title"/>
          </p:nvPr>
        </p:nvSpPr>
        <p:spPr>
          <a:xfrm flipH="1">
            <a:off x="1117500" y="838200"/>
            <a:ext cx="6909000" cy="11586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pic>
        <p:nvPicPr>
          <p:cNvPr id="250" name="Google Shape;250;p27"/>
          <p:cNvPicPr preferRelativeResize="0"/>
          <p:nvPr/>
        </p:nvPicPr>
        <p:blipFill rotWithShape="1">
          <a:blip r:embed="rId2">
            <a:alphaModFix/>
          </a:blip>
          <a:srcRect b="0" l="0" r="0" t="0"/>
          <a:stretch/>
        </p:blipFill>
        <p:spPr>
          <a:xfrm rot="4734819">
            <a:off x="-861188" y="1086136"/>
            <a:ext cx="1924050" cy="4667250"/>
          </a:xfrm>
          <a:prstGeom prst="rect">
            <a:avLst/>
          </a:prstGeom>
          <a:noFill/>
          <a:ln>
            <a:noFill/>
          </a:ln>
        </p:spPr>
      </p:pic>
      <p:pic>
        <p:nvPicPr>
          <p:cNvPr id="251" name="Google Shape;251;p27"/>
          <p:cNvPicPr preferRelativeResize="0"/>
          <p:nvPr/>
        </p:nvPicPr>
        <p:blipFill>
          <a:blip r:embed="rId4">
            <a:alphaModFix/>
          </a:blip>
          <a:stretch>
            <a:fillRect/>
          </a:stretch>
        </p:blipFill>
        <p:spPr>
          <a:xfrm>
            <a:off x="503012" y="4252310"/>
            <a:ext cx="1840875" cy="1700025"/>
          </a:xfrm>
          <a:prstGeom prst="rect">
            <a:avLst/>
          </a:prstGeom>
          <a:noFill/>
          <a:ln>
            <a:noFill/>
          </a:ln>
        </p:spPr>
      </p:pic>
      <p:pic>
        <p:nvPicPr>
          <p:cNvPr id="252" name="Google Shape;252;p27"/>
          <p:cNvPicPr preferRelativeResize="0"/>
          <p:nvPr/>
        </p:nvPicPr>
        <p:blipFill rotWithShape="1">
          <a:blip r:embed="rId5">
            <a:alphaModFix/>
          </a:blip>
          <a:srcRect b="0" l="0" r="0" t="0"/>
          <a:stretch/>
        </p:blipFill>
        <p:spPr>
          <a:xfrm flipH="1" rot="5400000">
            <a:off x="196737" y="4248586"/>
            <a:ext cx="1572000" cy="2036650"/>
          </a:xfrm>
          <a:prstGeom prst="rect">
            <a:avLst/>
          </a:prstGeom>
          <a:noFill/>
          <a:ln>
            <a:noFill/>
          </a:ln>
        </p:spPr>
      </p:pic>
      <p:pic>
        <p:nvPicPr>
          <p:cNvPr id="253" name="Google Shape;253;p27"/>
          <p:cNvPicPr preferRelativeResize="0"/>
          <p:nvPr/>
        </p:nvPicPr>
        <p:blipFill rotWithShape="1">
          <a:blip r:embed="rId3">
            <a:alphaModFix/>
          </a:blip>
          <a:srcRect b="0" l="0" r="0" t="0"/>
          <a:stretch/>
        </p:blipFill>
        <p:spPr>
          <a:xfrm rot="3760750">
            <a:off x="-1204804" y="1537658"/>
            <a:ext cx="2002458" cy="4559255"/>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_2">
    <p:spTree>
      <p:nvGrpSpPr>
        <p:cNvPr id="254" name="Shape 254"/>
        <p:cNvGrpSpPr/>
        <p:nvPr/>
      </p:nvGrpSpPr>
      <p:grpSpPr>
        <a:xfrm>
          <a:off x="0" y="0"/>
          <a:ext cx="0" cy="0"/>
          <a:chOff x="0" y="0"/>
          <a:chExt cx="0" cy="0"/>
        </a:xfrm>
      </p:grpSpPr>
      <p:sp>
        <p:nvSpPr>
          <p:cNvPr id="255" name="Google Shape;255;p28"/>
          <p:cNvSpPr txBox="1"/>
          <p:nvPr>
            <p:ph type="title"/>
          </p:nvPr>
        </p:nvSpPr>
        <p:spPr>
          <a:xfrm>
            <a:off x="909400" y="3204375"/>
            <a:ext cx="216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56" name="Google Shape;256;p28"/>
          <p:cNvSpPr txBox="1"/>
          <p:nvPr>
            <p:ph idx="1" type="subTitle"/>
          </p:nvPr>
        </p:nvSpPr>
        <p:spPr>
          <a:xfrm>
            <a:off x="909400" y="3572884"/>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57" name="Google Shape;257;p28"/>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8" name="Google Shape;258;p28"/>
          <p:cNvSpPr txBox="1"/>
          <p:nvPr>
            <p:ph idx="3" type="title"/>
          </p:nvPr>
        </p:nvSpPr>
        <p:spPr>
          <a:xfrm>
            <a:off x="3487101" y="3204375"/>
            <a:ext cx="216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59" name="Google Shape;259;p28"/>
          <p:cNvSpPr txBox="1"/>
          <p:nvPr>
            <p:ph idx="4" type="subTitle"/>
          </p:nvPr>
        </p:nvSpPr>
        <p:spPr>
          <a:xfrm>
            <a:off x="3487100" y="3572884"/>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60" name="Google Shape;260;p28"/>
          <p:cNvSpPr txBox="1"/>
          <p:nvPr>
            <p:ph idx="5" type="title"/>
          </p:nvPr>
        </p:nvSpPr>
        <p:spPr>
          <a:xfrm>
            <a:off x="6064802" y="3204375"/>
            <a:ext cx="216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1" name="Google Shape;261;p28"/>
          <p:cNvSpPr txBox="1"/>
          <p:nvPr>
            <p:ph idx="6" type="subTitle"/>
          </p:nvPr>
        </p:nvSpPr>
        <p:spPr>
          <a:xfrm>
            <a:off x="6064800" y="3572884"/>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262" name="Google Shape;262;p28"/>
          <p:cNvPicPr preferRelativeResize="0"/>
          <p:nvPr/>
        </p:nvPicPr>
        <p:blipFill rotWithShape="1">
          <a:blip r:embed="rId2">
            <a:alphaModFix/>
          </a:blip>
          <a:srcRect b="0" l="0" r="0" t="0"/>
          <a:stretch/>
        </p:blipFill>
        <p:spPr>
          <a:xfrm rot="5400000">
            <a:off x="3365525" y="4494600"/>
            <a:ext cx="1393300" cy="1349250"/>
          </a:xfrm>
          <a:prstGeom prst="rect">
            <a:avLst/>
          </a:prstGeom>
          <a:noFill/>
          <a:ln>
            <a:noFill/>
          </a:ln>
        </p:spPr>
      </p:pic>
      <p:pic>
        <p:nvPicPr>
          <p:cNvPr id="263" name="Google Shape;263;p28"/>
          <p:cNvPicPr preferRelativeResize="0"/>
          <p:nvPr/>
        </p:nvPicPr>
        <p:blipFill>
          <a:blip r:embed="rId3">
            <a:alphaModFix/>
          </a:blip>
          <a:stretch>
            <a:fillRect/>
          </a:stretch>
        </p:blipFill>
        <p:spPr>
          <a:xfrm rot="-5400000">
            <a:off x="8218200" y="3327325"/>
            <a:ext cx="1659025" cy="1532125"/>
          </a:xfrm>
          <a:prstGeom prst="rect">
            <a:avLst/>
          </a:prstGeom>
          <a:noFill/>
          <a:ln>
            <a:noFill/>
          </a:ln>
        </p:spPr>
      </p:pic>
      <p:pic>
        <p:nvPicPr>
          <p:cNvPr id="264" name="Google Shape;264;p28"/>
          <p:cNvPicPr preferRelativeResize="0"/>
          <p:nvPr/>
        </p:nvPicPr>
        <p:blipFill rotWithShape="1">
          <a:blip r:embed="rId4">
            <a:alphaModFix/>
          </a:blip>
          <a:srcRect b="0" l="0" r="0" t="0"/>
          <a:stretch/>
        </p:blipFill>
        <p:spPr>
          <a:xfrm rot="-9355986">
            <a:off x="-232067" y="311450"/>
            <a:ext cx="1328784" cy="3223299"/>
          </a:xfrm>
          <a:prstGeom prst="rect">
            <a:avLst/>
          </a:prstGeom>
          <a:noFill/>
          <a:ln>
            <a:noFill/>
          </a:ln>
        </p:spPr>
      </p:pic>
      <p:pic>
        <p:nvPicPr>
          <p:cNvPr id="265" name="Google Shape;265;p28"/>
          <p:cNvPicPr preferRelativeResize="0"/>
          <p:nvPr/>
        </p:nvPicPr>
        <p:blipFill rotWithShape="1">
          <a:blip r:embed="rId5">
            <a:alphaModFix/>
          </a:blip>
          <a:srcRect b="0" l="0" r="0" t="0"/>
          <a:stretch/>
        </p:blipFill>
        <p:spPr>
          <a:xfrm rot="-8611223">
            <a:off x="2644600" y="4491875"/>
            <a:ext cx="2835150" cy="2032750"/>
          </a:xfrm>
          <a:prstGeom prst="rect">
            <a:avLst/>
          </a:prstGeom>
          <a:noFill/>
          <a:ln>
            <a:noFill/>
          </a:ln>
        </p:spPr>
      </p:pic>
      <p:pic>
        <p:nvPicPr>
          <p:cNvPr id="266" name="Google Shape;266;p28"/>
          <p:cNvPicPr preferRelativeResize="0"/>
          <p:nvPr/>
        </p:nvPicPr>
        <p:blipFill rotWithShape="1">
          <a:blip r:embed="rId6">
            <a:alphaModFix/>
          </a:blip>
          <a:srcRect b="0" l="0" r="0" t="0"/>
          <a:stretch/>
        </p:blipFill>
        <p:spPr>
          <a:xfrm rot="-5400008">
            <a:off x="7571045" y="-1740127"/>
            <a:ext cx="2002458" cy="4559254"/>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2_2_1">
    <p:spTree>
      <p:nvGrpSpPr>
        <p:cNvPr id="267" name="Shape 267"/>
        <p:cNvGrpSpPr/>
        <p:nvPr/>
      </p:nvGrpSpPr>
      <p:grpSpPr>
        <a:xfrm>
          <a:off x="0" y="0"/>
          <a:ext cx="0" cy="0"/>
          <a:chOff x="0" y="0"/>
          <a:chExt cx="0" cy="0"/>
        </a:xfrm>
      </p:grpSpPr>
      <p:sp>
        <p:nvSpPr>
          <p:cNvPr id="268" name="Google Shape;268;p29"/>
          <p:cNvSpPr txBox="1"/>
          <p:nvPr>
            <p:ph type="title"/>
          </p:nvPr>
        </p:nvSpPr>
        <p:spPr>
          <a:xfrm>
            <a:off x="1986650" y="1320550"/>
            <a:ext cx="27489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9" name="Google Shape;269;p29"/>
          <p:cNvSpPr txBox="1"/>
          <p:nvPr>
            <p:ph idx="1" type="subTitle"/>
          </p:nvPr>
        </p:nvSpPr>
        <p:spPr>
          <a:xfrm>
            <a:off x="1986650" y="1687090"/>
            <a:ext cx="2748900" cy="677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70" name="Google Shape;270;p29"/>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1" name="Google Shape;271;p29"/>
          <p:cNvSpPr txBox="1"/>
          <p:nvPr>
            <p:ph idx="3" type="title"/>
          </p:nvPr>
        </p:nvSpPr>
        <p:spPr>
          <a:xfrm>
            <a:off x="1986651" y="2410105"/>
            <a:ext cx="27489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2" name="Google Shape;272;p29"/>
          <p:cNvSpPr txBox="1"/>
          <p:nvPr>
            <p:ph idx="4" type="subTitle"/>
          </p:nvPr>
        </p:nvSpPr>
        <p:spPr>
          <a:xfrm>
            <a:off x="1986650" y="2767986"/>
            <a:ext cx="2748900" cy="677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73" name="Google Shape;273;p29"/>
          <p:cNvSpPr txBox="1"/>
          <p:nvPr>
            <p:ph idx="5" type="title"/>
          </p:nvPr>
        </p:nvSpPr>
        <p:spPr>
          <a:xfrm>
            <a:off x="1986652" y="3508295"/>
            <a:ext cx="27489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4" name="Google Shape;274;p29"/>
          <p:cNvSpPr txBox="1"/>
          <p:nvPr>
            <p:ph idx="6" type="subTitle"/>
          </p:nvPr>
        </p:nvSpPr>
        <p:spPr>
          <a:xfrm>
            <a:off x="1986650" y="3870514"/>
            <a:ext cx="2748900" cy="677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275" name="Google Shape;275;p29"/>
          <p:cNvPicPr preferRelativeResize="0"/>
          <p:nvPr/>
        </p:nvPicPr>
        <p:blipFill rotWithShape="1">
          <a:blip r:embed="rId2">
            <a:alphaModFix/>
          </a:blip>
          <a:srcRect b="0" l="0" r="0" t="0"/>
          <a:stretch/>
        </p:blipFill>
        <p:spPr>
          <a:xfrm rot="-3282886">
            <a:off x="8609178" y="2736320"/>
            <a:ext cx="1774245" cy="4039661"/>
          </a:xfrm>
          <a:prstGeom prst="rect">
            <a:avLst/>
          </a:prstGeom>
          <a:noFill/>
          <a:ln>
            <a:noFill/>
          </a:ln>
        </p:spPr>
      </p:pic>
      <p:pic>
        <p:nvPicPr>
          <p:cNvPr id="276" name="Google Shape;276;p29"/>
          <p:cNvPicPr preferRelativeResize="0"/>
          <p:nvPr/>
        </p:nvPicPr>
        <p:blipFill rotWithShape="1">
          <a:blip r:embed="rId3">
            <a:alphaModFix/>
          </a:blip>
          <a:srcRect b="0" l="0" r="0" t="0"/>
          <a:stretch/>
        </p:blipFill>
        <p:spPr>
          <a:xfrm rot="10800000">
            <a:off x="7797200" y="294118"/>
            <a:ext cx="2504350" cy="1437030"/>
          </a:xfrm>
          <a:prstGeom prst="rect">
            <a:avLst/>
          </a:prstGeom>
          <a:noFill/>
          <a:ln>
            <a:noFill/>
          </a:ln>
        </p:spPr>
      </p:pic>
      <p:pic>
        <p:nvPicPr>
          <p:cNvPr id="277" name="Google Shape;277;p29"/>
          <p:cNvPicPr preferRelativeResize="0"/>
          <p:nvPr/>
        </p:nvPicPr>
        <p:blipFill rotWithShape="1">
          <a:blip r:embed="rId4">
            <a:alphaModFix/>
          </a:blip>
          <a:srcRect b="0" l="0" r="0" t="0"/>
          <a:stretch/>
        </p:blipFill>
        <p:spPr>
          <a:xfrm rot="-4500000">
            <a:off x="-1570436" y="1705650"/>
            <a:ext cx="3031284" cy="2173351"/>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14">
    <p:spTree>
      <p:nvGrpSpPr>
        <p:cNvPr id="278" name="Shape 278"/>
        <p:cNvGrpSpPr/>
        <p:nvPr/>
      </p:nvGrpSpPr>
      <p:grpSpPr>
        <a:xfrm>
          <a:off x="0" y="0"/>
          <a:ext cx="0" cy="0"/>
          <a:chOff x="0" y="0"/>
          <a:chExt cx="0" cy="0"/>
        </a:xfrm>
      </p:grpSpPr>
      <p:sp>
        <p:nvSpPr>
          <p:cNvPr id="279" name="Google Shape;279;p30"/>
          <p:cNvSpPr txBox="1"/>
          <p:nvPr>
            <p:ph type="title"/>
          </p:nvPr>
        </p:nvSpPr>
        <p:spPr>
          <a:xfrm>
            <a:off x="757075" y="1306896"/>
            <a:ext cx="2169600" cy="488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280" name="Google Shape;280;p30"/>
          <p:cNvSpPr txBox="1"/>
          <p:nvPr>
            <p:ph idx="1" type="subTitle"/>
          </p:nvPr>
        </p:nvSpPr>
        <p:spPr>
          <a:xfrm>
            <a:off x="757075" y="1706026"/>
            <a:ext cx="2169600" cy="8688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81" name="Google Shape;281;p30"/>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82" name="Google Shape;282;p30"/>
          <p:cNvSpPr txBox="1"/>
          <p:nvPr>
            <p:ph idx="3" type="title"/>
          </p:nvPr>
        </p:nvSpPr>
        <p:spPr>
          <a:xfrm>
            <a:off x="757075" y="3304764"/>
            <a:ext cx="2169600" cy="488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283" name="Google Shape;283;p30"/>
          <p:cNvSpPr txBox="1"/>
          <p:nvPr>
            <p:ph idx="4" type="subTitle"/>
          </p:nvPr>
        </p:nvSpPr>
        <p:spPr>
          <a:xfrm>
            <a:off x="757075" y="3703903"/>
            <a:ext cx="2169600" cy="845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84" name="Google Shape;284;p30"/>
          <p:cNvSpPr txBox="1"/>
          <p:nvPr>
            <p:ph idx="5" type="title"/>
          </p:nvPr>
        </p:nvSpPr>
        <p:spPr>
          <a:xfrm>
            <a:off x="6217275" y="1306896"/>
            <a:ext cx="2169600" cy="488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2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85" name="Google Shape;285;p30"/>
          <p:cNvSpPr txBox="1"/>
          <p:nvPr>
            <p:ph idx="6" type="subTitle"/>
          </p:nvPr>
        </p:nvSpPr>
        <p:spPr>
          <a:xfrm>
            <a:off x="6217275" y="1706026"/>
            <a:ext cx="2169600" cy="868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
        <p:nvSpPr>
          <p:cNvPr id="286" name="Google Shape;286;p30"/>
          <p:cNvSpPr txBox="1"/>
          <p:nvPr>
            <p:ph idx="7" type="title"/>
          </p:nvPr>
        </p:nvSpPr>
        <p:spPr>
          <a:xfrm>
            <a:off x="6217275" y="3304764"/>
            <a:ext cx="2169600" cy="488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2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87" name="Google Shape;287;p30"/>
          <p:cNvSpPr txBox="1"/>
          <p:nvPr>
            <p:ph idx="8" type="subTitle"/>
          </p:nvPr>
        </p:nvSpPr>
        <p:spPr>
          <a:xfrm>
            <a:off x="6217275" y="3703903"/>
            <a:ext cx="2169600" cy="845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pic>
        <p:nvPicPr>
          <p:cNvPr id="288" name="Google Shape;288;p30"/>
          <p:cNvPicPr preferRelativeResize="0"/>
          <p:nvPr/>
        </p:nvPicPr>
        <p:blipFill rotWithShape="1">
          <a:blip r:embed="rId2">
            <a:alphaModFix/>
          </a:blip>
          <a:srcRect b="0" l="0" r="0" t="0"/>
          <a:stretch/>
        </p:blipFill>
        <p:spPr>
          <a:xfrm flipH="1" rot="5400000">
            <a:off x="-327025" y="-99117"/>
            <a:ext cx="1179500" cy="1528135"/>
          </a:xfrm>
          <a:prstGeom prst="rect">
            <a:avLst/>
          </a:prstGeom>
          <a:noFill/>
          <a:ln>
            <a:noFill/>
          </a:ln>
        </p:spPr>
      </p:pic>
      <p:pic>
        <p:nvPicPr>
          <p:cNvPr id="289" name="Google Shape;289;p30"/>
          <p:cNvPicPr preferRelativeResize="0"/>
          <p:nvPr/>
        </p:nvPicPr>
        <p:blipFill rotWithShape="1">
          <a:blip r:embed="rId3">
            <a:alphaModFix/>
          </a:blip>
          <a:srcRect b="0" l="0" r="0" t="0"/>
          <a:stretch/>
        </p:blipFill>
        <p:spPr>
          <a:xfrm rot="-3">
            <a:off x="8148458" y="2558906"/>
            <a:ext cx="1796434" cy="4090188"/>
          </a:xfrm>
          <a:prstGeom prst="rect">
            <a:avLst/>
          </a:prstGeom>
          <a:noFill/>
          <a:ln>
            <a:noFill/>
          </a:ln>
        </p:spPr>
      </p:pic>
      <p:pic>
        <p:nvPicPr>
          <p:cNvPr id="290" name="Google Shape;290;p30"/>
          <p:cNvPicPr preferRelativeResize="0"/>
          <p:nvPr/>
        </p:nvPicPr>
        <p:blipFill rotWithShape="1">
          <a:blip r:embed="rId4">
            <a:alphaModFix/>
          </a:blip>
          <a:srcRect b="0" l="0" r="0" t="0"/>
          <a:stretch/>
        </p:blipFill>
        <p:spPr>
          <a:xfrm flipH="1" rot="-6873762">
            <a:off x="-762358" y="4141272"/>
            <a:ext cx="2309973" cy="1325469"/>
          </a:xfrm>
          <a:prstGeom prst="rect">
            <a:avLst/>
          </a:prstGeom>
          <a:noFill/>
          <a:ln>
            <a:noFill/>
          </a:ln>
        </p:spPr>
      </p:pic>
      <p:pic>
        <p:nvPicPr>
          <p:cNvPr id="291" name="Google Shape;291;p30"/>
          <p:cNvPicPr preferRelativeResize="0"/>
          <p:nvPr/>
        </p:nvPicPr>
        <p:blipFill rotWithShape="1">
          <a:blip r:embed="rId4">
            <a:alphaModFix/>
          </a:blip>
          <a:srcRect b="0" l="0" r="0" t="0"/>
          <a:stretch/>
        </p:blipFill>
        <p:spPr>
          <a:xfrm flipH="1" rot="-6873762">
            <a:off x="7891692" y="-338928"/>
            <a:ext cx="2309973" cy="1325469"/>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2_1">
    <p:spTree>
      <p:nvGrpSpPr>
        <p:cNvPr id="292" name="Shape 292"/>
        <p:cNvGrpSpPr/>
        <p:nvPr/>
      </p:nvGrpSpPr>
      <p:grpSpPr>
        <a:xfrm>
          <a:off x="0" y="0"/>
          <a:ext cx="0" cy="0"/>
          <a:chOff x="0" y="0"/>
          <a:chExt cx="0" cy="0"/>
        </a:xfrm>
      </p:grpSpPr>
      <p:sp>
        <p:nvSpPr>
          <p:cNvPr id="293" name="Google Shape;293;p31"/>
          <p:cNvSpPr txBox="1"/>
          <p:nvPr>
            <p:ph type="title"/>
          </p:nvPr>
        </p:nvSpPr>
        <p:spPr>
          <a:xfrm>
            <a:off x="1624450" y="1629147"/>
            <a:ext cx="2694000" cy="421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94" name="Google Shape;294;p31"/>
          <p:cNvSpPr txBox="1"/>
          <p:nvPr>
            <p:ph idx="1" type="subTitle"/>
          </p:nvPr>
        </p:nvSpPr>
        <p:spPr>
          <a:xfrm>
            <a:off x="1624450" y="1990162"/>
            <a:ext cx="26940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95" name="Google Shape;295;p31"/>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96" name="Google Shape;296;p31"/>
          <p:cNvSpPr txBox="1"/>
          <p:nvPr>
            <p:ph idx="3" type="title"/>
          </p:nvPr>
        </p:nvSpPr>
        <p:spPr>
          <a:xfrm>
            <a:off x="4825396" y="1629147"/>
            <a:ext cx="2694000" cy="421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97" name="Google Shape;297;p31"/>
          <p:cNvSpPr txBox="1"/>
          <p:nvPr>
            <p:ph idx="4" type="subTitle"/>
          </p:nvPr>
        </p:nvSpPr>
        <p:spPr>
          <a:xfrm>
            <a:off x="4825389" y="1990162"/>
            <a:ext cx="2694000" cy="88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98" name="Google Shape;298;p31"/>
          <p:cNvSpPr txBox="1"/>
          <p:nvPr>
            <p:ph idx="5" type="title"/>
          </p:nvPr>
        </p:nvSpPr>
        <p:spPr>
          <a:xfrm>
            <a:off x="1624450" y="2998172"/>
            <a:ext cx="2694000" cy="421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99" name="Google Shape;299;p31"/>
          <p:cNvSpPr txBox="1"/>
          <p:nvPr>
            <p:ph idx="6" type="subTitle"/>
          </p:nvPr>
        </p:nvSpPr>
        <p:spPr>
          <a:xfrm>
            <a:off x="1624450" y="3364383"/>
            <a:ext cx="26940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00" name="Google Shape;300;p31"/>
          <p:cNvSpPr txBox="1"/>
          <p:nvPr>
            <p:ph idx="7" type="title"/>
          </p:nvPr>
        </p:nvSpPr>
        <p:spPr>
          <a:xfrm>
            <a:off x="4825396" y="2998172"/>
            <a:ext cx="2694000" cy="421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01" name="Google Shape;301;p31"/>
          <p:cNvSpPr txBox="1"/>
          <p:nvPr>
            <p:ph idx="8" type="subTitle"/>
          </p:nvPr>
        </p:nvSpPr>
        <p:spPr>
          <a:xfrm>
            <a:off x="4825389" y="3364383"/>
            <a:ext cx="2694000" cy="88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302" name="Google Shape;302;p31"/>
          <p:cNvPicPr preferRelativeResize="0"/>
          <p:nvPr/>
        </p:nvPicPr>
        <p:blipFill rotWithShape="1">
          <a:blip r:embed="rId2">
            <a:alphaModFix/>
          </a:blip>
          <a:srcRect b="0" l="0" r="0" t="0"/>
          <a:stretch/>
        </p:blipFill>
        <p:spPr>
          <a:xfrm rot="7138799">
            <a:off x="7705970" y="-1163991"/>
            <a:ext cx="1449612" cy="3300532"/>
          </a:xfrm>
          <a:prstGeom prst="rect">
            <a:avLst/>
          </a:prstGeom>
          <a:noFill/>
          <a:ln>
            <a:noFill/>
          </a:ln>
        </p:spPr>
      </p:pic>
      <p:pic>
        <p:nvPicPr>
          <p:cNvPr id="303" name="Google Shape;303;p31"/>
          <p:cNvPicPr preferRelativeResize="0"/>
          <p:nvPr/>
        </p:nvPicPr>
        <p:blipFill rotWithShape="1">
          <a:blip r:embed="rId3">
            <a:alphaModFix/>
          </a:blip>
          <a:srcRect b="0" l="0" r="0" t="0"/>
          <a:stretch/>
        </p:blipFill>
        <p:spPr>
          <a:xfrm rot="5400000">
            <a:off x="-616525" y="385275"/>
            <a:ext cx="1393300" cy="1349250"/>
          </a:xfrm>
          <a:prstGeom prst="rect">
            <a:avLst/>
          </a:prstGeom>
          <a:noFill/>
          <a:ln>
            <a:noFill/>
          </a:ln>
        </p:spPr>
      </p:pic>
      <p:pic>
        <p:nvPicPr>
          <p:cNvPr id="304" name="Google Shape;304;p31"/>
          <p:cNvPicPr preferRelativeResize="0"/>
          <p:nvPr/>
        </p:nvPicPr>
        <p:blipFill rotWithShape="1">
          <a:blip r:embed="rId4">
            <a:alphaModFix/>
          </a:blip>
          <a:srcRect b="0" l="0" r="0" t="0"/>
          <a:stretch/>
        </p:blipFill>
        <p:spPr>
          <a:xfrm rot="-5400000">
            <a:off x="5172175" y="3734100"/>
            <a:ext cx="1315650" cy="3191450"/>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305" name="Shape 305"/>
        <p:cNvGrpSpPr/>
        <p:nvPr/>
      </p:nvGrpSpPr>
      <p:grpSpPr>
        <a:xfrm>
          <a:off x="0" y="0"/>
          <a:ext cx="0" cy="0"/>
          <a:chOff x="0" y="0"/>
          <a:chExt cx="0" cy="0"/>
        </a:xfrm>
      </p:grpSpPr>
      <p:sp>
        <p:nvSpPr>
          <p:cNvPr id="306" name="Google Shape;306;p32"/>
          <p:cNvSpPr txBox="1"/>
          <p:nvPr>
            <p:ph type="title"/>
          </p:nvPr>
        </p:nvSpPr>
        <p:spPr>
          <a:xfrm>
            <a:off x="909500" y="1525322"/>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07" name="Google Shape;307;p32"/>
          <p:cNvSpPr txBox="1"/>
          <p:nvPr>
            <p:ph idx="1" type="subTitle"/>
          </p:nvPr>
        </p:nvSpPr>
        <p:spPr>
          <a:xfrm>
            <a:off x="909500" y="1899670"/>
            <a:ext cx="2169600" cy="697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08" name="Google Shape;308;p32"/>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09" name="Google Shape;309;p32"/>
          <p:cNvSpPr txBox="1"/>
          <p:nvPr>
            <p:ph idx="3" type="title"/>
          </p:nvPr>
        </p:nvSpPr>
        <p:spPr>
          <a:xfrm>
            <a:off x="3487200" y="1525325"/>
            <a:ext cx="2169600" cy="381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0" name="Google Shape;310;p32"/>
          <p:cNvSpPr txBox="1"/>
          <p:nvPr>
            <p:ph idx="4" type="subTitle"/>
          </p:nvPr>
        </p:nvSpPr>
        <p:spPr>
          <a:xfrm>
            <a:off x="3487200" y="1895925"/>
            <a:ext cx="2169600" cy="697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11" name="Google Shape;311;p32"/>
          <p:cNvSpPr txBox="1"/>
          <p:nvPr>
            <p:ph idx="5" type="title"/>
          </p:nvPr>
        </p:nvSpPr>
        <p:spPr>
          <a:xfrm>
            <a:off x="6064900" y="1525325"/>
            <a:ext cx="2169600" cy="381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2" name="Google Shape;312;p32"/>
          <p:cNvSpPr txBox="1"/>
          <p:nvPr>
            <p:ph idx="6" type="subTitle"/>
          </p:nvPr>
        </p:nvSpPr>
        <p:spPr>
          <a:xfrm>
            <a:off x="6064900" y="1895925"/>
            <a:ext cx="2169600" cy="697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13" name="Google Shape;313;p32"/>
          <p:cNvSpPr txBox="1"/>
          <p:nvPr>
            <p:ph idx="7" type="title"/>
          </p:nvPr>
        </p:nvSpPr>
        <p:spPr>
          <a:xfrm>
            <a:off x="2198450" y="3023347"/>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4" name="Google Shape;314;p32"/>
          <p:cNvSpPr txBox="1"/>
          <p:nvPr>
            <p:ph idx="8" type="subTitle"/>
          </p:nvPr>
        </p:nvSpPr>
        <p:spPr>
          <a:xfrm>
            <a:off x="2198450" y="3397695"/>
            <a:ext cx="2169600" cy="697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15" name="Google Shape;315;p32"/>
          <p:cNvSpPr txBox="1"/>
          <p:nvPr>
            <p:ph idx="9" type="title"/>
          </p:nvPr>
        </p:nvSpPr>
        <p:spPr>
          <a:xfrm>
            <a:off x="4776150" y="3023347"/>
            <a:ext cx="2169600" cy="449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6" name="Google Shape;316;p32"/>
          <p:cNvSpPr txBox="1"/>
          <p:nvPr>
            <p:ph idx="13" type="subTitle"/>
          </p:nvPr>
        </p:nvSpPr>
        <p:spPr>
          <a:xfrm>
            <a:off x="4776151" y="3397695"/>
            <a:ext cx="2169600" cy="697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317" name="Google Shape;317;p32"/>
          <p:cNvPicPr preferRelativeResize="0"/>
          <p:nvPr/>
        </p:nvPicPr>
        <p:blipFill rotWithShape="1">
          <a:blip r:embed="rId2">
            <a:alphaModFix/>
          </a:blip>
          <a:srcRect b="0" l="0" r="0" t="0"/>
          <a:stretch/>
        </p:blipFill>
        <p:spPr>
          <a:xfrm rot="6199968">
            <a:off x="-234025" y="3712198"/>
            <a:ext cx="1858776" cy="1800008"/>
          </a:xfrm>
          <a:prstGeom prst="rect">
            <a:avLst/>
          </a:prstGeom>
          <a:noFill/>
          <a:ln>
            <a:noFill/>
          </a:ln>
        </p:spPr>
      </p:pic>
      <p:pic>
        <p:nvPicPr>
          <p:cNvPr id="318" name="Google Shape;318;p32"/>
          <p:cNvPicPr preferRelativeResize="0"/>
          <p:nvPr/>
        </p:nvPicPr>
        <p:blipFill rotWithShape="1">
          <a:blip r:embed="rId3">
            <a:alphaModFix/>
          </a:blip>
          <a:srcRect b="0" l="0" r="0" t="0"/>
          <a:stretch/>
        </p:blipFill>
        <p:spPr>
          <a:xfrm rot="-7811237">
            <a:off x="-1300104" y="3696376"/>
            <a:ext cx="3782333" cy="2711845"/>
          </a:xfrm>
          <a:prstGeom prst="rect">
            <a:avLst/>
          </a:prstGeom>
          <a:noFill/>
          <a:ln>
            <a:noFill/>
          </a:ln>
        </p:spPr>
      </p:pic>
      <p:pic>
        <p:nvPicPr>
          <p:cNvPr id="319" name="Google Shape;319;p32"/>
          <p:cNvPicPr preferRelativeResize="0"/>
          <p:nvPr/>
        </p:nvPicPr>
        <p:blipFill rotWithShape="1">
          <a:blip r:embed="rId2">
            <a:alphaModFix/>
          </a:blip>
          <a:srcRect b="0" l="0" r="0" t="0"/>
          <a:stretch/>
        </p:blipFill>
        <p:spPr>
          <a:xfrm flipH="1" rot="-6199968">
            <a:off x="7533836" y="3712198"/>
            <a:ext cx="1858776" cy="1800008"/>
          </a:xfrm>
          <a:prstGeom prst="rect">
            <a:avLst/>
          </a:prstGeom>
          <a:noFill/>
          <a:ln>
            <a:noFill/>
          </a:ln>
        </p:spPr>
      </p:pic>
      <p:pic>
        <p:nvPicPr>
          <p:cNvPr id="320" name="Google Shape;320;p32"/>
          <p:cNvPicPr preferRelativeResize="0"/>
          <p:nvPr/>
        </p:nvPicPr>
        <p:blipFill rotWithShape="1">
          <a:blip r:embed="rId3">
            <a:alphaModFix/>
          </a:blip>
          <a:srcRect b="0" l="0" r="0" t="0"/>
          <a:stretch/>
        </p:blipFill>
        <p:spPr>
          <a:xfrm flipH="1" rot="7811237">
            <a:off x="6676359" y="3696376"/>
            <a:ext cx="3782333" cy="2711845"/>
          </a:xfrm>
          <a:prstGeom prst="rect">
            <a:avLst/>
          </a:prstGeom>
          <a:noFill/>
          <a:ln>
            <a:noFill/>
          </a:ln>
        </p:spPr>
      </p:pic>
      <p:pic>
        <p:nvPicPr>
          <p:cNvPr id="321" name="Google Shape;321;p32"/>
          <p:cNvPicPr preferRelativeResize="0"/>
          <p:nvPr/>
        </p:nvPicPr>
        <p:blipFill rotWithShape="1">
          <a:blip r:embed="rId4">
            <a:alphaModFix/>
          </a:blip>
          <a:srcRect b="0" l="0" r="0" t="0"/>
          <a:stretch/>
        </p:blipFill>
        <p:spPr>
          <a:xfrm flipH="1" rot="10800000">
            <a:off x="7789500" y="-310000"/>
            <a:ext cx="1572000" cy="2036650"/>
          </a:xfrm>
          <a:prstGeom prst="rect">
            <a:avLst/>
          </a:prstGeom>
          <a:noFill/>
          <a:ln>
            <a:noFill/>
          </a:ln>
        </p:spPr>
      </p:pic>
      <p:pic>
        <p:nvPicPr>
          <p:cNvPr id="322" name="Google Shape;322;p32"/>
          <p:cNvPicPr preferRelativeResize="0"/>
          <p:nvPr/>
        </p:nvPicPr>
        <p:blipFill rotWithShape="1">
          <a:blip r:embed="rId5">
            <a:alphaModFix/>
          </a:blip>
          <a:srcRect b="0" l="0" r="0" t="0"/>
          <a:stretch/>
        </p:blipFill>
        <p:spPr>
          <a:xfrm rot="-8859426">
            <a:off x="-497012" y="-346111"/>
            <a:ext cx="2569104" cy="1474162"/>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15">
    <p:spTree>
      <p:nvGrpSpPr>
        <p:cNvPr id="323" name="Shape 323"/>
        <p:cNvGrpSpPr/>
        <p:nvPr/>
      </p:nvGrpSpPr>
      <p:grpSpPr>
        <a:xfrm>
          <a:off x="0" y="0"/>
          <a:ext cx="0" cy="0"/>
          <a:chOff x="0" y="0"/>
          <a:chExt cx="0" cy="0"/>
        </a:xfrm>
      </p:grpSpPr>
      <p:sp>
        <p:nvSpPr>
          <p:cNvPr id="324" name="Google Shape;324;p33"/>
          <p:cNvSpPr txBox="1"/>
          <p:nvPr>
            <p:ph type="title"/>
          </p:nvPr>
        </p:nvSpPr>
        <p:spPr>
          <a:xfrm>
            <a:off x="4984225" y="768100"/>
            <a:ext cx="3446400" cy="1127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325" name="Google Shape;325;p33"/>
          <p:cNvPicPr preferRelativeResize="0"/>
          <p:nvPr/>
        </p:nvPicPr>
        <p:blipFill rotWithShape="1">
          <a:blip r:embed="rId2">
            <a:alphaModFix/>
          </a:blip>
          <a:srcRect b="0" l="0" r="0" t="0"/>
          <a:stretch/>
        </p:blipFill>
        <p:spPr>
          <a:xfrm flipH="1" rot="-10505536">
            <a:off x="6663982" y="1615757"/>
            <a:ext cx="2309973" cy="1325469"/>
          </a:xfrm>
          <a:prstGeom prst="rect">
            <a:avLst/>
          </a:prstGeom>
          <a:noFill/>
          <a:ln>
            <a:noFill/>
          </a:ln>
        </p:spPr>
      </p:pic>
      <p:pic>
        <p:nvPicPr>
          <p:cNvPr id="326" name="Google Shape;326;p33"/>
          <p:cNvPicPr preferRelativeResize="0"/>
          <p:nvPr/>
        </p:nvPicPr>
        <p:blipFill rotWithShape="1">
          <a:blip r:embed="rId3">
            <a:alphaModFix/>
          </a:blip>
          <a:srcRect b="0" l="0" r="0" t="0"/>
          <a:stretch/>
        </p:blipFill>
        <p:spPr>
          <a:xfrm flipH="1" rot="-2231359">
            <a:off x="4793010" y="2004157"/>
            <a:ext cx="1655192" cy="1602859"/>
          </a:xfrm>
          <a:prstGeom prst="rect">
            <a:avLst/>
          </a:prstGeom>
          <a:noFill/>
          <a:ln>
            <a:noFill/>
          </a:ln>
        </p:spPr>
      </p:pic>
      <p:pic>
        <p:nvPicPr>
          <p:cNvPr id="327" name="Google Shape;327;p33"/>
          <p:cNvPicPr preferRelativeResize="0"/>
          <p:nvPr/>
        </p:nvPicPr>
        <p:blipFill rotWithShape="1">
          <a:blip r:embed="rId4">
            <a:alphaModFix/>
          </a:blip>
          <a:srcRect b="0" l="0" r="0" t="0"/>
          <a:stretch/>
        </p:blipFill>
        <p:spPr>
          <a:xfrm flipH="1" rot="-3830222">
            <a:off x="5663599" y="1070997"/>
            <a:ext cx="1733750" cy="3947449"/>
          </a:xfrm>
          <a:prstGeom prst="rect">
            <a:avLst/>
          </a:prstGeom>
          <a:noFill/>
          <a:ln>
            <a:noFill/>
          </a:ln>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16">
    <p:spTree>
      <p:nvGrpSpPr>
        <p:cNvPr id="328" name="Shape 328"/>
        <p:cNvGrpSpPr/>
        <p:nvPr/>
      </p:nvGrpSpPr>
      <p:grpSpPr>
        <a:xfrm>
          <a:off x="0" y="0"/>
          <a:ext cx="0" cy="0"/>
          <a:chOff x="0" y="0"/>
          <a:chExt cx="0" cy="0"/>
        </a:xfrm>
      </p:grpSpPr>
      <p:sp>
        <p:nvSpPr>
          <p:cNvPr id="329" name="Google Shape;329;p34"/>
          <p:cNvSpPr txBox="1"/>
          <p:nvPr>
            <p:ph type="title"/>
          </p:nvPr>
        </p:nvSpPr>
        <p:spPr>
          <a:xfrm>
            <a:off x="909500" y="2823375"/>
            <a:ext cx="21696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0" name="Google Shape;330;p34"/>
          <p:cNvSpPr txBox="1"/>
          <p:nvPr>
            <p:ph idx="1" type="subTitle"/>
          </p:nvPr>
        </p:nvSpPr>
        <p:spPr>
          <a:xfrm>
            <a:off x="909500" y="3222500"/>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31" name="Google Shape;331;p34"/>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32" name="Google Shape;332;p34"/>
          <p:cNvSpPr txBox="1"/>
          <p:nvPr>
            <p:ph idx="3" type="title"/>
          </p:nvPr>
        </p:nvSpPr>
        <p:spPr>
          <a:xfrm>
            <a:off x="3487200" y="2823375"/>
            <a:ext cx="21696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3" name="Google Shape;333;p34"/>
          <p:cNvSpPr txBox="1"/>
          <p:nvPr>
            <p:ph idx="4" type="subTitle"/>
          </p:nvPr>
        </p:nvSpPr>
        <p:spPr>
          <a:xfrm>
            <a:off x="3487200" y="3222500"/>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34" name="Google Shape;334;p34"/>
          <p:cNvSpPr txBox="1"/>
          <p:nvPr>
            <p:ph idx="5" type="title"/>
          </p:nvPr>
        </p:nvSpPr>
        <p:spPr>
          <a:xfrm>
            <a:off x="6064900" y="2823375"/>
            <a:ext cx="21696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5" name="Google Shape;335;p34"/>
          <p:cNvSpPr txBox="1"/>
          <p:nvPr>
            <p:ph idx="6" type="subTitle"/>
          </p:nvPr>
        </p:nvSpPr>
        <p:spPr>
          <a:xfrm>
            <a:off x="6064900" y="3222500"/>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336" name="Google Shape;336;p34"/>
          <p:cNvPicPr preferRelativeResize="0"/>
          <p:nvPr/>
        </p:nvPicPr>
        <p:blipFill rotWithShape="1">
          <a:blip r:embed="rId2">
            <a:alphaModFix/>
          </a:blip>
          <a:srcRect b="0" l="0" r="0" t="0"/>
          <a:stretch/>
        </p:blipFill>
        <p:spPr>
          <a:xfrm rot="5400000">
            <a:off x="3365525" y="4494600"/>
            <a:ext cx="1393300" cy="1349250"/>
          </a:xfrm>
          <a:prstGeom prst="rect">
            <a:avLst/>
          </a:prstGeom>
          <a:noFill/>
          <a:ln>
            <a:noFill/>
          </a:ln>
        </p:spPr>
      </p:pic>
      <p:pic>
        <p:nvPicPr>
          <p:cNvPr id="337" name="Google Shape;337;p34"/>
          <p:cNvPicPr preferRelativeResize="0"/>
          <p:nvPr/>
        </p:nvPicPr>
        <p:blipFill>
          <a:blip r:embed="rId3">
            <a:alphaModFix/>
          </a:blip>
          <a:stretch>
            <a:fillRect/>
          </a:stretch>
        </p:blipFill>
        <p:spPr>
          <a:xfrm flipH="1" rot="5400000">
            <a:off x="-894996" y="3327325"/>
            <a:ext cx="1659025" cy="1532125"/>
          </a:xfrm>
          <a:prstGeom prst="rect">
            <a:avLst/>
          </a:prstGeom>
          <a:noFill/>
          <a:ln>
            <a:noFill/>
          </a:ln>
        </p:spPr>
      </p:pic>
      <p:pic>
        <p:nvPicPr>
          <p:cNvPr id="338" name="Google Shape;338;p34"/>
          <p:cNvPicPr preferRelativeResize="0"/>
          <p:nvPr/>
        </p:nvPicPr>
        <p:blipFill rotWithShape="1">
          <a:blip r:embed="rId4">
            <a:alphaModFix/>
          </a:blip>
          <a:srcRect b="0" l="0" r="0" t="0"/>
          <a:stretch/>
        </p:blipFill>
        <p:spPr>
          <a:xfrm flipH="1" rot="9355986">
            <a:off x="7885512" y="311450"/>
            <a:ext cx="1328784" cy="3223299"/>
          </a:xfrm>
          <a:prstGeom prst="rect">
            <a:avLst/>
          </a:prstGeom>
          <a:noFill/>
          <a:ln>
            <a:noFill/>
          </a:ln>
        </p:spPr>
      </p:pic>
      <p:pic>
        <p:nvPicPr>
          <p:cNvPr id="339" name="Google Shape;339;p34"/>
          <p:cNvPicPr preferRelativeResize="0"/>
          <p:nvPr/>
        </p:nvPicPr>
        <p:blipFill rotWithShape="1">
          <a:blip r:embed="rId5">
            <a:alphaModFix/>
          </a:blip>
          <a:srcRect b="0" l="0" r="0" t="0"/>
          <a:stretch/>
        </p:blipFill>
        <p:spPr>
          <a:xfrm rot="-5400008">
            <a:off x="-1988630" y="-2484802"/>
            <a:ext cx="2002458" cy="4559254"/>
          </a:xfrm>
          <a:prstGeom prst="rect">
            <a:avLst/>
          </a:prstGeom>
          <a:noFill/>
          <a:ln>
            <a:noFill/>
          </a:ln>
        </p:spPr>
      </p:pic>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8">
    <p:spTree>
      <p:nvGrpSpPr>
        <p:cNvPr id="340" name="Shape 340"/>
        <p:cNvGrpSpPr/>
        <p:nvPr/>
      </p:nvGrpSpPr>
      <p:grpSpPr>
        <a:xfrm>
          <a:off x="0" y="0"/>
          <a:ext cx="0" cy="0"/>
          <a:chOff x="0" y="0"/>
          <a:chExt cx="0" cy="0"/>
        </a:xfrm>
      </p:grpSpPr>
      <p:pic>
        <p:nvPicPr>
          <p:cNvPr id="341" name="Google Shape;341;p35"/>
          <p:cNvPicPr preferRelativeResize="0"/>
          <p:nvPr/>
        </p:nvPicPr>
        <p:blipFill rotWithShape="1">
          <a:blip r:embed="rId2">
            <a:alphaModFix/>
          </a:blip>
          <a:srcRect b="0" l="0" r="0" t="0"/>
          <a:stretch/>
        </p:blipFill>
        <p:spPr>
          <a:xfrm rot="3883291">
            <a:off x="6949222" y="2701194"/>
            <a:ext cx="2569104" cy="1474162"/>
          </a:xfrm>
          <a:prstGeom prst="rect">
            <a:avLst/>
          </a:prstGeom>
          <a:noFill/>
          <a:ln>
            <a:noFill/>
          </a:ln>
        </p:spPr>
      </p:pic>
      <p:pic>
        <p:nvPicPr>
          <p:cNvPr id="342" name="Google Shape;342;p35"/>
          <p:cNvPicPr preferRelativeResize="0"/>
          <p:nvPr/>
        </p:nvPicPr>
        <p:blipFill rotWithShape="1">
          <a:blip r:embed="rId3">
            <a:alphaModFix/>
          </a:blip>
          <a:srcRect b="0" l="0" r="0" t="0"/>
          <a:stretch/>
        </p:blipFill>
        <p:spPr>
          <a:xfrm>
            <a:off x="8070088" y="823967"/>
            <a:ext cx="1840875" cy="1782665"/>
          </a:xfrm>
          <a:prstGeom prst="rect">
            <a:avLst/>
          </a:prstGeom>
          <a:noFill/>
          <a:ln>
            <a:noFill/>
          </a:ln>
        </p:spPr>
      </p:pic>
      <p:pic>
        <p:nvPicPr>
          <p:cNvPr id="343" name="Google Shape;343;p35"/>
          <p:cNvPicPr preferRelativeResize="0"/>
          <p:nvPr/>
        </p:nvPicPr>
        <p:blipFill rotWithShape="1">
          <a:blip r:embed="rId4">
            <a:alphaModFix/>
          </a:blip>
          <a:srcRect b="0" l="0" r="0" t="0"/>
          <a:stretch/>
        </p:blipFill>
        <p:spPr>
          <a:xfrm rot="-1639246">
            <a:off x="8218900" y="3060775"/>
            <a:ext cx="1733751" cy="3947450"/>
          </a:xfrm>
          <a:prstGeom prst="rect">
            <a:avLst/>
          </a:prstGeom>
          <a:noFill/>
          <a:ln>
            <a:noFill/>
          </a:ln>
        </p:spPr>
      </p:pic>
      <p:pic>
        <p:nvPicPr>
          <p:cNvPr id="344" name="Google Shape;344;p35"/>
          <p:cNvPicPr preferRelativeResize="0"/>
          <p:nvPr/>
        </p:nvPicPr>
        <p:blipFill rotWithShape="1">
          <a:blip r:embed="rId3">
            <a:alphaModFix/>
          </a:blip>
          <a:srcRect b="0" l="0" r="0" t="0"/>
          <a:stretch/>
        </p:blipFill>
        <p:spPr>
          <a:xfrm rot="5400000">
            <a:off x="5587037" y="3103483"/>
            <a:ext cx="1947425" cy="1885850"/>
          </a:xfrm>
          <a:prstGeom prst="rect">
            <a:avLst/>
          </a:prstGeom>
          <a:noFill/>
          <a:ln>
            <a:noFill/>
          </a:ln>
        </p:spPr>
      </p:pic>
      <p:pic>
        <p:nvPicPr>
          <p:cNvPr id="345" name="Google Shape;345;p35"/>
          <p:cNvPicPr preferRelativeResize="0"/>
          <p:nvPr/>
        </p:nvPicPr>
        <p:blipFill rotWithShape="1">
          <a:blip r:embed="rId5">
            <a:alphaModFix/>
          </a:blip>
          <a:srcRect b="0" l="0" r="0" t="0"/>
          <a:stretch/>
        </p:blipFill>
        <p:spPr>
          <a:xfrm rot="10800000">
            <a:off x="5850653" y="-815900"/>
            <a:ext cx="2927674" cy="2271225"/>
          </a:xfrm>
          <a:prstGeom prst="rect">
            <a:avLst/>
          </a:prstGeom>
          <a:noFill/>
          <a:ln>
            <a:noFill/>
          </a:ln>
        </p:spPr>
      </p:pic>
      <p:pic>
        <p:nvPicPr>
          <p:cNvPr id="346" name="Google Shape;346;p35"/>
          <p:cNvPicPr preferRelativeResize="0"/>
          <p:nvPr/>
        </p:nvPicPr>
        <p:blipFill>
          <a:blip r:embed="rId6">
            <a:alphaModFix/>
          </a:blip>
          <a:stretch>
            <a:fillRect/>
          </a:stretch>
        </p:blipFill>
        <p:spPr>
          <a:xfrm rot="7597377">
            <a:off x="5367339" y="1429880"/>
            <a:ext cx="2386824" cy="4381382"/>
          </a:xfrm>
          <a:prstGeom prst="rect">
            <a:avLst/>
          </a:prstGeom>
          <a:noFill/>
          <a:ln>
            <a:noFill/>
          </a:ln>
        </p:spPr>
      </p:pic>
      <p:sp>
        <p:nvSpPr>
          <p:cNvPr id="347" name="Google Shape;347;p35"/>
          <p:cNvSpPr txBox="1"/>
          <p:nvPr>
            <p:ph hasCustomPrompt="1" type="title"/>
          </p:nvPr>
        </p:nvSpPr>
        <p:spPr>
          <a:xfrm>
            <a:off x="713225" y="1581200"/>
            <a:ext cx="4437000" cy="1406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2000"/>
              <a:buNone/>
              <a:defRPr sz="9600"/>
            </a:lvl1pPr>
            <a:lvl2pPr lvl="1" rtl="0" algn="l">
              <a:spcBef>
                <a:spcPts val="0"/>
              </a:spcBef>
              <a:spcAft>
                <a:spcPts val="0"/>
              </a:spcAft>
              <a:buSzPts val="12000"/>
              <a:buNone/>
              <a:defRPr sz="12000"/>
            </a:lvl2pPr>
            <a:lvl3pPr lvl="2" rtl="0" algn="l">
              <a:spcBef>
                <a:spcPts val="0"/>
              </a:spcBef>
              <a:spcAft>
                <a:spcPts val="0"/>
              </a:spcAft>
              <a:buSzPts val="12000"/>
              <a:buNone/>
              <a:defRPr sz="12000"/>
            </a:lvl3pPr>
            <a:lvl4pPr lvl="3" rtl="0" algn="l">
              <a:spcBef>
                <a:spcPts val="0"/>
              </a:spcBef>
              <a:spcAft>
                <a:spcPts val="0"/>
              </a:spcAft>
              <a:buSzPts val="12000"/>
              <a:buNone/>
              <a:defRPr sz="12000"/>
            </a:lvl4pPr>
            <a:lvl5pPr lvl="4" rtl="0" algn="l">
              <a:spcBef>
                <a:spcPts val="0"/>
              </a:spcBef>
              <a:spcAft>
                <a:spcPts val="0"/>
              </a:spcAft>
              <a:buSzPts val="12000"/>
              <a:buNone/>
              <a:defRPr sz="12000"/>
            </a:lvl5pPr>
            <a:lvl6pPr lvl="5" rtl="0" algn="l">
              <a:spcBef>
                <a:spcPts val="0"/>
              </a:spcBef>
              <a:spcAft>
                <a:spcPts val="0"/>
              </a:spcAft>
              <a:buSzPts val="12000"/>
              <a:buNone/>
              <a:defRPr sz="12000"/>
            </a:lvl6pPr>
            <a:lvl7pPr lvl="6" rtl="0" algn="l">
              <a:spcBef>
                <a:spcPts val="0"/>
              </a:spcBef>
              <a:spcAft>
                <a:spcPts val="0"/>
              </a:spcAft>
              <a:buSzPts val="12000"/>
              <a:buNone/>
              <a:defRPr sz="12000"/>
            </a:lvl7pPr>
            <a:lvl8pPr lvl="7" rtl="0" algn="l">
              <a:spcBef>
                <a:spcPts val="0"/>
              </a:spcBef>
              <a:spcAft>
                <a:spcPts val="0"/>
              </a:spcAft>
              <a:buSzPts val="12000"/>
              <a:buNone/>
              <a:defRPr sz="12000"/>
            </a:lvl8pPr>
            <a:lvl9pPr lvl="8" rtl="0" algn="l">
              <a:spcBef>
                <a:spcPts val="0"/>
              </a:spcBef>
              <a:spcAft>
                <a:spcPts val="0"/>
              </a:spcAft>
              <a:buSzPts val="12000"/>
              <a:buNone/>
              <a:defRPr sz="12000"/>
            </a:lvl9pPr>
          </a:lstStyle>
          <a:p>
            <a:r>
              <a:t>xx%</a:t>
            </a:r>
          </a:p>
        </p:txBody>
      </p:sp>
      <p:sp>
        <p:nvSpPr>
          <p:cNvPr id="348" name="Google Shape;348;p35"/>
          <p:cNvSpPr txBox="1"/>
          <p:nvPr>
            <p:ph idx="1" type="body"/>
          </p:nvPr>
        </p:nvSpPr>
        <p:spPr>
          <a:xfrm>
            <a:off x="713225" y="3072700"/>
            <a:ext cx="4437000" cy="4896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pic>
        <p:nvPicPr>
          <p:cNvPr id="349" name="Google Shape;349;p35"/>
          <p:cNvPicPr preferRelativeResize="0"/>
          <p:nvPr/>
        </p:nvPicPr>
        <p:blipFill rotWithShape="1">
          <a:blip r:embed="rId4">
            <a:alphaModFix/>
          </a:blip>
          <a:srcRect b="0" l="0" r="0" t="0"/>
          <a:stretch/>
        </p:blipFill>
        <p:spPr>
          <a:xfrm rot="-2894983">
            <a:off x="5600400" y="-717375"/>
            <a:ext cx="1733751" cy="3947450"/>
          </a:xfrm>
          <a:prstGeom prst="rect">
            <a:avLst/>
          </a:prstGeom>
          <a:noFill/>
          <a:ln>
            <a:noFill/>
          </a:ln>
        </p:spPr>
      </p:pic>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9">
    <p:spTree>
      <p:nvGrpSpPr>
        <p:cNvPr id="350" name="Shape 350"/>
        <p:cNvGrpSpPr/>
        <p:nvPr/>
      </p:nvGrpSpPr>
      <p:grpSpPr>
        <a:xfrm>
          <a:off x="0" y="0"/>
          <a:ext cx="0" cy="0"/>
          <a:chOff x="0" y="0"/>
          <a:chExt cx="0" cy="0"/>
        </a:xfrm>
      </p:grpSpPr>
      <p:sp>
        <p:nvSpPr>
          <p:cNvPr id="351" name="Google Shape;351;p36"/>
          <p:cNvSpPr txBox="1"/>
          <p:nvPr>
            <p:ph type="title"/>
          </p:nvPr>
        </p:nvSpPr>
        <p:spPr>
          <a:xfrm>
            <a:off x="2548800" y="2057313"/>
            <a:ext cx="4046400" cy="601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52" name="Google Shape;352;p36"/>
          <p:cNvSpPr txBox="1"/>
          <p:nvPr>
            <p:ph idx="1" type="body"/>
          </p:nvPr>
        </p:nvSpPr>
        <p:spPr>
          <a:xfrm>
            <a:off x="2548800" y="2718094"/>
            <a:ext cx="4046400" cy="1434900"/>
          </a:xfrm>
          <a:prstGeom prst="rect">
            <a:avLst/>
          </a:prstGeom>
        </p:spPr>
        <p:txBody>
          <a:bodyPr anchorCtr="0" anchor="t" bIns="91425" lIns="91425" spcFirstLastPara="1" rIns="91425" wrap="square" tIns="91425">
            <a:noAutofit/>
          </a:bodyPr>
          <a:lstStyle>
            <a:lvl1pPr indent="-304800" lvl="0" marL="457200" rtl="0" algn="ctr">
              <a:spcBef>
                <a:spcPts val="0"/>
              </a:spcBef>
              <a:spcAft>
                <a:spcPts val="0"/>
              </a:spcAft>
              <a:buSzPts val="1200"/>
              <a:buChar char="●"/>
              <a:defRPr/>
            </a:lvl1pPr>
            <a:lvl2pPr indent="-304800" lvl="1" marL="914400" rtl="0" algn="ctr">
              <a:spcBef>
                <a:spcPts val="0"/>
              </a:spcBef>
              <a:spcAft>
                <a:spcPts val="0"/>
              </a:spcAft>
              <a:buSzPts val="1200"/>
              <a:buChar char="○"/>
              <a:defRPr sz="1200"/>
            </a:lvl2pPr>
            <a:lvl3pPr indent="-304800" lvl="2" marL="1371600" rtl="0" algn="ctr">
              <a:spcBef>
                <a:spcPts val="0"/>
              </a:spcBef>
              <a:spcAft>
                <a:spcPts val="0"/>
              </a:spcAft>
              <a:buSzPts val="1200"/>
              <a:buChar char="■"/>
              <a:defRPr sz="1200"/>
            </a:lvl3pPr>
            <a:lvl4pPr indent="-304800" lvl="3" marL="1828800" rtl="0" algn="ctr">
              <a:spcBef>
                <a:spcPts val="0"/>
              </a:spcBef>
              <a:spcAft>
                <a:spcPts val="0"/>
              </a:spcAft>
              <a:buSzPts val="1200"/>
              <a:buChar char="●"/>
              <a:defRPr sz="1200"/>
            </a:lvl4pPr>
            <a:lvl5pPr indent="-304800" lvl="4" marL="2286000" rtl="0" algn="ctr">
              <a:spcBef>
                <a:spcPts val="0"/>
              </a:spcBef>
              <a:spcAft>
                <a:spcPts val="0"/>
              </a:spcAft>
              <a:buSzPts val="1200"/>
              <a:buChar char="○"/>
              <a:defRPr sz="1200"/>
            </a:lvl5pPr>
            <a:lvl6pPr indent="-304800" lvl="5" marL="2743200" rtl="0" algn="ctr">
              <a:spcBef>
                <a:spcPts val="0"/>
              </a:spcBef>
              <a:spcAft>
                <a:spcPts val="0"/>
              </a:spcAft>
              <a:buSzPts val="1200"/>
              <a:buChar char="■"/>
              <a:defRPr sz="1200"/>
            </a:lvl6pPr>
            <a:lvl7pPr indent="-304800" lvl="6" marL="3200400" rtl="0" algn="ctr">
              <a:spcBef>
                <a:spcPts val="0"/>
              </a:spcBef>
              <a:spcAft>
                <a:spcPts val="0"/>
              </a:spcAft>
              <a:buSzPts val="1200"/>
              <a:buChar char="●"/>
              <a:defRPr sz="1200"/>
            </a:lvl7pPr>
            <a:lvl8pPr indent="-304800" lvl="7" marL="3657600" rtl="0" algn="ctr">
              <a:spcBef>
                <a:spcPts val="0"/>
              </a:spcBef>
              <a:spcAft>
                <a:spcPts val="0"/>
              </a:spcAft>
              <a:buSzPts val="1200"/>
              <a:buChar char="○"/>
              <a:defRPr sz="1200"/>
            </a:lvl8pPr>
            <a:lvl9pPr indent="-304800" lvl="8" marL="4114800" rtl="0" algn="ctr">
              <a:spcBef>
                <a:spcPts val="0"/>
              </a:spcBef>
              <a:spcAft>
                <a:spcPts val="0"/>
              </a:spcAft>
              <a:buSzPts val="1200"/>
              <a:buChar char="■"/>
              <a:defRPr sz="1200"/>
            </a:lvl9pPr>
          </a:lstStyle>
          <a:p/>
        </p:txBody>
      </p:sp>
      <p:pic>
        <p:nvPicPr>
          <p:cNvPr id="353" name="Google Shape;353;p36"/>
          <p:cNvPicPr preferRelativeResize="0"/>
          <p:nvPr/>
        </p:nvPicPr>
        <p:blipFill rotWithShape="1">
          <a:blip r:embed="rId2">
            <a:alphaModFix/>
          </a:blip>
          <a:srcRect b="0" l="0" r="0" t="0"/>
          <a:stretch/>
        </p:blipFill>
        <p:spPr>
          <a:xfrm rot="5400000">
            <a:off x="7175112" y="3103483"/>
            <a:ext cx="1947425" cy="1885850"/>
          </a:xfrm>
          <a:prstGeom prst="rect">
            <a:avLst/>
          </a:prstGeom>
          <a:noFill/>
          <a:ln>
            <a:noFill/>
          </a:ln>
        </p:spPr>
      </p:pic>
      <p:pic>
        <p:nvPicPr>
          <p:cNvPr id="354" name="Google Shape;354;p36"/>
          <p:cNvPicPr preferRelativeResize="0"/>
          <p:nvPr/>
        </p:nvPicPr>
        <p:blipFill rotWithShape="1">
          <a:blip r:embed="rId3">
            <a:alphaModFix/>
          </a:blip>
          <a:srcRect b="0" l="0" r="0" t="0"/>
          <a:stretch/>
        </p:blipFill>
        <p:spPr>
          <a:xfrm rot="10800000">
            <a:off x="7438728" y="-815900"/>
            <a:ext cx="2927674" cy="2271225"/>
          </a:xfrm>
          <a:prstGeom prst="rect">
            <a:avLst/>
          </a:prstGeom>
          <a:noFill/>
          <a:ln>
            <a:noFill/>
          </a:ln>
        </p:spPr>
      </p:pic>
      <p:pic>
        <p:nvPicPr>
          <p:cNvPr id="355" name="Google Shape;355;p36"/>
          <p:cNvPicPr preferRelativeResize="0"/>
          <p:nvPr/>
        </p:nvPicPr>
        <p:blipFill>
          <a:blip r:embed="rId4">
            <a:alphaModFix/>
          </a:blip>
          <a:stretch>
            <a:fillRect/>
          </a:stretch>
        </p:blipFill>
        <p:spPr>
          <a:xfrm rot="7597377">
            <a:off x="6955414" y="1429880"/>
            <a:ext cx="2386824" cy="4381382"/>
          </a:xfrm>
          <a:prstGeom prst="rect">
            <a:avLst/>
          </a:prstGeom>
          <a:noFill/>
          <a:ln>
            <a:noFill/>
          </a:ln>
        </p:spPr>
      </p:pic>
      <p:pic>
        <p:nvPicPr>
          <p:cNvPr id="356" name="Google Shape;356;p36"/>
          <p:cNvPicPr preferRelativeResize="0"/>
          <p:nvPr/>
        </p:nvPicPr>
        <p:blipFill rotWithShape="1">
          <a:blip r:embed="rId5">
            <a:alphaModFix/>
          </a:blip>
          <a:srcRect b="0" l="0" r="0" t="0"/>
          <a:stretch/>
        </p:blipFill>
        <p:spPr>
          <a:xfrm rot="-2894983">
            <a:off x="7188475" y="-717375"/>
            <a:ext cx="1733751" cy="3947450"/>
          </a:xfrm>
          <a:prstGeom prst="rect">
            <a:avLst/>
          </a:prstGeom>
          <a:noFill/>
          <a:ln>
            <a:noFill/>
          </a:ln>
        </p:spPr>
      </p:pic>
      <p:pic>
        <p:nvPicPr>
          <p:cNvPr id="357" name="Google Shape;357;p36"/>
          <p:cNvPicPr preferRelativeResize="0"/>
          <p:nvPr/>
        </p:nvPicPr>
        <p:blipFill rotWithShape="1">
          <a:blip r:embed="rId6">
            <a:alphaModFix/>
          </a:blip>
          <a:srcRect b="0" l="0" r="0" t="0"/>
          <a:stretch/>
        </p:blipFill>
        <p:spPr>
          <a:xfrm rot="3883291">
            <a:off x="208672" y="2630594"/>
            <a:ext cx="2569104" cy="1474162"/>
          </a:xfrm>
          <a:prstGeom prst="rect">
            <a:avLst/>
          </a:prstGeom>
          <a:noFill/>
          <a:ln>
            <a:noFill/>
          </a:ln>
        </p:spPr>
      </p:pic>
      <p:pic>
        <p:nvPicPr>
          <p:cNvPr id="358" name="Google Shape;358;p36"/>
          <p:cNvPicPr preferRelativeResize="0"/>
          <p:nvPr/>
        </p:nvPicPr>
        <p:blipFill rotWithShape="1">
          <a:blip r:embed="rId2">
            <a:alphaModFix/>
          </a:blip>
          <a:srcRect b="0" l="0" r="0" t="0"/>
          <a:stretch/>
        </p:blipFill>
        <p:spPr>
          <a:xfrm rot="5400000">
            <a:off x="-1153513" y="3032883"/>
            <a:ext cx="1947425" cy="1885850"/>
          </a:xfrm>
          <a:prstGeom prst="rect">
            <a:avLst/>
          </a:prstGeom>
          <a:noFill/>
          <a:ln>
            <a:noFill/>
          </a:ln>
        </p:spPr>
      </p:pic>
      <p:pic>
        <p:nvPicPr>
          <p:cNvPr id="359" name="Google Shape;359;p36"/>
          <p:cNvPicPr preferRelativeResize="0"/>
          <p:nvPr/>
        </p:nvPicPr>
        <p:blipFill rotWithShape="1">
          <a:blip r:embed="rId3">
            <a:alphaModFix/>
          </a:blip>
          <a:srcRect b="0" l="0" r="0" t="0"/>
          <a:stretch/>
        </p:blipFill>
        <p:spPr>
          <a:xfrm rot="10800000">
            <a:off x="-889897" y="-886500"/>
            <a:ext cx="2927674" cy="2271225"/>
          </a:xfrm>
          <a:prstGeom prst="rect">
            <a:avLst/>
          </a:prstGeom>
          <a:noFill/>
          <a:ln>
            <a:noFill/>
          </a:ln>
        </p:spPr>
      </p:pic>
      <p:pic>
        <p:nvPicPr>
          <p:cNvPr id="360" name="Google Shape;360;p36"/>
          <p:cNvPicPr preferRelativeResize="0"/>
          <p:nvPr/>
        </p:nvPicPr>
        <p:blipFill>
          <a:blip r:embed="rId4">
            <a:alphaModFix/>
          </a:blip>
          <a:stretch>
            <a:fillRect/>
          </a:stretch>
        </p:blipFill>
        <p:spPr>
          <a:xfrm rot="7597377">
            <a:off x="-1373211" y="1359280"/>
            <a:ext cx="2386824" cy="4381382"/>
          </a:xfrm>
          <a:prstGeom prst="rect">
            <a:avLst/>
          </a:prstGeom>
          <a:noFill/>
          <a:ln>
            <a:noFill/>
          </a:ln>
        </p:spPr>
      </p:pic>
      <p:pic>
        <p:nvPicPr>
          <p:cNvPr id="361" name="Google Shape;361;p36"/>
          <p:cNvPicPr preferRelativeResize="0"/>
          <p:nvPr/>
        </p:nvPicPr>
        <p:blipFill rotWithShape="1">
          <a:blip r:embed="rId5">
            <a:alphaModFix/>
          </a:blip>
          <a:srcRect b="0" l="0" r="0" t="0"/>
          <a:stretch/>
        </p:blipFill>
        <p:spPr>
          <a:xfrm rot="-2894983">
            <a:off x="-1140150" y="-787975"/>
            <a:ext cx="1733751" cy="3947450"/>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_1_1">
    <p:spTree>
      <p:nvGrpSpPr>
        <p:cNvPr id="362" name="Shape 362"/>
        <p:cNvGrpSpPr/>
        <p:nvPr/>
      </p:nvGrpSpPr>
      <p:grpSpPr>
        <a:xfrm>
          <a:off x="0" y="0"/>
          <a:ext cx="0" cy="0"/>
          <a:chOff x="0" y="0"/>
          <a:chExt cx="0" cy="0"/>
        </a:xfrm>
      </p:grpSpPr>
      <p:sp>
        <p:nvSpPr>
          <p:cNvPr id="363" name="Google Shape;363;p37"/>
          <p:cNvSpPr txBox="1"/>
          <p:nvPr>
            <p:ph type="title"/>
          </p:nvPr>
        </p:nvSpPr>
        <p:spPr>
          <a:xfrm>
            <a:off x="796825" y="1794475"/>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4" name="Google Shape;364;p37"/>
          <p:cNvSpPr txBox="1"/>
          <p:nvPr>
            <p:ph idx="1" type="subTitle"/>
          </p:nvPr>
        </p:nvSpPr>
        <p:spPr>
          <a:xfrm>
            <a:off x="796825" y="2162984"/>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65" name="Google Shape;365;p37"/>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66" name="Google Shape;366;p37"/>
          <p:cNvSpPr txBox="1"/>
          <p:nvPr>
            <p:ph idx="3" type="title"/>
          </p:nvPr>
        </p:nvSpPr>
        <p:spPr>
          <a:xfrm>
            <a:off x="3374525" y="1794475"/>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7" name="Google Shape;367;p37"/>
          <p:cNvSpPr txBox="1"/>
          <p:nvPr>
            <p:ph idx="4" type="subTitle"/>
          </p:nvPr>
        </p:nvSpPr>
        <p:spPr>
          <a:xfrm>
            <a:off x="3374525" y="2162984"/>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68" name="Google Shape;368;p37"/>
          <p:cNvSpPr txBox="1"/>
          <p:nvPr>
            <p:ph idx="5" type="title"/>
          </p:nvPr>
        </p:nvSpPr>
        <p:spPr>
          <a:xfrm>
            <a:off x="796825" y="3472591"/>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9" name="Google Shape;369;p37"/>
          <p:cNvSpPr txBox="1"/>
          <p:nvPr>
            <p:ph idx="6" type="subTitle"/>
          </p:nvPr>
        </p:nvSpPr>
        <p:spPr>
          <a:xfrm>
            <a:off x="796825" y="3841100"/>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70" name="Google Shape;370;p37"/>
          <p:cNvSpPr txBox="1"/>
          <p:nvPr>
            <p:ph idx="7" type="title"/>
          </p:nvPr>
        </p:nvSpPr>
        <p:spPr>
          <a:xfrm>
            <a:off x="3374525" y="3472591"/>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1" name="Google Shape;371;p37"/>
          <p:cNvSpPr txBox="1"/>
          <p:nvPr>
            <p:ph idx="8" type="subTitle"/>
          </p:nvPr>
        </p:nvSpPr>
        <p:spPr>
          <a:xfrm>
            <a:off x="3374525" y="3841100"/>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72" name="Google Shape;372;p37"/>
          <p:cNvSpPr txBox="1"/>
          <p:nvPr>
            <p:ph idx="9" type="title"/>
          </p:nvPr>
        </p:nvSpPr>
        <p:spPr>
          <a:xfrm>
            <a:off x="5952150" y="1794475"/>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3" name="Google Shape;373;p37"/>
          <p:cNvSpPr txBox="1"/>
          <p:nvPr>
            <p:ph idx="13" type="subTitle"/>
          </p:nvPr>
        </p:nvSpPr>
        <p:spPr>
          <a:xfrm>
            <a:off x="5952150" y="2162984"/>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74" name="Google Shape;374;p37"/>
          <p:cNvSpPr txBox="1"/>
          <p:nvPr>
            <p:ph idx="14" type="title"/>
          </p:nvPr>
        </p:nvSpPr>
        <p:spPr>
          <a:xfrm>
            <a:off x="5952150" y="3472591"/>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5" name="Google Shape;375;p37"/>
          <p:cNvSpPr txBox="1"/>
          <p:nvPr>
            <p:ph idx="15" type="subTitle"/>
          </p:nvPr>
        </p:nvSpPr>
        <p:spPr>
          <a:xfrm>
            <a:off x="5952150" y="3841100"/>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376" name="Google Shape;376;p37"/>
          <p:cNvPicPr preferRelativeResize="0"/>
          <p:nvPr/>
        </p:nvPicPr>
        <p:blipFill rotWithShape="1">
          <a:blip r:embed="rId2">
            <a:alphaModFix/>
          </a:blip>
          <a:srcRect b="0" l="0" r="0" t="0"/>
          <a:stretch/>
        </p:blipFill>
        <p:spPr>
          <a:xfrm rot="-10059469">
            <a:off x="-250407" y="191408"/>
            <a:ext cx="1320763" cy="3203783"/>
          </a:xfrm>
          <a:prstGeom prst="rect">
            <a:avLst/>
          </a:prstGeom>
          <a:noFill/>
          <a:ln>
            <a:noFill/>
          </a:ln>
        </p:spPr>
      </p:pic>
      <p:pic>
        <p:nvPicPr>
          <p:cNvPr id="377" name="Google Shape;377;p37"/>
          <p:cNvPicPr preferRelativeResize="0"/>
          <p:nvPr/>
        </p:nvPicPr>
        <p:blipFill rotWithShape="1">
          <a:blip r:embed="rId3">
            <a:alphaModFix/>
          </a:blip>
          <a:srcRect b="0" l="0" r="0" t="0"/>
          <a:stretch/>
        </p:blipFill>
        <p:spPr>
          <a:xfrm flipH="1" rot="5400000">
            <a:off x="-327025" y="-99117"/>
            <a:ext cx="1179500" cy="1528135"/>
          </a:xfrm>
          <a:prstGeom prst="rect">
            <a:avLst/>
          </a:prstGeom>
          <a:noFill/>
          <a:ln>
            <a:noFill/>
          </a:ln>
        </p:spPr>
      </p:pic>
      <p:pic>
        <p:nvPicPr>
          <p:cNvPr id="378" name="Google Shape;378;p37"/>
          <p:cNvPicPr preferRelativeResize="0"/>
          <p:nvPr/>
        </p:nvPicPr>
        <p:blipFill rotWithShape="1">
          <a:blip r:embed="rId4">
            <a:alphaModFix/>
          </a:blip>
          <a:srcRect b="0" l="0" r="0" t="0"/>
          <a:stretch/>
        </p:blipFill>
        <p:spPr>
          <a:xfrm rot="-3">
            <a:off x="7978008" y="2558906"/>
            <a:ext cx="1796434" cy="4090188"/>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
    <p:spTree>
      <p:nvGrpSpPr>
        <p:cNvPr id="379" name="Shape 379"/>
        <p:cNvGrpSpPr/>
        <p:nvPr/>
      </p:nvGrpSpPr>
      <p:grpSpPr>
        <a:xfrm>
          <a:off x="0" y="0"/>
          <a:ext cx="0" cy="0"/>
          <a:chOff x="0" y="0"/>
          <a:chExt cx="0" cy="0"/>
        </a:xfrm>
      </p:grpSpPr>
      <p:sp>
        <p:nvSpPr>
          <p:cNvPr id="380" name="Google Shape;380;p38"/>
          <p:cNvSpPr txBox="1"/>
          <p:nvPr>
            <p:ph idx="1" type="subTitle"/>
          </p:nvPr>
        </p:nvSpPr>
        <p:spPr>
          <a:xfrm>
            <a:off x="2640050" y="2283675"/>
            <a:ext cx="3863700" cy="1388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81" name="Google Shape;381;p3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382" name="Google Shape;382;p38"/>
          <p:cNvPicPr preferRelativeResize="0"/>
          <p:nvPr/>
        </p:nvPicPr>
        <p:blipFill rotWithShape="1">
          <a:blip r:embed="rId2">
            <a:alphaModFix/>
          </a:blip>
          <a:srcRect b="0" l="0" r="0" t="0"/>
          <a:stretch/>
        </p:blipFill>
        <p:spPr>
          <a:xfrm flipH="1" rot="-3883295">
            <a:off x="183142" y="3147922"/>
            <a:ext cx="2309974" cy="1325469"/>
          </a:xfrm>
          <a:prstGeom prst="rect">
            <a:avLst/>
          </a:prstGeom>
          <a:noFill/>
          <a:ln>
            <a:noFill/>
          </a:ln>
        </p:spPr>
      </p:pic>
      <p:pic>
        <p:nvPicPr>
          <p:cNvPr id="383" name="Google Shape;383;p38"/>
          <p:cNvPicPr preferRelativeResize="0"/>
          <p:nvPr/>
        </p:nvPicPr>
        <p:blipFill rotWithShape="1">
          <a:blip r:embed="rId3">
            <a:alphaModFix/>
          </a:blip>
          <a:srcRect b="0" l="0" r="0" t="0"/>
          <a:stretch/>
        </p:blipFill>
        <p:spPr>
          <a:xfrm flipH="1">
            <a:off x="83624" y="1801283"/>
            <a:ext cx="1655192" cy="1602859"/>
          </a:xfrm>
          <a:prstGeom prst="rect">
            <a:avLst/>
          </a:prstGeom>
          <a:noFill/>
          <a:ln>
            <a:noFill/>
          </a:ln>
        </p:spPr>
      </p:pic>
      <p:pic>
        <p:nvPicPr>
          <p:cNvPr id="384" name="Google Shape;384;p38"/>
          <p:cNvPicPr preferRelativeResize="0"/>
          <p:nvPr/>
        </p:nvPicPr>
        <p:blipFill rotWithShape="1">
          <a:blip r:embed="rId4">
            <a:alphaModFix/>
          </a:blip>
          <a:srcRect b="0" l="0" r="0" t="0"/>
          <a:stretch/>
        </p:blipFill>
        <p:spPr>
          <a:xfrm flipH="1" rot="1639246">
            <a:off x="-112326" y="-148575"/>
            <a:ext cx="1733751" cy="3947450"/>
          </a:xfrm>
          <a:prstGeom prst="rect">
            <a:avLst/>
          </a:prstGeom>
          <a:noFill/>
          <a:ln>
            <a:noFill/>
          </a:ln>
        </p:spPr>
      </p:pic>
      <p:pic>
        <p:nvPicPr>
          <p:cNvPr id="385" name="Google Shape;385;p38"/>
          <p:cNvPicPr preferRelativeResize="0"/>
          <p:nvPr/>
        </p:nvPicPr>
        <p:blipFill>
          <a:blip r:embed="rId5">
            <a:alphaModFix/>
          </a:blip>
          <a:stretch>
            <a:fillRect/>
          </a:stretch>
        </p:blipFill>
        <p:spPr>
          <a:xfrm flipH="1" rot="6057767">
            <a:off x="7202025" y="1933876"/>
            <a:ext cx="1840875" cy="1700025"/>
          </a:xfrm>
          <a:prstGeom prst="rect">
            <a:avLst/>
          </a:prstGeom>
          <a:noFill/>
          <a:ln>
            <a:noFill/>
          </a:ln>
        </p:spPr>
      </p:pic>
      <p:pic>
        <p:nvPicPr>
          <p:cNvPr id="386" name="Google Shape;386;p38"/>
          <p:cNvPicPr preferRelativeResize="0"/>
          <p:nvPr/>
        </p:nvPicPr>
        <p:blipFill>
          <a:blip r:embed="rId6">
            <a:alphaModFix/>
          </a:blip>
          <a:stretch>
            <a:fillRect/>
          </a:stretch>
        </p:blipFill>
        <p:spPr>
          <a:xfrm>
            <a:off x="6602325" y="1217667"/>
            <a:ext cx="2386824" cy="4381382"/>
          </a:xfrm>
          <a:prstGeom prst="rect">
            <a:avLst/>
          </a:prstGeom>
          <a:noFill/>
          <a:ln>
            <a:noFill/>
          </a:ln>
        </p:spPr>
      </p:pic>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
    <p:spTree>
      <p:nvGrpSpPr>
        <p:cNvPr id="387" name="Shape 387"/>
        <p:cNvGrpSpPr/>
        <p:nvPr/>
      </p:nvGrpSpPr>
      <p:grpSpPr>
        <a:xfrm>
          <a:off x="0" y="0"/>
          <a:ext cx="0" cy="0"/>
          <a:chOff x="0" y="0"/>
          <a:chExt cx="0" cy="0"/>
        </a:xfrm>
      </p:grpSpPr>
      <p:sp>
        <p:nvSpPr>
          <p:cNvPr id="388" name="Google Shape;388;p39"/>
          <p:cNvSpPr txBox="1"/>
          <p:nvPr>
            <p:ph idx="1" type="subTitle"/>
          </p:nvPr>
        </p:nvSpPr>
        <p:spPr>
          <a:xfrm>
            <a:off x="1729425" y="1735225"/>
            <a:ext cx="5685000" cy="286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Char char="●"/>
              <a:defRPr/>
            </a:lvl1pPr>
            <a:lvl2pPr lvl="1" rtl="0">
              <a:spcBef>
                <a:spcPts val="0"/>
              </a:spcBef>
              <a:spcAft>
                <a:spcPts val="0"/>
              </a:spcAft>
              <a:buSzPts val="1600"/>
              <a:buChar char="○"/>
              <a:defRPr/>
            </a:lvl2pPr>
            <a:lvl3pPr lvl="2" rtl="0">
              <a:spcBef>
                <a:spcPts val="0"/>
              </a:spcBef>
              <a:spcAft>
                <a:spcPts val="0"/>
              </a:spcAft>
              <a:buSzPts val="1600"/>
              <a:buChar char="■"/>
              <a:defRPr/>
            </a:lvl3pPr>
            <a:lvl4pPr lvl="3" rtl="0">
              <a:spcBef>
                <a:spcPts val="0"/>
              </a:spcBef>
              <a:spcAft>
                <a:spcPts val="0"/>
              </a:spcAft>
              <a:buSzPts val="1600"/>
              <a:buChar char="●"/>
              <a:defRPr/>
            </a:lvl4pPr>
            <a:lvl5pPr lvl="4" rtl="0">
              <a:spcBef>
                <a:spcPts val="0"/>
              </a:spcBef>
              <a:spcAft>
                <a:spcPts val="0"/>
              </a:spcAft>
              <a:buSzPts val="1600"/>
              <a:buChar char="○"/>
              <a:defRPr/>
            </a:lvl5pPr>
            <a:lvl6pPr lvl="5" rtl="0">
              <a:spcBef>
                <a:spcPts val="0"/>
              </a:spcBef>
              <a:spcAft>
                <a:spcPts val="0"/>
              </a:spcAft>
              <a:buSzPts val="1600"/>
              <a:buChar char="■"/>
              <a:defRPr/>
            </a:lvl6pPr>
            <a:lvl7pPr lvl="6" rtl="0">
              <a:spcBef>
                <a:spcPts val="0"/>
              </a:spcBef>
              <a:spcAft>
                <a:spcPts val="0"/>
              </a:spcAft>
              <a:buSzPts val="1600"/>
              <a:buChar char="●"/>
              <a:defRPr/>
            </a:lvl7pPr>
            <a:lvl8pPr lvl="7" rtl="0">
              <a:spcBef>
                <a:spcPts val="0"/>
              </a:spcBef>
              <a:spcAft>
                <a:spcPts val="0"/>
              </a:spcAft>
              <a:buSzPts val="1600"/>
              <a:buChar char="○"/>
              <a:defRPr/>
            </a:lvl8pPr>
            <a:lvl9pPr lvl="8" rtl="0">
              <a:spcBef>
                <a:spcPts val="0"/>
              </a:spcBef>
              <a:spcAft>
                <a:spcPts val="0"/>
              </a:spcAft>
              <a:buSzPts val="1600"/>
              <a:buChar char="■"/>
              <a:defRPr/>
            </a:lvl9pPr>
          </a:lstStyle>
          <a:p/>
        </p:txBody>
      </p:sp>
      <p:sp>
        <p:nvSpPr>
          <p:cNvPr id="389" name="Google Shape;389;p3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390" name="Google Shape;390;p39"/>
          <p:cNvPicPr preferRelativeResize="0"/>
          <p:nvPr/>
        </p:nvPicPr>
        <p:blipFill rotWithShape="1">
          <a:blip r:embed="rId2">
            <a:alphaModFix/>
          </a:blip>
          <a:srcRect b="0" l="0" r="0" t="0"/>
          <a:stretch/>
        </p:blipFill>
        <p:spPr>
          <a:xfrm rot="9160750">
            <a:off x="7533060" y="-626757"/>
            <a:ext cx="2002458" cy="4559255"/>
          </a:xfrm>
          <a:prstGeom prst="rect">
            <a:avLst/>
          </a:prstGeom>
          <a:noFill/>
          <a:ln>
            <a:noFill/>
          </a:ln>
        </p:spPr>
      </p:pic>
      <p:pic>
        <p:nvPicPr>
          <p:cNvPr id="391" name="Google Shape;391;p39"/>
          <p:cNvPicPr preferRelativeResize="0"/>
          <p:nvPr/>
        </p:nvPicPr>
        <p:blipFill rotWithShape="1">
          <a:blip r:embed="rId3">
            <a:alphaModFix/>
          </a:blip>
          <a:srcRect b="0" l="0" r="0" t="0"/>
          <a:stretch/>
        </p:blipFill>
        <p:spPr>
          <a:xfrm rot="-8859426">
            <a:off x="-1146437" y="1931239"/>
            <a:ext cx="2569104" cy="1474162"/>
          </a:xfrm>
          <a:prstGeom prst="rect">
            <a:avLst/>
          </a:prstGeom>
          <a:noFill/>
          <a:ln>
            <a:noFill/>
          </a:ln>
        </p:spPr>
      </p:pic>
      <p:pic>
        <p:nvPicPr>
          <p:cNvPr id="392" name="Google Shape;392;p39"/>
          <p:cNvPicPr preferRelativeResize="0"/>
          <p:nvPr/>
        </p:nvPicPr>
        <p:blipFill rotWithShape="1">
          <a:blip r:embed="rId4">
            <a:alphaModFix/>
          </a:blip>
          <a:srcRect b="0" l="0" r="0" t="0"/>
          <a:stretch/>
        </p:blipFill>
        <p:spPr>
          <a:xfrm rot="-5400000">
            <a:off x="31139" y="1469895"/>
            <a:ext cx="1393300" cy="1349250"/>
          </a:xfrm>
          <a:prstGeom prst="rect">
            <a:avLst/>
          </a:prstGeom>
          <a:noFill/>
          <a:ln>
            <a:noFill/>
          </a:ln>
        </p:spPr>
      </p:pic>
      <p:pic>
        <p:nvPicPr>
          <p:cNvPr id="393" name="Google Shape;393;p39"/>
          <p:cNvPicPr preferRelativeResize="0"/>
          <p:nvPr/>
        </p:nvPicPr>
        <p:blipFill rotWithShape="1">
          <a:blip r:embed="rId5">
            <a:alphaModFix/>
          </a:blip>
          <a:srcRect b="0" l="0" r="0" t="0"/>
          <a:stretch/>
        </p:blipFill>
        <p:spPr>
          <a:xfrm rot="-5400000">
            <a:off x="-1511861" y="3483875"/>
            <a:ext cx="4008350" cy="2873900"/>
          </a:xfrm>
          <a:prstGeom prst="rect">
            <a:avLst/>
          </a:prstGeom>
          <a:noFill/>
          <a:ln>
            <a:noFill/>
          </a:ln>
        </p:spPr>
      </p:pic>
      <p:pic>
        <p:nvPicPr>
          <p:cNvPr id="394" name="Google Shape;394;p39"/>
          <p:cNvPicPr preferRelativeResize="0"/>
          <p:nvPr/>
        </p:nvPicPr>
        <p:blipFill rotWithShape="1">
          <a:blip r:embed="rId6">
            <a:alphaModFix/>
          </a:blip>
          <a:srcRect b="0" l="0" r="0" t="0"/>
          <a:stretch/>
        </p:blipFill>
        <p:spPr>
          <a:xfrm rot="10134819">
            <a:off x="8170864" y="1156945"/>
            <a:ext cx="1924050" cy="4667250"/>
          </a:xfrm>
          <a:prstGeom prst="rect">
            <a:avLst/>
          </a:prstGeom>
          <a:noFill/>
          <a:ln>
            <a:noFill/>
          </a:ln>
        </p:spPr>
      </p:pic>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4_1_1">
    <p:spTree>
      <p:nvGrpSpPr>
        <p:cNvPr id="395" name="Shape 395"/>
        <p:cNvGrpSpPr/>
        <p:nvPr/>
      </p:nvGrpSpPr>
      <p:grpSpPr>
        <a:xfrm>
          <a:off x="0" y="0"/>
          <a:ext cx="0" cy="0"/>
          <a:chOff x="0" y="0"/>
          <a:chExt cx="0" cy="0"/>
        </a:xfrm>
      </p:grpSpPr>
      <p:sp>
        <p:nvSpPr>
          <p:cNvPr id="396" name="Google Shape;396;p40"/>
          <p:cNvSpPr txBox="1"/>
          <p:nvPr>
            <p:ph idx="1" type="subTitle"/>
          </p:nvPr>
        </p:nvSpPr>
        <p:spPr>
          <a:xfrm>
            <a:off x="1275750" y="2296400"/>
            <a:ext cx="2906100" cy="1155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97" name="Google Shape;397;p4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398" name="Google Shape;398;p40"/>
          <p:cNvPicPr preferRelativeResize="0"/>
          <p:nvPr/>
        </p:nvPicPr>
        <p:blipFill rotWithShape="1">
          <a:blip r:embed="rId2">
            <a:alphaModFix/>
          </a:blip>
          <a:srcRect b="0" l="0" r="0" t="0"/>
          <a:stretch/>
        </p:blipFill>
        <p:spPr>
          <a:xfrm flipH="1" rot="665182">
            <a:off x="7579958" y="1446998"/>
            <a:ext cx="1492285" cy="3619903"/>
          </a:xfrm>
          <a:prstGeom prst="rect">
            <a:avLst/>
          </a:prstGeom>
          <a:noFill/>
          <a:ln>
            <a:noFill/>
          </a:ln>
        </p:spPr>
      </p:pic>
      <p:pic>
        <p:nvPicPr>
          <p:cNvPr id="399" name="Google Shape;399;p40"/>
          <p:cNvPicPr preferRelativeResize="0"/>
          <p:nvPr/>
        </p:nvPicPr>
        <p:blipFill rotWithShape="1">
          <a:blip r:embed="rId3">
            <a:alphaModFix/>
          </a:blip>
          <a:srcRect b="0" l="0" r="0" t="0"/>
          <a:stretch/>
        </p:blipFill>
        <p:spPr>
          <a:xfrm rot="358732">
            <a:off x="-796229" y="377347"/>
            <a:ext cx="2002458" cy="4559257"/>
          </a:xfrm>
          <a:prstGeom prst="rect">
            <a:avLst/>
          </a:prstGeom>
          <a:noFill/>
          <a:ln>
            <a:noFill/>
          </a:ln>
        </p:spPr>
      </p:pic>
      <p:pic>
        <p:nvPicPr>
          <p:cNvPr id="400" name="Google Shape;400;p40"/>
          <p:cNvPicPr preferRelativeResize="0"/>
          <p:nvPr/>
        </p:nvPicPr>
        <p:blipFill>
          <a:blip r:embed="rId4">
            <a:alphaModFix/>
          </a:blip>
          <a:stretch>
            <a:fillRect/>
          </a:stretch>
        </p:blipFill>
        <p:spPr>
          <a:xfrm>
            <a:off x="7491801" y="222617"/>
            <a:ext cx="2386824" cy="4381382"/>
          </a:xfrm>
          <a:prstGeom prst="rect">
            <a:avLst/>
          </a:prstGeom>
          <a:noFill/>
          <a:ln>
            <a:noFill/>
          </a:ln>
        </p:spPr>
      </p:pic>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5">
    <p:spTree>
      <p:nvGrpSpPr>
        <p:cNvPr id="401" name="Shape 401"/>
        <p:cNvGrpSpPr/>
        <p:nvPr/>
      </p:nvGrpSpPr>
      <p:grpSpPr>
        <a:xfrm>
          <a:off x="0" y="0"/>
          <a:ext cx="0" cy="0"/>
          <a:chOff x="0" y="0"/>
          <a:chExt cx="0" cy="0"/>
        </a:xfrm>
      </p:grpSpPr>
      <p:sp>
        <p:nvSpPr>
          <p:cNvPr id="402" name="Google Shape;402;p41"/>
          <p:cNvSpPr txBox="1"/>
          <p:nvPr>
            <p:ph hasCustomPrompt="1" type="title"/>
          </p:nvPr>
        </p:nvSpPr>
        <p:spPr>
          <a:xfrm>
            <a:off x="2519813" y="730000"/>
            <a:ext cx="44445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403" name="Google Shape;403;p41"/>
          <p:cNvSpPr txBox="1"/>
          <p:nvPr>
            <p:ph idx="1" type="subTitle"/>
          </p:nvPr>
        </p:nvSpPr>
        <p:spPr>
          <a:xfrm>
            <a:off x="2519813" y="1291600"/>
            <a:ext cx="4444500" cy="45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solidFill>
                  <a:srgbClr val="242424"/>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404" name="Google Shape;404;p41"/>
          <p:cNvSpPr txBox="1"/>
          <p:nvPr>
            <p:ph hasCustomPrompt="1" idx="2" type="title"/>
          </p:nvPr>
        </p:nvSpPr>
        <p:spPr>
          <a:xfrm>
            <a:off x="2519813" y="2062050"/>
            <a:ext cx="44445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405" name="Google Shape;405;p41"/>
          <p:cNvSpPr txBox="1"/>
          <p:nvPr>
            <p:ph idx="3" type="subTitle"/>
          </p:nvPr>
        </p:nvSpPr>
        <p:spPr>
          <a:xfrm>
            <a:off x="2519813" y="2623650"/>
            <a:ext cx="4444500" cy="45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solidFill>
                  <a:srgbClr val="242424"/>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406" name="Google Shape;406;p41"/>
          <p:cNvSpPr txBox="1"/>
          <p:nvPr>
            <p:ph hasCustomPrompt="1" idx="4" type="title"/>
          </p:nvPr>
        </p:nvSpPr>
        <p:spPr>
          <a:xfrm>
            <a:off x="2519813" y="3394100"/>
            <a:ext cx="44445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407" name="Google Shape;407;p41"/>
          <p:cNvSpPr txBox="1"/>
          <p:nvPr>
            <p:ph idx="5" type="subTitle"/>
          </p:nvPr>
        </p:nvSpPr>
        <p:spPr>
          <a:xfrm>
            <a:off x="2349863" y="3955700"/>
            <a:ext cx="4784400" cy="45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solidFill>
                  <a:srgbClr val="242424"/>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408" name="Google Shape;408;p41"/>
          <p:cNvPicPr preferRelativeResize="0"/>
          <p:nvPr/>
        </p:nvPicPr>
        <p:blipFill rotWithShape="1">
          <a:blip r:embed="rId2">
            <a:alphaModFix/>
          </a:blip>
          <a:srcRect b="0" l="0" r="0" t="0"/>
          <a:stretch/>
        </p:blipFill>
        <p:spPr>
          <a:xfrm flipH="1" rot="-2700007">
            <a:off x="25048" y="82573"/>
            <a:ext cx="1572004" cy="3813303"/>
          </a:xfrm>
          <a:prstGeom prst="rect">
            <a:avLst/>
          </a:prstGeom>
          <a:noFill/>
          <a:ln>
            <a:noFill/>
          </a:ln>
        </p:spPr>
      </p:pic>
      <p:pic>
        <p:nvPicPr>
          <p:cNvPr id="409" name="Google Shape;409;p41"/>
          <p:cNvPicPr preferRelativeResize="0"/>
          <p:nvPr/>
        </p:nvPicPr>
        <p:blipFill rotWithShape="1">
          <a:blip r:embed="rId3">
            <a:alphaModFix/>
          </a:blip>
          <a:srcRect b="0" l="0" r="0" t="0"/>
          <a:stretch/>
        </p:blipFill>
        <p:spPr>
          <a:xfrm rot="4778591">
            <a:off x="-1087250" y="975950"/>
            <a:ext cx="3084300" cy="2211400"/>
          </a:xfrm>
          <a:prstGeom prst="rect">
            <a:avLst/>
          </a:prstGeom>
          <a:noFill/>
          <a:ln>
            <a:noFill/>
          </a:ln>
        </p:spPr>
      </p:pic>
      <p:pic>
        <p:nvPicPr>
          <p:cNvPr id="410" name="Google Shape;410;p41"/>
          <p:cNvPicPr preferRelativeResize="0"/>
          <p:nvPr/>
        </p:nvPicPr>
        <p:blipFill rotWithShape="1">
          <a:blip r:embed="rId4">
            <a:alphaModFix/>
          </a:blip>
          <a:srcRect b="0" l="0" r="0" t="0"/>
          <a:stretch/>
        </p:blipFill>
        <p:spPr>
          <a:xfrm rot="10800000">
            <a:off x="6969861" y="3334438"/>
            <a:ext cx="2372929" cy="1840875"/>
          </a:xfrm>
          <a:prstGeom prst="rect">
            <a:avLst/>
          </a:prstGeom>
          <a:noFill/>
          <a:ln>
            <a:noFill/>
          </a:ln>
        </p:spPr>
      </p:pic>
      <p:pic>
        <p:nvPicPr>
          <p:cNvPr id="411" name="Google Shape;411;p41"/>
          <p:cNvPicPr preferRelativeResize="0"/>
          <p:nvPr/>
        </p:nvPicPr>
        <p:blipFill rotWithShape="1">
          <a:blip r:embed="rId5">
            <a:alphaModFix/>
          </a:blip>
          <a:srcRect b="0" l="0" r="0" t="0"/>
          <a:stretch/>
        </p:blipFill>
        <p:spPr>
          <a:xfrm rot="5400000">
            <a:off x="7302250" y="2628225"/>
            <a:ext cx="1393300" cy="1349250"/>
          </a:xfrm>
          <a:prstGeom prst="rect">
            <a:avLst/>
          </a:prstGeom>
          <a:noFill/>
          <a:ln>
            <a:noFill/>
          </a:ln>
        </p:spPr>
      </p:pic>
      <p:pic>
        <p:nvPicPr>
          <p:cNvPr id="412" name="Google Shape;412;p41"/>
          <p:cNvPicPr preferRelativeResize="0"/>
          <p:nvPr/>
        </p:nvPicPr>
        <p:blipFill rotWithShape="1">
          <a:blip r:embed="rId6">
            <a:alphaModFix/>
          </a:blip>
          <a:srcRect b="0" l="0" r="0" t="0"/>
          <a:stretch/>
        </p:blipFill>
        <p:spPr>
          <a:xfrm rot="-8">
            <a:off x="7340345" y="292123"/>
            <a:ext cx="2002458" cy="4559254"/>
          </a:xfrm>
          <a:prstGeom prst="rect">
            <a:avLst/>
          </a:prstGeom>
          <a:noFill/>
          <a:ln>
            <a:noFill/>
          </a:ln>
        </p:spPr>
      </p:pic>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2">
    <p:spTree>
      <p:nvGrpSpPr>
        <p:cNvPr id="413" name="Shape 413"/>
        <p:cNvGrpSpPr/>
        <p:nvPr/>
      </p:nvGrpSpPr>
      <p:grpSpPr>
        <a:xfrm>
          <a:off x="0" y="0"/>
          <a:ext cx="0" cy="0"/>
          <a:chOff x="0" y="0"/>
          <a:chExt cx="0" cy="0"/>
        </a:xfrm>
      </p:grpSpPr>
      <p:sp>
        <p:nvSpPr>
          <p:cNvPr id="414" name="Google Shape;414;p42"/>
          <p:cNvSpPr txBox="1"/>
          <p:nvPr>
            <p:ph type="title"/>
          </p:nvPr>
        </p:nvSpPr>
        <p:spPr>
          <a:xfrm>
            <a:off x="2085675" y="1468448"/>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415" name="Google Shape;415;p42"/>
          <p:cNvSpPr txBox="1"/>
          <p:nvPr>
            <p:ph idx="1" type="subTitle"/>
          </p:nvPr>
        </p:nvSpPr>
        <p:spPr>
          <a:xfrm>
            <a:off x="2085675" y="1836957"/>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416" name="Google Shape;416;p42"/>
          <p:cNvSpPr txBox="1"/>
          <p:nvPr>
            <p:ph idx="2" type="title"/>
          </p:nvPr>
        </p:nvSpPr>
        <p:spPr>
          <a:xfrm>
            <a:off x="4663375" y="1468448"/>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17" name="Google Shape;417;p42"/>
          <p:cNvSpPr txBox="1"/>
          <p:nvPr>
            <p:ph idx="3" type="subTitle"/>
          </p:nvPr>
        </p:nvSpPr>
        <p:spPr>
          <a:xfrm>
            <a:off x="4663375" y="1836957"/>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
        <p:nvSpPr>
          <p:cNvPr id="418" name="Google Shape;418;p42"/>
          <p:cNvSpPr txBox="1"/>
          <p:nvPr>
            <p:ph idx="4" type="title"/>
          </p:nvPr>
        </p:nvSpPr>
        <p:spPr>
          <a:xfrm>
            <a:off x="2085675" y="3222764"/>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419" name="Google Shape;419;p42"/>
          <p:cNvSpPr txBox="1"/>
          <p:nvPr>
            <p:ph idx="5" type="subTitle"/>
          </p:nvPr>
        </p:nvSpPr>
        <p:spPr>
          <a:xfrm>
            <a:off x="2085675" y="3591273"/>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420" name="Google Shape;420;p42"/>
          <p:cNvSpPr txBox="1"/>
          <p:nvPr>
            <p:ph idx="6" type="title"/>
          </p:nvPr>
        </p:nvSpPr>
        <p:spPr>
          <a:xfrm>
            <a:off x="4663413" y="3236135"/>
            <a:ext cx="2394900" cy="488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21" name="Google Shape;421;p42"/>
          <p:cNvSpPr txBox="1"/>
          <p:nvPr>
            <p:ph idx="7" type="subTitle"/>
          </p:nvPr>
        </p:nvSpPr>
        <p:spPr>
          <a:xfrm>
            <a:off x="4663412" y="3604644"/>
            <a:ext cx="2394900" cy="63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pic>
        <p:nvPicPr>
          <p:cNvPr id="422" name="Google Shape;422;p42"/>
          <p:cNvPicPr preferRelativeResize="0"/>
          <p:nvPr/>
        </p:nvPicPr>
        <p:blipFill rotWithShape="1">
          <a:blip r:embed="rId2">
            <a:alphaModFix/>
          </a:blip>
          <a:srcRect b="0" l="0" r="0" t="0"/>
          <a:stretch/>
        </p:blipFill>
        <p:spPr>
          <a:xfrm rot="-10059469">
            <a:off x="-250407" y="191408"/>
            <a:ext cx="1320763" cy="3203783"/>
          </a:xfrm>
          <a:prstGeom prst="rect">
            <a:avLst/>
          </a:prstGeom>
          <a:noFill/>
          <a:ln>
            <a:noFill/>
          </a:ln>
        </p:spPr>
      </p:pic>
      <p:pic>
        <p:nvPicPr>
          <p:cNvPr id="423" name="Google Shape;423;p42"/>
          <p:cNvPicPr preferRelativeResize="0"/>
          <p:nvPr/>
        </p:nvPicPr>
        <p:blipFill rotWithShape="1">
          <a:blip r:embed="rId3">
            <a:alphaModFix/>
          </a:blip>
          <a:srcRect b="0" l="0" r="0" t="0"/>
          <a:stretch/>
        </p:blipFill>
        <p:spPr>
          <a:xfrm flipH="1" rot="5400000">
            <a:off x="-327025" y="-99117"/>
            <a:ext cx="1179500" cy="1528135"/>
          </a:xfrm>
          <a:prstGeom prst="rect">
            <a:avLst/>
          </a:prstGeom>
          <a:noFill/>
          <a:ln>
            <a:noFill/>
          </a:ln>
        </p:spPr>
      </p:pic>
      <p:sp>
        <p:nvSpPr>
          <p:cNvPr id="424" name="Google Shape;424;p42"/>
          <p:cNvSpPr txBox="1"/>
          <p:nvPr>
            <p:ph hasCustomPrompt="1" idx="8" type="title"/>
          </p:nvPr>
        </p:nvSpPr>
        <p:spPr>
          <a:xfrm>
            <a:off x="2085675" y="906461"/>
            <a:ext cx="23949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425" name="Google Shape;425;p42"/>
          <p:cNvSpPr txBox="1"/>
          <p:nvPr>
            <p:ph hasCustomPrompt="1" idx="9" type="title"/>
          </p:nvPr>
        </p:nvSpPr>
        <p:spPr>
          <a:xfrm>
            <a:off x="2085675" y="2673336"/>
            <a:ext cx="23949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426" name="Google Shape;426;p42"/>
          <p:cNvSpPr txBox="1"/>
          <p:nvPr>
            <p:ph hasCustomPrompt="1" idx="13" type="title"/>
          </p:nvPr>
        </p:nvSpPr>
        <p:spPr>
          <a:xfrm>
            <a:off x="4663425" y="906456"/>
            <a:ext cx="23949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427" name="Google Shape;427;p42"/>
          <p:cNvSpPr txBox="1"/>
          <p:nvPr>
            <p:ph hasCustomPrompt="1" idx="14" type="title"/>
          </p:nvPr>
        </p:nvSpPr>
        <p:spPr>
          <a:xfrm>
            <a:off x="4663338" y="2674556"/>
            <a:ext cx="2394900" cy="63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pic>
        <p:nvPicPr>
          <p:cNvPr id="428" name="Google Shape;428;p42"/>
          <p:cNvPicPr preferRelativeResize="0"/>
          <p:nvPr/>
        </p:nvPicPr>
        <p:blipFill rotWithShape="1">
          <a:blip r:embed="rId2">
            <a:alphaModFix/>
          </a:blip>
          <a:srcRect b="0" l="0" r="0" t="0"/>
          <a:stretch/>
        </p:blipFill>
        <p:spPr>
          <a:xfrm rot="740531">
            <a:off x="8074443" y="1777596"/>
            <a:ext cx="1320763" cy="3203783"/>
          </a:xfrm>
          <a:prstGeom prst="rect">
            <a:avLst/>
          </a:prstGeom>
          <a:noFill/>
          <a:ln>
            <a:noFill/>
          </a:ln>
        </p:spPr>
      </p:pic>
      <p:pic>
        <p:nvPicPr>
          <p:cNvPr id="429" name="Google Shape;429;p42"/>
          <p:cNvPicPr preferRelativeResize="0"/>
          <p:nvPr/>
        </p:nvPicPr>
        <p:blipFill rotWithShape="1">
          <a:blip r:embed="rId3">
            <a:alphaModFix/>
          </a:blip>
          <a:srcRect b="0" l="0" r="0" t="0"/>
          <a:stretch/>
        </p:blipFill>
        <p:spPr>
          <a:xfrm flipH="1" rot="-5400000">
            <a:off x="8292325" y="3743770"/>
            <a:ext cx="1179500" cy="1528135"/>
          </a:xfrm>
          <a:prstGeom prst="rect">
            <a:avLst/>
          </a:prstGeom>
          <a:noFill/>
          <a:ln>
            <a:noFill/>
          </a:ln>
        </p:spPr>
      </p:pic>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24">
    <p:spTree>
      <p:nvGrpSpPr>
        <p:cNvPr id="430" name="Shape 430"/>
        <p:cNvGrpSpPr/>
        <p:nvPr/>
      </p:nvGrpSpPr>
      <p:grpSpPr>
        <a:xfrm>
          <a:off x="0" y="0"/>
          <a:ext cx="0" cy="0"/>
          <a:chOff x="0" y="0"/>
          <a:chExt cx="0" cy="0"/>
        </a:xfrm>
      </p:grpSpPr>
      <p:sp>
        <p:nvSpPr>
          <p:cNvPr id="431" name="Google Shape;431;p43"/>
          <p:cNvSpPr txBox="1"/>
          <p:nvPr>
            <p:ph type="title"/>
          </p:nvPr>
        </p:nvSpPr>
        <p:spPr>
          <a:xfrm>
            <a:off x="887850" y="1523909"/>
            <a:ext cx="4046400" cy="601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32" name="Google Shape;432;p43"/>
          <p:cNvSpPr txBox="1"/>
          <p:nvPr>
            <p:ph idx="1" type="body"/>
          </p:nvPr>
        </p:nvSpPr>
        <p:spPr>
          <a:xfrm>
            <a:off x="887850" y="2184691"/>
            <a:ext cx="4046400" cy="1434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pic>
        <p:nvPicPr>
          <p:cNvPr id="433" name="Google Shape;433;p43"/>
          <p:cNvPicPr preferRelativeResize="0"/>
          <p:nvPr/>
        </p:nvPicPr>
        <p:blipFill rotWithShape="1">
          <a:blip r:embed="rId2">
            <a:alphaModFix/>
          </a:blip>
          <a:srcRect b="0" l="0" r="0" t="0"/>
          <a:stretch/>
        </p:blipFill>
        <p:spPr>
          <a:xfrm flipH="1" rot="-3883291">
            <a:off x="106049" y="-726581"/>
            <a:ext cx="2569104" cy="1474162"/>
          </a:xfrm>
          <a:prstGeom prst="rect">
            <a:avLst/>
          </a:prstGeom>
          <a:noFill/>
          <a:ln>
            <a:noFill/>
          </a:ln>
        </p:spPr>
      </p:pic>
      <p:pic>
        <p:nvPicPr>
          <p:cNvPr id="434" name="Google Shape;434;p43"/>
          <p:cNvPicPr preferRelativeResize="0"/>
          <p:nvPr/>
        </p:nvPicPr>
        <p:blipFill>
          <a:blip r:embed="rId3">
            <a:alphaModFix/>
          </a:blip>
          <a:stretch>
            <a:fillRect/>
          </a:stretch>
        </p:blipFill>
        <p:spPr>
          <a:xfrm flipH="1">
            <a:off x="1049275" y="3985688"/>
            <a:ext cx="1840875" cy="1700025"/>
          </a:xfrm>
          <a:prstGeom prst="rect">
            <a:avLst/>
          </a:prstGeom>
          <a:noFill/>
          <a:ln>
            <a:noFill/>
          </a:ln>
        </p:spPr>
      </p:pic>
      <p:pic>
        <p:nvPicPr>
          <p:cNvPr id="435" name="Google Shape;435;p43"/>
          <p:cNvPicPr preferRelativeResize="0"/>
          <p:nvPr/>
        </p:nvPicPr>
        <p:blipFill rotWithShape="1">
          <a:blip r:embed="rId4">
            <a:alphaModFix/>
          </a:blip>
          <a:srcRect b="0" l="0" r="0" t="0"/>
          <a:stretch/>
        </p:blipFill>
        <p:spPr>
          <a:xfrm flipH="1">
            <a:off x="7244838" y="-168258"/>
            <a:ext cx="1840875" cy="1782665"/>
          </a:xfrm>
          <a:prstGeom prst="rect">
            <a:avLst/>
          </a:prstGeom>
          <a:noFill/>
          <a:ln>
            <a:noFill/>
          </a:ln>
        </p:spPr>
      </p:pic>
      <p:pic>
        <p:nvPicPr>
          <p:cNvPr id="436" name="Google Shape;436;p43"/>
          <p:cNvPicPr preferRelativeResize="0"/>
          <p:nvPr/>
        </p:nvPicPr>
        <p:blipFill>
          <a:blip r:embed="rId5">
            <a:alphaModFix/>
          </a:blip>
          <a:stretch>
            <a:fillRect/>
          </a:stretch>
        </p:blipFill>
        <p:spPr>
          <a:xfrm flipH="1">
            <a:off x="7112250" y="-881358"/>
            <a:ext cx="2386824" cy="4381382"/>
          </a:xfrm>
          <a:prstGeom prst="rect">
            <a:avLst/>
          </a:prstGeom>
          <a:noFill/>
          <a:ln>
            <a:noFill/>
          </a:ln>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CUSTOM_23">
    <p:spTree>
      <p:nvGrpSpPr>
        <p:cNvPr id="437" name="Shape 437"/>
        <p:cNvGrpSpPr/>
        <p:nvPr/>
      </p:nvGrpSpPr>
      <p:grpSpPr>
        <a:xfrm>
          <a:off x="0" y="0"/>
          <a:ext cx="0" cy="0"/>
          <a:chOff x="0" y="0"/>
          <a:chExt cx="0" cy="0"/>
        </a:xfrm>
      </p:grpSpPr>
      <p:sp>
        <p:nvSpPr>
          <p:cNvPr id="438" name="Google Shape;438;p44"/>
          <p:cNvSpPr txBox="1"/>
          <p:nvPr>
            <p:ph type="title"/>
          </p:nvPr>
        </p:nvSpPr>
        <p:spPr>
          <a:xfrm>
            <a:off x="1893550" y="3128175"/>
            <a:ext cx="216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39" name="Google Shape;439;p44"/>
          <p:cNvSpPr txBox="1"/>
          <p:nvPr>
            <p:ph idx="1" type="subTitle"/>
          </p:nvPr>
        </p:nvSpPr>
        <p:spPr>
          <a:xfrm>
            <a:off x="1893550" y="3496684"/>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440" name="Google Shape;440;p44"/>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41" name="Google Shape;441;p44"/>
          <p:cNvSpPr txBox="1"/>
          <p:nvPr>
            <p:ph idx="3" type="title"/>
          </p:nvPr>
        </p:nvSpPr>
        <p:spPr>
          <a:xfrm>
            <a:off x="5080850" y="3128175"/>
            <a:ext cx="216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42" name="Google Shape;442;p44"/>
          <p:cNvSpPr txBox="1"/>
          <p:nvPr>
            <p:ph idx="4" type="subTitle"/>
          </p:nvPr>
        </p:nvSpPr>
        <p:spPr>
          <a:xfrm>
            <a:off x="5080850" y="3496684"/>
            <a:ext cx="2169600" cy="67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pic>
        <p:nvPicPr>
          <p:cNvPr id="443" name="Google Shape;443;p44"/>
          <p:cNvPicPr preferRelativeResize="0"/>
          <p:nvPr/>
        </p:nvPicPr>
        <p:blipFill rotWithShape="1">
          <a:blip r:embed="rId2">
            <a:alphaModFix/>
          </a:blip>
          <a:srcRect b="0" l="0" r="0" t="0"/>
          <a:stretch/>
        </p:blipFill>
        <p:spPr>
          <a:xfrm rot="-9355986">
            <a:off x="8434933" y="2299925"/>
            <a:ext cx="1328784" cy="3223299"/>
          </a:xfrm>
          <a:prstGeom prst="rect">
            <a:avLst/>
          </a:prstGeom>
          <a:noFill/>
          <a:ln>
            <a:noFill/>
          </a:ln>
        </p:spPr>
      </p:pic>
      <p:pic>
        <p:nvPicPr>
          <p:cNvPr id="444" name="Google Shape;444;p44"/>
          <p:cNvPicPr preferRelativeResize="0"/>
          <p:nvPr/>
        </p:nvPicPr>
        <p:blipFill rotWithShape="1">
          <a:blip r:embed="rId3">
            <a:alphaModFix/>
          </a:blip>
          <a:srcRect b="0" l="0" r="0" t="0"/>
          <a:stretch/>
        </p:blipFill>
        <p:spPr>
          <a:xfrm rot="7580934">
            <a:off x="7823550" y="1887200"/>
            <a:ext cx="2835150" cy="2032750"/>
          </a:xfrm>
          <a:prstGeom prst="rect">
            <a:avLst/>
          </a:prstGeom>
          <a:noFill/>
          <a:ln>
            <a:noFill/>
          </a:ln>
        </p:spPr>
      </p:pic>
      <p:pic>
        <p:nvPicPr>
          <p:cNvPr id="445" name="Google Shape;445;p44"/>
          <p:cNvPicPr preferRelativeResize="0"/>
          <p:nvPr/>
        </p:nvPicPr>
        <p:blipFill rotWithShape="1">
          <a:blip r:embed="rId4">
            <a:alphaModFix/>
          </a:blip>
          <a:srcRect b="0" l="0" r="0" t="0"/>
          <a:stretch/>
        </p:blipFill>
        <p:spPr>
          <a:xfrm rot="-8859426">
            <a:off x="-1541312" y="2257614"/>
            <a:ext cx="2569104" cy="1474162"/>
          </a:xfrm>
          <a:prstGeom prst="rect">
            <a:avLst/>
          </a:prstGeom>
          <a:noFill/>
          <a:ln>
            <a:noFill/>
          </a:ln>
        </p:spPr>
      </p:pic>
      <p:pic>
        <p:nvPicPr>
          <p:cNvPr id="446" name="Google Shape;446;p44"/>
          <p:cNvPicPr preferRelativeResize="0"/>
          <p:nvPr/>
        </p:nvPicPr>
        <p:blipFill rotWithShape="1">
          <a:blip r:embed="rId5">
            <a:alphaModFix/>
          </a:blip>
          <a:srcRect b="0" l="0" r="0" t="0"/>
          <a:stretch/>
        </p:blipFill>
        <p:spPr>
          <a:xfrm rot="-5400000">
            <a:off x="-658061" y="1451270"/>
            <a:ext cx="1393300" cy="1349250"/>
          </a:xfrm>
          <a:prstGeom prst="rect">
            <a:avLst/>
          </a:prstGeom>
          <a:noFill/>
          <a:ln>
            <a:noFill/>
          </a:ln>
        </p:spPr>
      </p:pic>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26">
    <p:spTree>
      <p:nvGrpSpPr>
        <p:cNvPr id="447" name="Shape 447"/>
        <p:cNvGrpSpPr/>
        <p:nvPr/>
      </p:nvGrpSpPr>
      <p:grpSpPr>
        <a:xfrm>
          <a:off x="0" y="0"/>
          <a:ext cx="0" cy="0"/>
          <a:chOff x="0" y="0"/>
          <a:chExt cx="0" cy="0"/>
        </a:xfrm>
      </p:grpSpPr>
      <p:pic>
        <p:nvPicPr>
          <p:cNvPr id="448" name="Google Shape;448;p45"/>
          <p:cNvPicPr preferRelativeResize="0"/>
          <p:nvPr/>
        </p:nvPicPr>
        <p:blipFill rotWithShape="1">
          <a:blip r:embed="rId2">
            <a:alphaModFix/>
          </a:blip>
          <a:srcRect b="0" l="0" r="0" t="0"/>
          <a:stretch/>
        </p:blipFill>
        <p:spPr>
          <a:xfrm rot="3883291">
            <a:off x="6999497" y="-726581"/>
            <a:ext cx="2569104" cy="1474162"/>
          </a:xfrm>
          <a:prstGeom prst="rect">
            <a:avLst/>
          </a:prstGeom>
          <a:noFill/>
          <a:ln>
            <a:noFill/>
          </a:ln>
        </p:spPr>
      </p:pic>
      <p:pic>
        <p:nvPicPr>
          <p:cNvPr id="449" name="Google Shape;449;p45"/>
          <p:cNvPicPr preferRelativeResize="0"/>
          <p:nvPr/>
        </p:nvPicPr>
        <p:blipFill>
          <a:blip r:embed="rId3">
            <a:alphaModFix/>
          </a:blip>
          <a:stretch>
            <a:fillRect/>
          </a:stretch>
        </p:blipFill>
        <p:spPr>
          <a:xfrm>
            <a:off x="6784500" y="3985688"/>
            <a:ext cx="1840875" cy="1700025"/>
          </a:xfrm>
          <a:prstGeom prst="rect">
            <a:avLst/>
          </a:prstGeom>
          <a:noFill/>
          <a:ln>
            <a:noFill/>
          </a:ln>
        </p:spPr>
      </p:pic>
      <p:pic>
        <p:nvPicPr>
          <p:cNvPr id="450" name="Google Shape;450;p45"/>
          <p:cNvPicPr preferRelativeResize="0"/>
          <p:nvPr/>
        </p:nvPicPr>
        <p:blipFill rotWithShape="1">
          <a:blip r:embed="rId4">
            <a:alphaModFix/>
          </a:blip>
          <a:srcRect b="0" l="0" r="0" t="0"/>
          <a:stretch/>
        </p:blipFill>
        <p:spPr>
          <a:xfrm>
            <a:off x="588938" y="-168258"/>
            <a:ext cx="1840875" cy="1782665"/>
          </a:xfrm>
          <a:prstGeom prst="rect">
            <a:avLst/>
          </a:prstGeom>
          <a:noFill/>
          <a:ln>
            <a:noFill/>
          </a:ln>
        </p:spPr>
      </p:pic>
      <p:pic>
        <p:nvPicPr>
          <p:cNvPr id="451" name="Google Shape;451;p45"/>
          <p:cNvPicPr preferRelativeResize="0"/>
          <p:nvPr/>
        </p:nvPicPr>
        <p:blipFill>
          <a:blip r:embed="rId5">
            <a:alphaModFix/>
          </a:blip>
          <a:stretch>
            <a:fillRect/>
          </a:stretch>
        </p:blipFill>
        <p:spPr>
          <a:xfrm>
            <a:off x="175576" y="-881358"/>
            <a:ext cx="2386824" cy="4381382"/>
          </a:xfrm>
          <a:prstGeom prst="rect">
            <a:avLst/>
          </a:prstGeom>
          <a:noFill/>
          <a:ln>
            <a:noFill/>
          </a:ln>
        </p:spPr>
      </p:pic>
      <p:sp>
        <p:nvSpPr>
          <p:cNvPr id="452" name="Google Shape;452;p45"/>
          <p:cNvSpPr txBox="1"/>
          <p:nvPr>
            <p:ph type="title"/>
          </p:nvPr>
        </p:nvSpPr>
        <p:spPr>
          <a:xfrm>
            <a:off x="4935278" y="1448500"/>
            <a:ext cx="3310200" cy="60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53" name="Google Shape;453;p45"/>
          <p:cNvSpPr txBox="1"/>
          <p:nvPr>
            <p:ph idx="1" type="body"/>
          </p:nvPr>
        </p:nvSpPr>
        <p:spPr>
          <a:xfrm>
            <a:off x="4935278" y="2109278"/>
            <a:ext cx="3310200" cy="1434900"/>
          </a:xfrm>
          <a:prstGeom prst="rect">
            <a:avLst/>
          </a:prstGeom>
        </p:spPr>
        <p:txBody>
          <a:bodyPr anchorCtr="0" anchor="t" bIns="91425" lIns="91425" spcFirstLastPara="1" rIns="91425" wrap="square" tIns="91425">
            <a:noAutofit/>
          </a:bodyPr>
          <a:lstStyle>
            <a:lvl1pPr indent="-304800" lvl="0" marL="457200" rtl="0" algn="r">
              <a:spcBef>
                <a:spcPts val="0"/>
              </a:spcBef>
              <a:spcAft>
                <a:spcPts val="0"/>
              </a:spcAft>
              <a:buSzPts val="1200"/>
              <a:buChar char="●"/>
              <a:defRPr/>
            </a:lvl1pPr>
            <a:lvl2pPr indent="-304800" lvl="1" marL="914400" rtl="0" algn="r">
              <a:spcBef>
                <a:spcPts val="0"/>
              </a:spcBef>
              <a:spcAft>
                <a:spcPts val="0"/>
              </a:spcAft>
              <a:buSzPts val="1200"/>
              <a:buChar char="○"/>
              <a:defRPr sz="1200"/>
            </a:lvl2pPr>
            <a:lvl3pPr indent="-304800" lvl="2" marL="1371600" rtl="0" algn="r">
              <a:spcBef>
                <a:spcPts val="0"/>
              </a:spcBef>
              <a:spcAft>
                <a:spcPts val="0"/>
              </a:spcAft>
              <a:buSzPts val="1200"/>
              <a:buChar char="■"/>
              <a:defRPr sz="1200"/>
            </a:lvl3pPr>
            <a:lvl4pPr indent="-304800" lvl="3" marL="1828800" rtl="0" algn="r">
              <a:spcBef>
                <a:spcPts val="0"/>
              </a:spcBef>
              <a:spcAft>
                <a:spcPts val="0"/>
              </a:spcAft>
              <a:buSzPts val="1200"/>
              <a:buChar char="●"/>
              <a:defRPr sz="1200"/>
            </a:lvl4pPr>
            <a:lvl5pPr indent="-304800" lvl="4" marL="2286000" rtl="0" algn="r">
              <a:spcBef>
                <a:spcPts val="0"/>
              </a:spcBef>
              <a:spcAft>
                <a:spcPts val="0"/>
              </a:spcAft>
              <a:buSzPts val="1200"/>
              <a:buChar char="○"/>
              <a:defRPr sz="1200"/>
            </a:lvl5pPr>
            <a:lvl6pPr indent="-304800" lvl="5" marL="2743200" rtl="0" algn="r">
              <a:spcBef>
                <a:spcPts val="0"/>
              </a:spcBef>
              <a:spcAft>
                <a:spcPts val="0"/>
              </a:spcAft>
              <a:buSzPts val="1200"/>
              <a:buChar char="■"/>
              <a:defRPr sz="1200"/>
            </a:lvl6pPr>
            <a:lvl7pPr indent="-304800" lvl="6" marL="3200400" rtl="0" algn="r">
              <a:spcBef>
                <a:spcPts val="0"/>
              </a:spcBef>
              <a:spcAft>
                <a:spcPts val="0"/>
              </a:spcAft>
              <a:buSzPts val="1200"/>
              <a:buChar char="●"/>
              <a:defRPr sz="1200"/>
            </a:lvl7pPr>
            <a:lvl8pPr indent="-304800" lvl="7" marL="3657600" rtl="0" algn="r">
              <a:spcBef>
                <a:spcPts val="0"/>
              </a:spcBef>
              <a:spcAft>
                <a:spcPts val="0"/>
              </a:spcAft>
              <a:buSzPts val="1200"/>
              <a:buChar char="○"/>
              <a:defRPr sz="1200"/>
            </a:lvl8pPr>
            <a:lvl9pPr indent="-304800" lvl="8" marL="4114800" rtl="0" algn="r">
              <a:spcBef>
                <a:spcPts val="0"/>
              </a:spcBef>
              <a:spcAft>
                <a:spcPts val="0"/>
              </a:spcAft>
              <a:buSzPts val="1200"/>
              <a:buChar char="■"/>
              <a:defRPr sz="1200"/>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25">
    <p:spTree>
      <p:nvGrpSpPr>
        <p:cNvPr id="454" name="Shape 454"/>
        <p:cNvGrpSpPr/>
        <p:nvPr/>
      </p:nvGrpSpPr>
      <p:grpSpPr>
        <a:xfrm>
          <a:off x="0" y="0"/>
          <a:ext cx="0" cy="0"/>
          <a:chOff x="0" y="0"/>
          <a:chExt cx="0" cy="0"/>
        </a:xfrm>
      </p:grpSpPr>
      <p:sp>
        <p:nvSpPr>
          <p:cNvPr id="455" name="Google Shape;455;p46"/>
          <p:cNvSpPr txBox="1"/>
          <p:nvPr>
            <p:ph type="title"/>
          </p:nvPr>
        </p:nvSpPr>
        <p:spPr>
          <a:xfrm>
            <a:off x="914927" y="1448500"/>
            <a:ext cx="3310200" cy="601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6" name="Google Shape;456;p46"/>
          <p:cNvSpPr txBox="1"/>
          <p:nvPr>
            <p:ph idx="1" type="body"/>
          </p:nvPr>
        </p:nvSpPr>
        <p:spPr>
          <a:xfrm>
            <a:off x="914927" y="2109278"/>
            <a:ext cx="3310200" cy="1434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pic>
        <p:nvPicPr>
          <p:cNvPr id="457" name="Google Shape;457;p46"/>
          <p:cNvPicPr preferRelativeResize="0"/>
          <p:nvPr/>
        </p:nvPicPr>
        <p:blipFill rotWithShape="1">
          <a:blip r:embed="rId2">
            <a:alphaModFix/>
          </a:blip>
          <a:srcRect b="0" l="0" r="0" t="0"/>
          <a:stretch/>
        </p:blipFill>
        <p:spPr>
          <a:xfrm rot="10678227">
            <a:off x="-632326" y="3866920"/>
            <a:ext cx="2569104" cy="1474162"/>
          </a:xfrm>
          <a:prstGeom prst="rect">
            <a:avLst/>
          </a:prstGeom>
          <a:noFill/>
          <a:ln>
            <a:noFill/>
          </a:ln>
        </p:spPr>
      </p:pic>
      <p:pic>
        <p:nvPicPr>
          <p:cNvPr id="458" name="Google Shape;458;p46"/>
          <p:cNvPicPr preferRelativeResize="0"/>
          <p:nvPr/>
        </p:nvPicPr>
        <p:blipFill>
          <a:blip r:embed="rId3">
            <a:alphaModFix/>
          </a:blip>
          <a:stretch>
            <a:fillRect/>
          </a:stretch>
        </p:blipFill>
        <p:spPr>
          <a:xfrm flipH="1">
            <a:off x="388525" y="-550950"/>
            <a:ext cx="1840875" cy="1700025"/>
          </a:xfrm>
          <a:prstGeom prst="rect">
            <a:avLst/>
          </a:prstGeom>
          <a:noFill/>
          <a:ln>
            <a:noFill/>
          </a:ln>
        </p:spPr>
      </p:pic>
      <p:pic>
        <p:nvPicPr>
          <p:cNvPr id="459" name="Google Shape;459;p46"/>
          <p:cNvPicPr preferRelativeResize="0"/>
          <p:nvPr/>
        </p:nvPicPr>
        <p:blipFill rotWithShape="1">
          <a:blip r:embed="rId4">
            <a:alphaModFix/>
          </a:blip>
          <a:srcRect b="0" l="0" r="0" t="0"/>
          <a:stretch/>
        </p:blipFill>
        <p:spPr>
          <a:xfrm flipH="1">
            <a:off x="7244838" y="-168258"/>
            <a:ext cx="1840875" cy="1782665"/>
          </a:xfrm>
          <a:prstGeom prst="rect">
            <a:avLst/>
          </a:prstGeom>
          <a:noFill/>
          <a:ln>
            <a:noFill/>
          </a:ln>
        </p:spPr>
      </p:pic>
      <p:pic>
        <p:nvPicPr>
          <p:cNvPr id="460" name="Google Shape;460;p46"/>
          <p:cNvPicPr preferRelativeResize="0"/>
          <p:nvPr/>
        </p:nvPicPr>
        <p:blipFill>
          <a:blip r:embed="rId5">
            <a:alphaModFix/>
          </a:blip>
          <a:stretch>
            <a:fillRect/>
          </a:stretch>
        </p:blipFill>
        <p:spPr>
          <a:xfrm flipH="1">
            <a:off x="7112250" y="-881358"/>
            <a:ext cx="2386824" cy="4381382"/>
          </a:xfrm>
          <a:prstGeom prst="rect">
            <a:avLst/>
          </a:prstGeom>
          <a:noFill/>
          <a:ln>
            <a:noFill/>
          </a:ln>
        </p:spPr>
      </p:pic>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461" name="Shape 461"/>
        <p:cNvGrpSpPr/>
        <p:nvPr/>
      </p:nvGrpSpPr>
      <p:grpSpPr>
        <a:xfrm>
          <a:off x="0" y="0"/>
          <a:ext cx="0" cy="0"/>
          <a:chOff x="0" y="0"/>
          <a:chExt cx="0" cy="0"/>
        </a:xfrm>
      </p:grpSpPr>
      <p:sp>
        <p:nvSpPr>
          <p:cNvPr id="462" name="Google Shape;462;p47"/>
          <p:cNvSpPr txBox="1"/>
          <p:nvPr>
            <p:ph type="ctrTitle"/>
          </p:nvPr>
        </p:nvSpPr>
        <p:spPr>
          <a:xfrm>
            <a:off x="2733325" y="539500"/>
            <a:ext cx="3677400" cy="99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63" name="Google Shape;463;p47"/>
          <p:cNvSpPr txBox="1"/>
          <p:nvPr>
            <p:ph idx="1" type="subTitle"/>
          </p:nvPr>
        </p:nvSpPr>
        <p:spPr>
          <a:xfrm>
            <a:off x="2733375" y="1531350"/>
            <a:ext cx="3677400" cy="115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64" name="Google Shape;464;p47"/>
          <p:cNvSpPr txBox="1"/>
          <p:nvPr/>
        </p:nvSpPr>
        <p:spPr>
          <a:xfrm>
            <a:off x="2733175" y="3270700"/>
            <a:ext cx="3677700" cy="75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Karla"/>
                <a:ea typeface="Karla"/>
                <a:cs typeface="Karla"/>
                <a:sym typeface="Karla"/>
              </a:rPr>
              <a:t>CREDITS</a:t>
            </a:r>
            <a:r>
              <a:rPr lang="en" sz="1200">
                <a:solidFill>
                  <a:schemeClr val="dk1"/>
                </a:solidFill>
                <a:latin typeface="Karla"/>
                <a:ea typeface="Karla"/>
                <a:cs typeface="Karla"/>
                <a:sym typeface="Karla"/>
              </a:rPr>
              <a:t>: This presentation template was created by </a:t>
            </a:r>
            <a:r>
              <a:rPr b="1" lang="en" sz="1200">
                <a:solidFill>
                  <a:schemeClr val="dk1"/>
                </a:solidFill>
                <a:uFill>
                  <a:noFill/>
                </a:uFill>
                <a:latin typeface="Karla"/>
                <a:ea typeface="Karla"/>
                <a:cs typeface="Karla"/>
                <a:sym typeface="Karla"/>
                <a:hlinkClick r:id="rId2">
                  <a:extLst>
                    <a:ext uri="{A12FA001-AC4F-418D-AE19-62706E023703}">
                      <ahyp:hlinkClr val="tx"/>
                    </a:ext>
                  </a:extLst>
                </a:hlinkClick>
              </a:rPr>
              <a:t>Slidesgo</a:t>
            </a:r>
            <a:r>
              <a:rPr b="1" lang="en" sz="1200">
                <a:solidFill>
                  <a:schemeClr val="dk1"/>
                </a:solidFill>
                <a:latin typeface="Karla"/>
                <a:ea typeface="Karla"/>
                <a:cs typeface="Karla"/>
                <a:sym typeface="Karla"/>
              </a:rPr>
              <a:t>,</a:t>
            </a:r>
            <a:r>
              <a:rPr lang="en" sz="1200">
                <a:solidFill>
                  <a:schemeClr val="dk1"/>
                </a:solidFill>
                <a:latin typeface="Karla"/>
                <a:ea typeface="Karla"/>
                <a:cs typeface="Karla"/>
                <a:sym typeface="Karla"/>
              </a:rPr>
              <a:t> including icons by </a:t>
            </a:r>
            <a:r>
              <a:rPr b="1" lang="en" sz="1200">
                <a:solidFill>
                  <a:schemeClr val="dk1"/>
                </a:solidFill>
                <a:uFill>
                  <a:noFill/>
                </a:uFill>
                <a:latin typeface="Karla"/>
                <a:ea typeface="Karla"/>
                <a:cs typeface="Karla"/>
                <a:sym typeface="Karla"/>
                <a:hlinkClick r:id="rId3">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 </a:t>
            </a:r>
            <a:r>
              <a:rPr b="1" lang="en" sz="1200">
                <a:solidFill>
                  <a:schemeClr val="dk1"/>
                </a:solidFill>
                <a:uFill>
                  <a:noFill/>
                </a:uFill>
                <a:latin typeface="Karla"/>
                <a:ea typeface="Karla"/>
                <a:cs typeface="Karla"/>
                <a:sym typeface="Karla"/>
                <a:hlinkClick r:id="rId4">
                  <a:extLst>
                    <a:ext uri="{A12FA001-AC4F-418D-AE19-62706E023703}">
                      <ahyp:hlinkClr val="tx"/>
                    </a:ext>
                  </a:extLst>
                </a:hlinkClick>
              </a:rPr>
              <a:t>Freepik</a:t>
            </a:r>
            <a:endParaRPr sz="1200">
              <a:solidFill>
                <a:schemeClr val="dk1"/>
              </a:solidFill>
              <a:latin typeface="Karla"/>
              <a:ea typeface="Karla"/>
              <a:cs typeface="Karla"/>
              <a:sym typeface="Karla"/>
            </a:endParaRPr>
          </a:p>
        </p:txBody>
      </p:sp>
      <p:pic>
        <p:nvPicPr>
          <p:cNvPr id="465" name="Google Shape;465;p47"/>
          <p:cNvPicPr preferRelativeResize="0"/>
          <p:nvPr/>
        </p:nvPicPr>
        <p:blipFill rotWithShape="1">
          <a:blip r:embed="rId5">
            <a:alphaModFix/>
          </a:blip>
          <a:srcRect b="0" l="0" r="0" t="0"/>
          <a:stretch/>
        </p:blipFill>
        <p:spPr>
          <a:xfrm rot="5400000">
            <a:off x="-590765" y="1291116"/>
            <a:ext cx="2786538" cy="2161739"/>
          </a:xfrm>
          <a:prstGeom prst="rect">
            <a:avLst/>
          </a:prstGeom>
          <a:noFill/>
          <a:ln>
            <a:noFill/>
          </a:ln>
        </p:spPr>
      </p:pic>
      <p:pic>
        <p:nvPicPr>
          <p:cNvPr id="466" name="Google Shape;466;p47"/>
          <p:cNvPicPr preferRelativeResize="0"/>
          <p:nvPr/>
        </p:nvPicPr>
        <p:blipFill rotWithShape="1">
          <a:blip r:embed="rId6">
            <a:alphaModFix/>
          </a:blip>
          <a:srcRect b="0" l="0" r="0" t="0"/>
          <a:stretch/>
        </p:blipFill>
        <p:spPr>
          <a:xfrm rot="5400000">
            <a:off x="389693" y="193321"/>
            <a:ext cx="2058291" cy="1993199"/>
          </a:xfrm>
          <a:prstGeom prst="rect">
            <a:avLst/>
          </a:prstGeom>
          <a:noFill/>
          <a:ln>
            <a:noFill/>
          </a:ln>
        </p:spPr>
      </p:pic>
      <p:pic>
        <p:nvPicPr>
          <p:cNvPr id="467" name="Google Shape;467;p47"/>
          <p:cNvPicPr preferRelativeResize="0"/>
          <p:nvPr/>
        </p:nvPicPr>
        <p:blipFill rotWithShape="1">
          <a:blip r:embed="rId7">
            <a:alphaModFix/>
          </a:blip>
          <a:srcRect b="0" l="0" r="0" t="0"/>
          <a:stretch/>
        </p:blipFill>
        <p:spPr>
          <a:xfrm rot="-5400000">
            <a:off x="-989076" y="3091849"/>
            <a:ext cx="4033303" cy="2891800"/>
          </a:xfrm>
          <a:prstGeom prst="rect">
            <a:avLst/>
          </a:prstGeom>
          <a:noFill/>
          <a:ln>
            <a:noFill/>
          </a:ln>
        </p:spPr>
      </p:pic>
      <p:pic>
        <p:nvPicPr>
          <p:cNvPr id="468" name="Google Shape;468;p47"/>
          <p:cNvPicPr preferRelativeResize="0"/>
          <p:nvPr/>
        </p:nvPicPr>
        <p:blipFill rotWithShape="1">
          <a:blip r:embed="rId8">
            <a:alphaModFix/>
          </a:blip>
          <a:srcRect b="0" l="0" r="0" t="0"/>
          <a:stretch/>
        </p:blipFill>
        <p:spPr>
          <a:xfrm rot="3546973">
            <a:off x="7590178" y="1978886"/>
            <a:ext cx="1674669" cy="3812953"/>
          </a:xfrm>
          <a:prstGeom prst="rect">
            <a:avLst/>
          </a:prstGeom>
          <a:noFill/>
          <a:ln>
            <a:noFill/>
          </a:ln>
        </p:spPr>
      </p:pic>
      <p:pic>
        <p:nvPicPr>
          <p:cNvPr id="469" name="Google Shape;469;p47"/>
          <p:cNvPicPr preferRelativeResize="0"/>
          <p:nvPr/>
        </p:nvPicPr>
        <p:blipFill rotWithShape="1">
          <a:blip r:embed="rId9">
            <a:alphaModFix/>
          </a:blip>
          <a:srcRect b="0" l="0" r="0" t="0"/>
          <a:stretch/>
        </p:blipFill>
        <p:spPr>
          <a:xfrm rot="-665179">
            <a:off x="6799174" y="-791526"/>
            <a:ext cx="1769485" cy="4292308"/>
          </a:xfrm>
          <a:prstGeom prst="rect">
            <a:avLst/>
          </a:prstGeom>
          <a:noFill/>
          <a:ln>
            <a:noFill/>
          </a:ln>
        </p:spPr>
      </p:pic>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6">
    <p:spTree>
      <p:nvGrpSpPr>
        <p:cNvPr id="470" name="Shape 470"/>
        <p:cNvGrpSpPr/>
        <p:nvPr/>
      </p:nvGrpSpPr>
      <p:grpSpPr>
        <a:xfrm>
          <a:off x="0" y="0"/>
          <a:ext cx="0" cy="0"/>
          <a:chOff x="0" y="0"/>
          <a:chExt cx="0" cy="0"/>
        </a:xfrm>
      </p:grpSpPr>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6_1">
    <p:spTree>
      <p:nvGrpSpPr>
        <p:cNvPr id="471" name="Shape 471"/>
        <p:cNvGrpSpPr/>
        <p:nvPr/>
      </p:nvGrpSpPr>
      <p:grpSpPr>
        <a:xfrm>
          <a:off x="0" y="0"/>
          <a:ext cx="0" cy="0"/>
          <a:chOff x="0" y="0"/>
          <a:chExt cx="0" cy="0"/>
        </a:xfrm>
      </p:grpSpPr>
      <p:pic>
        <p:nvPicPr>
          <p:cNvPr id="472" name="Google Shape;472;p49"/>
          <p:cNvPicPr preferRelativeResize="0"/>
          <p:nvPr/>
        </p:nvPicPr>
        <p:blipFill rotWithShape="1">
          <a:blip r:embed="rId2">
            <a:alphaModFix/>
          </a:blip>
          <a:srcRect b="0" l="0" r="0" t="0"/>
          <a:stretch/>
        </p:blipFill>
        <p:spPr>
          <a:xfrm rot="9305281">
            <a:off x="6956225" y="-36025"/>
            <a:ext cx="1924050" cy="4667250"/>
          </a:xfrm>
          <a:prstGeom prst="rect">
            <a:avLst/>
          </a:prstGeom>
          <a:noFill/>
          <a:ln>
            <a:noFill/>
          </a:ln>
        </p:spPr>
      </p:pic>
      <p:pic>
        <p:nvPicPr>
          <p:cNvPr id="473" name="Google Shape;473;p49"/>
          <p:cNvPicPr preferRelativeResize="0"/>
          <p:nvPr/>
        </p:nvPicPr>
        <p:blipFill rotWithShape="1">
          <a:blip r:embed="rId3">
            <a:alphaModFix/>
          </a:blip>
          <a:srcRect b="0" l="0" r="0" t="0"/>
          <a:stretch/>
        </p:blipFill>
        <p:spPr>
          <a:xfrm rot="5399999">
            <a:off x="6172375" y="658451"/>
            <a:ext cx="3810950" cy="2732349"/>
          </a:xfrm>
          <a:prstGeom prst="rect">
            <a:avLst/>
          </a:prstGeom>
          <a:noFill/>
          <a:ln>
            <a:noFill/>
          </a:ln>
        </p:spPr>
      </p:pic>
      <p:pic>
        <p:nvPicPr>
          <p:cNvPr id="474" name="Google Shape;474;p49"/>
          <p:cNvPicPr preferRelativeResize="0"/>
          <p:nvPr/>
        </p:nvPicPr>
        <p:blipFill rotWithShape="1">
          <a:blip r:embed="rId4">
            <a:alphaModFix/>
          </a:blip>
          <a:srcRect b="0" l="0" r="0" t="0"/>
          <a:stretch/>
        </p:blipFill>
        <p:spPr>
          <a:xfrm rot="-10">
            <a:off x="155678" y="1026170"/>
            <a:ext cx="1774244" cy="4039660"/>
          </a:xfrm>
          <a:prstGeom prst="rect">
            <a:avLst/>
          </a:prstGeom>
          <a:noFill/>
          <a:ln>
            <a:noFill/>
          </a:ln>
        </p:spPr>
      </p:pic>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6_1_1">
    <p:spTree>
      <p:nvGrpSpPr>
        <p:cNvPr id="475" name="Shape 475"/>
        <p:cNvGrpSpPr/>
        <p:nvPr/>
      </p:nvGrpSpPr>
      <p:grpSpPr>
        <a:xfrm>
          <a:off x="0" y="0"/>
          <a:ext cx="0" cy="0"/>
          <a:chOff x="0" y="0"/>
          <a:chExt cx="0" cy="0"/>
        </a:xfrm>
      </p:grpSpPr>
      <p:pic>
        <p:nvPicPr>
          <p:cNvPr id="476" name="Google Shape;476;p50"/>
          <p:cNvPicPr preferRelativeResize="0"/>
          <p:nvPr/>
        </p:nvPicPr>
        <p:blipFill rotWithShape="1">
          <a:blip r:embed="rId2">
            <a:alphaModFix/>
          </a:blip>
          <a:srcRect b="0" l="0" r="0" t="0"/>
          <a:stretch/>
        </p:blipFill>
        <p:spPr>
          <a:xfrm rot="10800000">
            <a:off x="7178600" y="160768"/>
            <a:ext cx="2504350" cy="1437030"/>
          </a:xfrm>
          <a:prstGeom prst="rect">
            <a:avLst/>
          </a:prstGeom>
          <a:noFill/>
          <a:ln>
            <a:noFill/>
          </a:ln>
        </p:spPr>
      </p:pic>
      <p:pic>
        <p:nvPicPr>
          <p:cNvPr id="477" name="Google Shape;477;p50"/>
          <p:cNvPicPr preferRelativeResize="0"/>
          <p:nvPr/>
        </p:nvPicPr>
        <p:blipFill>
          <a:blip r:embed="rId3">
            <a:alphaModFix/>
          </a:blip>
          <a:stretch>
            <a:fillRect/>
          </a:stretch>
        </p:blipFill>
        <p:spPr>
          <a:xfrm rot="4956358">
            <a:off x="5559239" y="-1676283"/>
            <a:ext cx="2386824" cy="4381382"/>
          </a:xfrm>
          <a:prstGeom prst="rect">
            <a:avLst/>
          </a:prstGeom>
          <a:noFill/>
          <a:ln>
            <a:noFill/>
          </a:ln>
        </p:spPr>
      </p:pic>
      <p:pic>
        <p:nvPicPr>
          <p:cNvPr id="478" name="Google Shape;478;p50"/>
          <p:cNvPicPr preferRelativeResize="0"/>
          <p:nvPr/>
        </p:nvPicPr>
        <p:blipFill rotWithShape="1">
          <a:blip r:embed="rId4">
            <a:alphaModFix/>
          </a:blip>
          <a:srcRect b="0" l="0" r="0" t="0"/>
          <a:stretch/>
        </p:blipFill>
        <p:spPr>
          <a:xfrm rot="-5400000">
            <a:off x="132425" y="2105999"/>
            <a:ext cx="2786538" cy="2161739"/>
          </a:xfrm>
          <a:prstGeom prst="rect">
            <a:avLst/>
          </a:prstGeom>
          <a:noFill/>
          <a:ln>
            <a:noFill/>
          </a:ln>
        </p:spPr>
      </p:pic>
      <p:pic>
        <p:nvPicPr>
          <p:cNvPr id="479" name="Google Shape;479;p50"/>
          <p:cNvPicPr preferRelativeResize="0"/>
          <p:nvPr/>
        </p:nvPicPr>
        <p:blipFill rotWithShape="1">
          <a:blip r:embed="rId5">
            <a:alphaModFix/>
          </a:blip>
          <a:srcRect b="0" l="0" r="0" t="0"/>
          <a:stretch/>
        </p:blipFill>
        <p:spPr>
          <a:xfrm rot="-5400000">
            <a:off x="-119786" y="3372335"/>
            <a:ext cx="2058291" cy="1993199"/>
          </a:xfrm>
          <a:prstGeom prst="rect">
            <a:avLst/>
          </a:prstGeom>
          <a:noFill/>
          <a:ln>
            <a:noFill/>
          </a:ln>
        </p:spPr>
      </p:pic>
      <p:pic>
        <p:nvPicPr>
          <p:cNvPr id="480" name="Google Shape;480;p50"/>
          <p:cNvPicPr preferRelativeResize="0"/>
          <p:nvPr/>
        </p:nvPicPr>
        <p:blipFill>
          <a:blip r:embed="rId6">
            <a:alphaModFix/>
          </a:blip>
          <a:stretch>
            <a:fillRect/>
          </a:stretch>
        </p:blipFill>
        <p:spPr>
          <a:xfrm rot="10800000">
            <a:off x="6645600" y="3698050"/>
            <a:ext cx="1840875" cy="1700025"/>
          </a:xfrm>
          <a:prstGeom prst="rect">
            <a:avLst/>
          </a:prstGeom>
          <a:noFill/>
          <a:ln>
            <a:noFill/>
          </a:ln>
        </p:spPr>
      </p:pic>
      <p:pic>
        <p:nvPicPr>
          <p:cNvPr id="481" name="Google Shape;481;p50"/>
          <p:cNvPicPr preferRelativeResize="0"/>
          <p:nvPr/>
        </p:nvPicPr>
        <p:blipFill rotWithShape="1">
          <a:blip r:embed="rId7">
            <a:alphaModFix/>
          </a:blip>
          <a:srcRect b="0" l="0" r="0" t="0"/>
          <a:stretch/>
        </p:blipFill>
        <p:spPr>
          <a:xfrm flipH="1" rot="-5400000">
            <a:off x="7220750" y="3593750"/>
            <a:ext cx="1572000" cy="2036650"/>
          </a:xfrm>
          <a:prstGeom prst="rect">
            <a:avLst/>
          </a:prstGeom>
          <a:noFill/>
          <a:ln>
            <a:noFill/>
          </a:ln>
        </p:spPr>
      </p:pic>
      <p:pic>
        <p:nvPicPr>
          <p:cNvPr id="482" name="Google Shape;482;p50"/>
          <p:cNvPicPr preferRelativeResize="0"/>
          <p:nvPr/>
        </p:nvPicPr>
        <p:blipFill rotWithShape="1">
          <a:blip r:embed="rId8">
            <a:alphaModFix/>
          </a:blip>
          <a:srcRect b="0" l="0" r="0" t="0"/>
          <a:stretch/>
        </p:blipFill>
        <p:spPr>
          <a:xfrm rot="358732">
            <a:off x="-399179" y="-654803"/>
            <a:ext cx="2002458" cy="4559257"/>
          </a:xfrm>
          <a:prstGeom prst="rect">
            <a:avLst/>
          </a:prstGeom>
          <a:noFill/>
          <a:ln>
            <a:noFill/>
          </a:ln>
        </p:spPr>
      </p:pic>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6" name="Shape 48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1pPr>
            <a:lvl2pPr lvl="1"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2pPr>
            <a:lvl3pPr lvl="2"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3pPr>
            <a:lvl4pPr lvl="3"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4pPr>
            <a:lvl5pPr lvl="4"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5pPr>
            <a:lvl6pPr lvl="5"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6pPr>
            <a:lvl7pPr lvl="6"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7pPr>
            <a:lvl8pPr lvl="7"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8pPr>
            <a:lvl9pPr lvl="8" algn="ctr">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9pPr>
          </a:lstStyle>
          <a:p/>
        </p:txBody>
      </p:sp>
      <p:sp>
        <p:nvSpPr>
          <p:cNvPr id="7" name="Google Shape;7;p1"/>
          <p:cNvSpPr txBox="1"/>
          <p:nvPr>
            <p:ph idx="1" type="body"/>
          </p:nvPr>
        </p:nvSpPr>
        <p:spPr>
          <a:xfrm>
            <a:off x="713225" y="1187600"/>
            <a:ext cx="7717500" cy="34164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a:lnSpc>
                <a:spcPct val="100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3" name="Shape 483"/>
        <p:cNvGrpSpPr/>
        <p:nvPr/>
      </p:nvGrpSpPr>
      <p:grpSpPr>
        <a:xfrm>
          <a:off x="0" y="0"/>
          <a:ext cx="0" cy="0"/>
          <a:chOff x="0" y="0"/>
          <a:chExt cx="0" cy="0"/>
        </a:xfrm>
      </p:grpSpPr>
      <p:sp>
        <p:nvSpPr>
          <p:cNvPr id="484" name="Google Shape;484;p5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85" name="Google Shape;485;p5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7.xml"/><Relationship Id="rId5" Type="http://schemas.openxmlformats.org/officeDocument/2006/relationships/hyperlink" Target="http://bit.ly/33VAFh3" TargetMode="External"/><Relationship Id="rId6" Type="http://schemas.openxmlformats.org/officeDocument/2006/relationships/slide" Target="/ppt/slides/slide64.xml"/><Relationship Id="rId7" Type="http://schemas.openxmlformats.org/officeDocument/2006/relationships/slide" Target="/ppt/slides/slide62.xml"/><Relationship Id="rId8" Type="http://schemas.openxmlformats.org/officeDocument/2006/relationships/slide" Target="/ppt/slides/slide62.xml"/><Relationship Id="rId11" Type="http://schemas.openxmlformats.org/officeDocument/2006/relationships/slide" Target="/ppt/slides/slide71.xml"/><Relationship Id="rId10" Type="http://schemas.openxmlformats.org/officeDocument/2006/relationships/slide" Target="/ppt/slides/slide69.xml"/><Relationship Id="rId13" Type="http://schemas.openxmlformats.org/officeDocument/2006/relationships/slide" Target="/ppt/slides/slide72.xml"/><Relationship Id="rId12" Type="http://schemas.openxmlformats.org/officeDocument/2006/relationships/slide" Target="/ppt/slides/slide71.xml"/><Relationship Id="rId15" Type="http://schemas.openxmlformats.org/officeDocument/2006/relationships/slide" Target="/ppt/slides/slide73.xml"/><Relationship Id="rId14" Type="http://schemas.openxmlformats.org/officeDocument/2006/relationships/hyperlink" Target="https://storyset.com/?utm_source=slidesgo_template&amp;utm_medium=referral-link&amp;utm_campaign=slidesgo_contents_of_this_template&amp;utm_term=storyset&amp;utm_content=storyset" TargetMode="External"/><Relationship Id="rId17" Type="http://schemas.openxmlformats.org/officeDocument/2006/relationships/slide" Target="/ppt/slides/slide79.xml"/><Relationship Id="rId16" Type="http://schemas.openxmlformats.org/officeDocument/2006/relationships/slide" Target="/ppt/slides/slide7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5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8.xml"/><Relationship Id="rId3" Type="http://schemas.openxmlformats.org/officeDocument/2006/relationships/image" Target="../media/image65.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9.xml"/><Relationship Id="rId3" Type="http://schemas.openxmlformats.org/officeDocument/2006/relationships/image" Target="../media/image3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 Id="rId3" Type="http://schemas.openxmlformats.org/officeDocument/2006/relationships/image" Target="../media/image45.jpg"/><Relationship Id="rId4" Type="http://schemas.openxmlformats.org/officeDocument/2006/relationships/image" Target="../media/image10.png"/><Relationship Id="rId5" Type="http://schemas.openxmlformats.org/officeDocument/2006/relationships/image" Target="../media/image11.png"/><Relationship Id="rId6" Type="http://schemas.openxmlformats.org/officeDocument/2006/relationships/image" Target="../media/image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1.xml"/><Relationship Id="rId3" Type="http://schemas.openxmlformats.org/officeDocument/2006/relationships/image" Target="../media/image72.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MSniLGbacSZGuK5aZsyvbWdXcS5U0RuJCptW1tGc_ZQ/copy" TargetMode="External"/><Relationship Id="rId5" Type="http://schemas.openxmlformats.org/officeDocument/2006/relationships/image" Target="../media/image33.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MSniLGbacSZGuK5aZsyvbWdXcS5U0RuJCptW1tGc_ZQ/copy" TargetMode="External"/><Relationship Id="rId5" Type="http://schemas.openxmlformats.org/officeDocument/2006/relationships/image" Target="../media/image34.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hyperlink" Target="https://docs.google.com/spreadsheets/d/1MSniLGbacSZGuK5aZsyvbWdXcS5U0RuJCptW1tGc_ZQ" TargetMode="External"/><Relationship Id="rId4" Type="http://schemas.openxmlformats.org/officeDocument/2006/relationships/image" Target="../media/image3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MSniLGbacSZGuK5aZsyvbWdXcS5U0RuJCptW1tGc_ZQ/copy" TargetMode="External"/><Relationship Id="rId5" Type="http://schemas.openxmlformats.org/officeDocument/2006/relationships/image" Target="../media/image3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6.xml"/><Relationship Id="rId3" Type="http://schemas.openxmlformats.org/officeDocument/2006/relationships/image" Target="../media/image70.png"/><Relationship Id="rId4" Type="http://schemas.openxmlformats.org/officeDocument/2006/relationships/image" Target="../media/image69.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0.xml"/><Relationship Id="rId3" Type="http://schemas.openxmlformats.org/officeDocument/2006/relationships/image" Target="../media/image71.png"/><Relationship Id="rId4" Type="http://schemas.openxmlformats.org/officeDocument/2006/relationships/image" Target="../media/image10.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9.xml"/><Relationship Id="rId3" Type="http://schemas.openxmlformats.org/officeDocument/2006/relationships/image" Target="../media/image73.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0.xml"/><Relationship Id="rId3" Type="http://schemas.openxmlformats.org/officeDocument/2006/relationships/image" Target="../media/image61.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4.xml"/><Relationship Id="rId3" Type="http://schemas.openxmlformats.org/officeDocument/2006/relationships/image" Target="../media/image38.jp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5.xml"/><Relationship Id="rId3" Type="http://schemas.openxmlformats.org/officeDocument/2006/relationships/image" Target="../media/image62.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3.xml"/><Relationship Id="rId3" Type="http://schemas.openxmlformats.org/officeDocument/2006/relationships/image" Target="../media/image63.jp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6.xml"/><Relationship Id="rId3" Type="http://schemas.openxmlformats.org/officeDocument/2006/relationships/image" Target="../media/image68.png"/><Relationship Id="rId4" Type="http://schemas.openxmlformats.org/officeDocument/2006/relationships/image" Target="../media/image66.png"/><Relationship Id="rId5" Type="http://schemas.openxmlformats.org/officeDocument/2006/relationships/image" Target="../media/image67.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7.xml"/><Relationship Id="rId3" Type="http://schemas.openxmlformats.org/officeDocument/2006/relationships/image" Target="../media/image39.jpg"/><Relationship Id="rId4" Type="http://schemas.openxmlformats.org/officeDocument/2006/relationships/image" Target="../media/image42.jp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8.xml"/><Relationship Id="rId3" Type="http://schemas.openxmlformats.org/officeDocument/2006/relationships/image" Target="../media/image40.jp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9.xml"/><Relationship Id="rId3" Type="http://schemas.openxmlformats.org/officeDocument/2006/relationships/image" Target="../media/image41.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0.xml"/><Relationship Id="rId3" Type="http://schemas.openxmlformats.org/officeDocument/2006/relationships/image" Target="../media/image43.jp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61.xml"/><Relationship Id="rId3" Type="http://schemas.openxmlformats.org/officeDocument/2006/relationships/image" Target="../media/image54.jp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4.xml"/><Relationship Id="rId3" Type="http://schemas.openxmlformats.org/officeDocument/2006/relationships/image" Target="../media/image50.png"/><Relationship Id="rId4" Type="http://schemas.openxmlformats.org/officeDocument/2006/relationships/image" Target="../media/image46.png"/><Relationship Id="rId9" Type="http://schemas.openxmlformats.org/officeDocument/2006/relationships/image" Target="../media/image49.png"/><Relationship Id="rId5" Type="http://schemas.openxmlformats.org/officeDocument/2006/relationships/image" Target="../media/image64.png"/><Relationship Id="rId6" Type="http://schemas.openxmlformats.org/officeDocument/2006/relationships/image" Target="../media/image52.png"/><Relationship Id="rId7" Type="http://schemas.openxmlformats.org/officeDocument/2006/relationships/image" Target="../media/image48.png"/><Relationship Id="rId8" Type="http://schemas.openxmlformats.org/officeDocument/2006/relationships/image" Target="../media/image47.png"/><Relationship Id="rId10" Type="http://schemas.openxmlformats.org/officeDocument/2006/relationships/image" Target="../media/image59.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6.xml"/><Relationship Id="rId3" Type="http://schemas.openxmlformats.org/officeDocument/2006/relationships/hyperlink" Target="https://www.flaticon.com/packs/healthcare-34?word=medical/?utm_source=slidesgo_template&amp;utm_medium=referral-link&amp;utm_campaign=sg_resources&amp;utm_content=flaticon" TargetMode="External"/><Relationship Id="rId4" Type="http://schemas.openxmlformats.org/officeDocument/2006/relationships/hyperlink" Target="https://www.freepik.com/premium-photo/hardworking-nurse-with-surgical-mask_14602777.htm/?utm_source=slidesgo_template&amp;utm_medium=referral-link&amp;utm_campaign=sg_resources&amp;utm_content=freepik" TargetMode="External"/><Relationship Id="rId9" Type="http://schemas.openxmlformats.org/officeDocument/2006/relationships/hyperlink" Target="https://www.freepik.com/premium-photo/doctor-holding-stethoscope-arm-looking-camera_5480843.htm/?utm_source=slidesgo_template&amp;utm_medium=referral-link&amp;utm_campaign=sg_resources&amp;utm_content=freepik" TargetMode="External"/><Relationship Id="rId5" Type="http://schemas.openxmlformats.org/officeDocument/2006/relationships/hyperlink" Target="https://www.freepik.com/premium-photo/close-up-doctors-taking-care-patient-top-view_15516639.htm/?utm_source=slidesgo_template&amp;utm_medium=referral-link&amp;utm_campaign=sg_resources&amp;utm_content=freepik" TargetMode="External"/><Relationship Id="rId6" Type="http://schemas.openxmlformats.org/officeDocument/2006/relationships/hyperlink" Target="https://www.freepik.com/premium-photo/doctor-examining-hand-patient_5480837.htm/?utm_source=slidesgo_template&amp;utm_medium=referral-link&amp;utm_campaign=sg_resources&amp;utm_content=freepik" TargetMode="External"/><Relationship Id="rId7" Type="http://schemas.openxmlformats.org/officeDocument/2006/relationships/hyperlink" Target="https://www.freepik.com/premium-photo/woman-doctor-putting-her-pandemic-equipment_10752820.htm/?utm_source=slidesgo_template&amp;utm_medium=referral-link&amp;utm_campaign=sg_resources&amp;utm_content=freepik" TargetMode="External"/><Relationship Id="rId8" Type="http://schemas.openxmlformats.org/officeDocument/2006/relationships/hyperlink" Target="https://www.freepik.com/premium-photo/doctor-giving-medical-prescription_10887311.htm/?utm_source=slidesgo_template&amp;utm_medium=referral-link&amp;utm_campaign=sg_resources&amp;utm_content=freepik" TargetMode="External"/><Relationship Id="rId11" Type="http://schemas.openxmlformats.org/officeDocument/2006/relationships/hyperlink" Target="https://www.freepik.com/premium-photo/mid-section-woman-having-stomach-ache_3590136.htm/?utm_source=slidesgo_template&amp;utm_medium=referral-link&amp;utm_campaign=sg_resources&amp;utm_content=freepik" TargetMode="External"/><Relationship Id="rId10" Type="http://schemas.openxmlformats.org/officeDocument/2006/relationships/hyperlink" Target="https://www.freepik.com/premium-photo/confident-elderly-doctor-office_3004249.htm/?utm_source=slidesgo_template&amp;utm_medium=referral-link&amp;utm_campaign=sg_resources&amp;utm_content=freepik" TargetMode="External"/><Relationship Id="rId13" Type="http://schemas.openxmlformats.org/officeDocument/2006/relationships/hyperlink" Target="https://www.freepik.com/premium-photo/doctor-wearing-face-mask-clinic_10823301.htm/?utm_source=slidesgo_template&amp;utm_medium=referral-link&amp;utm_campaign=sg_resources&amp;utm_content=freepik" TargetMode="External"/><Relationship Id="rId12" Type="http://schemas.openxmlformats.org/officeDocument/2006/relationships/hyperlink" Target="https://www.freepik.com/premium-photo/high-angle-female-male-nurse_7533933.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7.xml"/><Relationship Id="rId3" Type="http://schemas.openxmlformats.org/officeDocument/2006/relationships/hyperlink" Target="https://www.freepik.com/free-vector/colorless-watercolor-cover-collection_12893268.htm/?utm_source=slidesgo_template&amp;utm_medium=referral-link&amp;utm_campaign=sg_resources&amp;utm_content=freepik" TargetMode="External"/><Relationship Id="rId4" Type="http://schemas.openxmlformats.org/officeDocument/2006/relationships/hyperlink" Target="https://www.freepik.com/free-vector/colorless-abstract-cover-collection_12893361.htm/?utm_source=slidesgo_template&amp;utm_medium=referral-link&amp;utm_campaign=sg_resources&amp;utm_content=freepik" TargetMode="External"/><Relationship Id="rId9" Type="http://schemas.openxmlformats.org/officeDocument/2006/relationships/hyperlink" Target="https://www.freepik.com/free-photo/medium-shot-smiley-man-wearing-coat_12060662.htm/?utm_source=slidesgo_template&amp;utm_medium=referral-link&amp;utm_campaign=sg_resources&amp;utm_content=freepik" TargetMode="External"/><Relationship Id="rId5" Type="http://schemas.openxmlformats.org/officeDocument/2006/relationships/hyperlink" Target="https://www.freepik.com/free-photo/senior-woman-with-medical-problems_7794973.htm/?utm_source=slidesgo_template&amp;utm_medium=referral-link&amp;utm_campaign=sg_resources&amp;utm_content=freepik" TargetMode="External"/><Relationship Id="rId6" Type="http://schemas.openxmlformats.org/officeDocument/2006/relationships/hyperlink" Target="https://www.freepik.com/free-photo/man-with-medical-problems_7794963.htm/?utm_source=slidesgo_template&amp;utm_medium=referral-link&amp;utm_campaign=sg_resources&amp;utm_content=freepik" TargetMode="External"/><Relationship Id="rId7" Type="http://schemas.openxmlformats.org/officeDocument/2006/relationships/hyperlink" Target="https://www.freepik.com/free-photo/senior-woman-taking-pills_7791922.htm/?utm_source=slidesgo_template&amp;utm_medium=referral-link&amp;utm_campaign=sg_resources&amp;utm_content=freepik" TargetMode="External"/><Relationship Id="rId8" Type="http://schemas.openxmlformats.org/officeDocument/2006/relationships/hyperlink" Target="https://www.freepik.com/free-photo/pills-box-yellow-background_8033455.htm/?utm_source=slidesgo_template&amp;utm_medium=referral-link&amp;utm_campaign=sg_resources&amp;utm_content=freepik" TargetMode="External"/><Relationship Id="rId11" Type="http://schemas.openxmlformats.org/officeDocument/2006/relationships/hyperlink" Target="https://www.freepik.com/free-photo/front-view-female-physician-with-stethoscope_12388430.htm/?utm_source=slidesgo_template&amp;utm_medium=referral-link&amp;utm_campaign=sg_resources&amp;utm_content=freepik" TargetMode="External"/><Relationship Id="rId10" Type="http://schemas.openxmlformats.org/officeDocument/2006/relationships/hyperlink" Target="https://www.freepik.com/free-photo/front-view-covid-recovery-center-female-doctor-with-stethoscope_12367976.htm/?utm_source=slidesgo_template&amp;utm_medium=referral-link&amp;utm_campaign=sg_resources&amp;utm_content=freepik" TargetMode="External"/><Relationship Id="rId13" Type="http://schemas.openxmlformats.org/officeDocument/2006/relationships/hyperlink" Target="https://www.freepik.com/free-photo/portrait-young-female-nurse-standing-front-senior-woman-sitting-wheel-chair_2676135.htm/?utm_source=slidesgo_template&amp;utm_medium=referral-link&amp;utm_campaign=sg_resources&amp;utm_content=freepik" TargetMode="External"/><Relationship Id="rId12" Type="http://schemas.openxmlformats.org/officeDocument/2006/relationships/hyperlink" Target="https://www.freepik.com/free-photo/male-nurse-with-arms-crossed_7533207.htm/?utm_source=slidesgo_template&amp;utm_medium=referral-link&amp;utm_campaign=sg_resources&amp;utm_content=freepik" TargetMode="External"/><Relationship Id="rId14" Type="http://schemas.openxmlformats.org/officeDocument/2006/relationships/hyperlink" Target="https://www.freepik.com/free-photo/high-angle-minimal-medicinal-pills-assortment_13106388.htm/?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8.xml"/><Relationship Id="rId3" Type="http://schemas.openxmlformats.org/officeDocument/2006/relationships/hyperlink" Target="https://www.freepik.com/premium-photo/doctor-holding-stethoscope-with-copy-space_5480810.htm/?utm_source=slidesgo_template&amp;utm_medium=referral-link&amp;utm_campaign=sg_resources&amp;utm_content=freepik" TargetMode="External"/><Relationship Id="rId4" Type="http://schemas.openxmlformats.org/officeDocument/2006/relationships/hyperlink" Target="https://www.freepik.com/premium-photo/cheerful-young-doctor-making-notes_2994317.htm/?utm_source=slidesgo_template&amp;utm_medium=referral-link&amp;utm_campaign=sg_resources&amp;utm_content=freepik" TargetMode="External"/><Relationship Id="rId9" Type="http://schemas.openxmlformats.org/officeDocument/2006/relationships/hyperlink" Target="https://www.freepik.com/premium-photo/man-lying-sofa-having-sever-stomach-ache_3590065.htm/?utm_source=slidesgo_template&amp;utm_medium=referral-link&amp;utm_campaign=sg_resources&amp;utm_content=freepik" TargetMode="External"/><Relationship Id="rId5" Type="http://schemas.openxmlformats.org/officeDocument/2006/relationships/hyperlink" Target="https://www.freepik.com/free-photo/portrait-pretty-doctor-hospital_10887282.htm/?utm_source=slidesgo_template&amp;utm_medium=referral-link&amp;utm_campaign=sg_resources&amp;utm_content=freepik" TargetMode="External"/><Relationship Id="rId6" Type="http://schemas.openxmlformats.org/officeDocument/2006/relationships/hyperlink" Target="https://www.freepik.com/premium-photo/portrait-doctor-holding-stethoscope-physical-examination_3885502.htm/?utm_source=slidesgo_template&amp;utm_medium=referral-link&amp;utm_campaign=sg_resources&amp;utm_content=freepik" TargetMode="External"/><Relationship Id="rId7" Type="http://schemas.openxmlformats.org/officeDocument/2006/relationships/hyperlink" Target="https://www.freepik.com/premium-photo/young-man-standing-front-blue-sofa-suffering-from-stomach-ache_3590061.htm/?utm_source=slidesgo_template&amp;utm_medium=referral-link&amp;utm_campaign=sg_resources&amp;utm_content=freepik" TargetMode="External"/><Relationship Id="rId8" Type="http://schemas.openxmlformats.org/officeDocument/2006/relationships/hyperlink" Target="https://www.freepik.com/premium-photo/young-man-suffering-from-stomach-ache_3590054.htm/?utm_source=slidesgo_template&amp;utm_medium=referral-link&amp;utm_campaign=sg_resources&amp;utm_content=freepik" TargetMode="External"/><Relationship Id="rId11" Type="http://schemas.openxmlformats.org/officeDocument/2006/relationships/hyperlink" Target="http://freepik.com/premium-photo/close-up-doctor-his-office-discussing-medical-report-with-patient_3894247.htm/?utm_source=slidesgo_template&amp;utm_medium=referral-link&amp;utm_campaign=sg_resources&amp;utm_content=freepik" TargetMode="External"/><Relationship Id="rId10" Type="http://schemas.openxmlformats.org/officeDocument/2006/relationships/hyperlink" Target="https://www.freepik.com/premium-photo/doctor-old-woman-holding-hands-close-up_5199936.htm/?utm_source=slidesgo_template&amp;utm_medium=referral-link&amp;utm_campaign=sg_resources&amp;utm_content=freepik"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6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1.xml"/><Relationship Id="rId3" Type="http://schemas.openxmlformats.org/officeDocument/2006/relationships/hyperlink" Target="https://fonts.google.com/specimen/DM+Serif+Display" TargetMode="External"/><Relationship Id="rId4" Type="http://schemas.openxmlformats.org/officeDocument/2006/relationships/hyperlink" Target="https://fonts.google.com/specimen/Karla"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55.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51.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8.gif"/><Relationship Id="rId14" Type="http://schemas.openxmlformats.org/officeDocument/2006/relationships/image" Target="../media/image5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5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3.xml"/><Relationship Id="rId3" Type="http://schemas.openxmlformats.org/officeDocument/2006/relationships/hyperlink" Target="https://bit.ly/2ZjL1pd"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9.xml"/><Relationship Id="rId3" Type="http://schemas.openxmlformats.org/officeDocument/2006/relationships/hyperlink" Target="https://www.google.com/url?q=https://workspace.google.com/marketplace/app/icons_for_slides_docs/381578326502&amp;sa=D&amp;source=editors&amp;ust=1658299895735088&amp;usg=AOvVaw1rKFlopJQ56tuB1nsKeqao" TargetMode="Externa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6.xml"/><Relationship Id="rId3" Type="http://schemas.openxmlformats.org/officeDocument/2006/relationships/hyperlink" Target="http://bit.ly/2PfT4lq" TargetMode="External"/><Relationship Id="rId4" Type="http://schemas.openxmlformats.org/officeDocument/2006/relationships/image" Target="../media/image6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53"/>
          <p:cNvSpPr txBox="1"/>
          <p:nvPr>
            <p:ph type="ctrTitle"/>
          </p:nvPr>
        </p:nvSpPr>
        <p:spPr>
          <a:xfrm>
            <a:off x="953325" y="1452750"/>
            <a:ext cx="7237500" cy="181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Minimalist Hepatitis Clinical Case</a:t>
            </a:r>
            <a:endParaRPr/>
          </a:p>
        </p:txBody>
      </p:sp>
      <p:sp>
        <p:nvSpPr>
          <p:cNvPr id="492" name="Google Shape;492;p53"/>
          <p:cNvSpPr txBox="1"/>
          <p:nvPr>
            <p:ph idx="1" type="subTitle"/>
          </p:nvPr>
        </p:nvSpPr>
        <p:spPr>
          <a:xfrm>
            <a:off x="1540125" y="3266850"/>
            <a:ext cx="6063900" cy="4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a:t>
            </a:r>
            <a:r>
              <a:rPr lang="en"/>
              <a:t>presentation</a:t>
            </a:r>
            <a:r>
              <a:rPr lang="en"/>
              <a:t> begins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491"/>
                                        </p:tgtEl>
                                        <p:attrNameLst>
                                          <p:attrName>style.visibility</p:attrName>
                                        </p:attrNameLst>
                                      </p:cBhvr>
                                      <p:to>
                                        <p:strVal val="visible"/>
                                      </p:to>
                                    </p:set>
                                    <p:anim calcmode="lin" valueType="num">
                                      <p:cBhvr additive="base">
                                        <p:cTn dur="1000"/>
                                        <p:tgtEl>
                                          <p:spTgt spid="49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492"/>
                                        </p:tgtEl>
                                        <p:attrNameLst>
                                          <p:attrName>style.visibility</p:attrName>
                                        </p:attrNameLst>
                                      </p:cBhvr>
                                      <p:to>
                                        <p:strVal val="visible"/>
                                      </p:to>
                                    </p:set>
                                    <p:animEffect filter="fade" transition="in">
                                      <p:cBhvr>
                                        <p:cTn dur="1000"/>
                                        <p:tgtEl>
                                          <p:spTgt spid="4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 name="Shape 496"/>
        <p:cNvGrpSpPr/>
        <p:nvPr/>
      </p:nvGrpSpPr>
      <p:grpSpPr>
        <a:xfrm>
          <a:off x="0" y="0"/>
          <a:ext cx="0" cy="0"/>
          <a:chOff x="0" y="0"/>
          <a:chExt cx="0" cy="0"/>
        </a:xfrm>
      </p:grpSpPr>
      <p:sp>
        <p:nvSpPr>
          <p:cNvPr id="497" name="Google Shape;497;p5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498" name="Google Shape;498;p54"/>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 </a:t>
            </a:r>
            <a:endParaRPr/>
          </a:p>
          <a:p>
            <a:pPr indent="-304800" lvl="0" marL="457200" rtl="0" algn="l">
              <a:spcBef>
                <a:spcPts val="0"/>
              </a:spcBef>
              <a:spcAft>
                <a:spcPts val="0"/>
              </a:spcAft>
              <a:buSzPts val="1200"/>
              <a:buChar char="●"/>
            </a:pPr>
            <a:r>
              <a:rPr lang="en"/>
              <a:t>A slide structure based on a clinical case presentation, which you can easily adapt to your needs. For more info on how to edit the template, please visit </a:t>
            </a:r>
            <a:r>
              <a:rPr b="1" lang="en">
                <a:solidFill>
                  <a:schemeClr val="hlink"/>
                </a:solidFill>
                <a:uFill>
                  <a:noFill/>
                </a:uFill>
                <a:hlinkClick r:id="rId4"/>
              </a:rPr>
              <a:t>our blog</a:t>
            </a:r>
            <a:r>
              <a:rPr lang="en"/>
              <a:t> or read our </a:t>
            </a:r>
            <a:r>
              <a:rPr b="1" lang="en">
                <a:uFill>
                  <a:noFill/>
                </a:uFill>
                <a:hlinkClick r:id="rId5"/>
              </a:rPr>
              <a:t>FAQs</a:t>
            </a:r>
            <a:r>
              <a:rPr lang="en"/>
              <a:t>.</a:t>
            </a:r>
            <a:endParaRPr/>
          </a:p>
          <a:p>
            <a:pPr indent="-304800" lvl="0" marL="457200" rtl="0" algn="l">
              <a:spcBef>
                <a:spcPts val="0"/>
              </a:spcBef>
              <a:spcAft>
                <a:spcPts val="0"/>
              </a:spcAft>
              <a:buSzPts val="1200"/>
              <a:buChar char="●"/>
            </a:pPr>
            <a:r>
              <a:rPr lang="en"/>
              <a:t>An assortment of graphic resources that are suitable for use in the presentation can be found in the </a:t>
            </a:r>
            <a:r>
              <a:rPr b="1" lang="en">
                <a:uFill>
                  <a:noFill/>
                </a:uFill>
                <a:hlinkClick action="ppaction://hlinksldjump" r:id="rId6"/>
              </a:rPr>
              <a:t>alternative resources slide</a:t>
            </a:r>
            <a:r>
              <a:rPr b="1" lang="en"/>
              <a:t>s</a:t>
            </a:r>
            <a:r>
              <a:rPr lang="en"/>
              <a:t>.</a:t>
            </a:r>
            <a:endParaRPr/>
          </a:p>
          <a:p>
            <a:pPr indent="-304800" lvl="0" marL="457200" rtl="0" algn="l">
              <a:spcBef>
                <a:spcPts val="0"/>
              </a:spcBef>
              <a:spcAft>
                <a:spcPts val="0"/>
              </a:spcAft>
              <a:buSzPts val="1200"/>
              <a:buChar char="●"/>
            </a:pPr>
            <a:r>
              <a:rPr lang="en"/>
              <a:t>A </a:t>
            </a:r>
            <a:r>
              <a:rPr b="1" lang="en">
                <a:solidFill>
                  <a:schemeClr val="hlink"/>
                </a:solidFill>
                <a:uFill>
                  <a:noFill/>
                </a:uFill>
                <a:hlinkClick action="ppaction://hlinksldjump" r:id="rId7"/>
              </a:rPr>
              <a:t>thanks </a:t>
            </a:r>
            <a:r>
              <a:rPr b="1" lang="en">
                <a:solidFill>
                  <a:schemeClr val="hlink"/>
                </a:solidFill>
                <a:uFill>
                  <a:noFill/>
                </a:uFill>
                <a:hlinkClick action="ppaction://hlinksldjump" r:id="rId8"/>
              </a:rPr>
              <a:t>slide</a:t>
            </a:r>
            <a:r>
              <a:rPr lang="en"/>
              <a:t>, which you must keep so that proper credits for our design are given.</a:t>
            </a:r>
            <a:endParaRPr/>
          </a:p>
          <a:p>
            <a:pPr indent="-304800" lvl="0" marL="457200" rtl="0" algn="l">
              <a:spcBef>
                <a:spcPts val="0"/>
              </a:spcBef>
              <a:spcAft>
                <a:spcPts val="0"/>
              </a:spcAft>
              <a:buSzPts val="1200"/>
              <a:buChar char="●"/>
            </a:pPr>
            <a:r>
              <a:rPr lang="en"/>
              <a:t>Two </a:t>
            </a:r>
            <a:r>
              <a:rPr b="1" lang="en">
                <a:solidFill>
                  <a:schemeClr val="hlink"/>
                </a:solidFill>
                <a:uFill>
                  <a:noFill/>
                </a:uFill>
                <a:hlinkClick action="ppaction://hlinksldjump" r:id="rId9"/>
              </a:rPr>
              <a:t>resources slide</a:t>
            </a:r>
            <a:r>
              <a:rPr lang="en"/>
              <a:t>, where you’ll find links to all the elements used in the template.</a:t>
            </a:r>
            <a:endParaRPr/>
          </a:p>
          <a:p>
            <a:pPr indent="-304800" lvl="0" marL="457200" rtl="0" algn="l">
              <a:spcBef>
                <a:spcPts val="0"/>
              </a:spcBef>
              <a:spcAft>
                <a:spcPts val="0"/>
              </a:spcAft>
              <a:buSzPts val="1200"/>
              <a:buChar char="●"/>
            </a:pPr>
            <a:r>
              <a:rPr b="1" lang="en">
                <a:solidFill>
                  <a:schemeClr val="hlink"/>
                </a:solidFill>
                <a:uFill>
                  <a:noFill/>
                </a:uFill>
                <a:hlinkClick action="ppaction://hlinksldjump" r:id="rId10"/>
              </a:rPr>
              <a:t>Instructions for use</a:t>
            </a:r>
            <a:r>
              <a:rPr lang="en"/>
              <a:t>.</a:t>
            </a:r>
            <a:endParaRPr/>
          </a:p>
          <a:p>
            <a:pPr indent="-304800" lvl="0" marL="457200" rtl="0" algn="l">
              <a:spcBef>
                <a:spcPts val="0"/>
              </a:spcBef>
              <a:spcAft>
                <a:spcPts val="0"/>
              </a:spcAft>
              <a:buSzPts val="1200"/>
              <a:buChar char="●"/>
            </a:pPr>
            <a:r>
              <a:rPr lang="en"/>
              <a:t>Final slides with:</a:t>
            </a:r>
            <a:endParaRPr/>
          </a:p>
          <a:p>
            <a:pPr indent="-304800" lvl="0" marL="914400" rtl="0" algn="l">
              <a:spcBef>
                <a:spcPts val="0"/>
              </a:spcBef>
              <a:spcAft>
                <a:spcPts val="0"/>
              </a:spcAft>
              <a:buSzPts val="1200"/>
              <a:buChar char="●"/>
            </a:pPr>
            <a:r>
              <a:rPr lang="en"/>
              <a:t>The</a:t>
            </a:r>
            <a:r>
              <a:rPr lang="en">
                <a:uFill>
                  <a:noFill/>
                </a:uFill>
                <a:hlinkClick action="ppaction://hlinksldjump" r:id="rId11"/>
              </a:rPr>
              <a:t> </a:t>
            </a:r>
            <a:r>
              <a:rPr b="1" lang="en">
                <a:uFill>
                  <a:noFill/>
                </a:uFill>
                <a:hlinkClick action="ppaction://hlinksldjump" r:id="rId12"/>
              </a:rPr>
              <a:t>fonts and colors</a:t>
            </a:r>
            <a:r>
              <a:rPr lang="en"/>
              <a:t> used in the template.</a:t>
            </a:r>
            <a:endParaRPr/>
          </a:p>
          <a:p>
            <a:pPr indent="-304800" lvl="0" marL="914400" rtl="0" algn="l">
              <a:spcBef>
                <a:spcPts val="0"/>
              </a:spcBef>
              <a:spcAft>
                <a:spcPts val="0"/>
              </a:spcAft>
              <a:buSzPts val="1200"/>
              <a:buChar char="●"/>
            </a:pPr>
            <a:r>
              <a:rPr lang="en"/>
              <a:t>A </a:t>
            </a:r>
            <a:r>
              <a:rPr b="1" lang="en"/>
              <a:t>selection of </a:t>
            </a:r>
            <a:r>
              <a:rPr b="1" lang="en">
                <a:uFill>
                  <a:noFill/>
                </a:uFill>
                <a:hlinkClick action="ppaction://hlinksldjump" r:id="rId13"/>
              </a:rPr>
              <a:t>illustrations</a:t>
            </a:r>
            <a:r>
              <a:rPr b="1" lang="en"/>
              <a:t>.</a:t>
            </a:r>
            <a:r>
              <a:rPr lang="en"/>
              <a:t> You can also customize and animate them as you wish with the online editor. Visit</a:t>
            </a:r>
            <a:r>
              <a:rPr b="1" lang="en"/>
              <a:t> </a:t>
            </a:r>
            <a:r>
              <a:rPr b="1" lang="en">
                <a:uFill>
                  <a:noFill/>
                </a:uFill>
                <a:hlinkClick r:id="rId14"/>
              </a:rPr>
              <a:t>Storyset</a:t>
            </a:r>
            <a:r>
              <a:rPr lang="en"/>
              <a:t> to find more. </a:t>
            </a:r>
            <a:endParaRPr/>
          </a:p>
          <a:p>
            <a:pPr indent="-304800" lvl="0" marL="914400" rtl="0" algn="l">
              <a:spcBef>
                <a:spcPts val="0"/>
              </a:spcBef>
              <a:spcAft>
                <a:spcPts val="0"/>
              </a:spcAft>
              <a:buSzPts val="1200"/>
              <a:buChar char="●"/>
            </a:pPr>
            <a:r>
              <a:rPr lang="en"/>
              <a:t>More</a:t>
            </a:r>
            <a:r>
              <a:rPr lang="en">
                <a:uFill>
                  <a:noFill/>
                </a:uFill>
                <a:hlinkClick action="ppaction://hlinksldjump" r:id="rId15"/>
              </a:rPr>
              <a:t> </a:t>
            </a:r>
            <a:r>
              <a:rPr b="1" lang="en">
                <a:uFill>
                  <a:noFill/>
                </a:uFill>
                <a:hlinkClick action="ppaction://hlinksldjump" r:id="rId16"/>
              </a:rPr>
              <a:t>infographic resources</a:t>
            </a:r>
            <a:r>
              <a:rPr lang="en"/>
              <a:t>, whose size and color can be edited. </a:t>
            </a:r>
            <a:endParaRPr/>
          </a:p>
          <a:p>
            <a:pPr indent="-304800" lvl="0" marL="914400" rtl="0" algn="l">
              <a:spcBef>
                <a:spcPts val="0"/>
              </a:spcBef>
              <a:spcAft>
                <a:spcPts val="0"/>
              </a:spcAft>
              <a:buSzPts val="1200"/>
              <a:buChar char="●"/>
            </a:pPr>
            <a:r>
              <a:rPr lang="en"/>
              <a:t>Sets of </a:t>
            </a:r>
            <a:r>
              <a:rPr b="1" lang="en">
                <a:uFill>
                  <a:noFill/>
                </a:uFill>
                <a:hlinkClick action="ppaction://hlinksldjump" r:id="rId17"/>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 name="Shape 502"/>
        <p:cNvGrpSpPr/>
        <p:nvPr/>
      </p:nvGrpSpPr>
      <p:grpSpPr>
        <a:xfrm>
          <a:off x="0" y="0"/>
          <a:ext cx="0" cy="0"/>
          <a:chOff x="0" y="0"/>
          <a:chExt cx="0" cy="0"/>
        </a:xfrm>
      </p:grpSpPr>
      <p:sp>
        <p:nvSpPr>
          <p:cNvPr id="503" name="Google Shape;503;p5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504" name="Google Shape;504;p55"/>
          <p:cNvSpPr txBox="1"/>
          <p:nvPr>
            <p:ph idx="2" type="title"/>
          </p:nvPr>
        </p:nvSpPr>
        <p:spPr>
          <a:xfrm>
            <a:off x="1002325" y="1180055"/>
            <a:ext cx="1936500" cy="7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05" name="Google Shape;505;p55"/>
          <p:cNvSpPr txBox="1"/>
          <p:nvPr>
            <p:ph idx="3" type="title"/>
          </p:nvPr>
        </p:nvSpPr>
        <p:spPr>
          <a:xfrm>
            <a:off x="713225" y="1825998"/>
            <a:ext cx="2514900" cy="38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506" name="Google Shape;506;p55"/>
          <p:cNvSpPr txBox="1"/>
          <p:nvPr>
            <p:ph idx="1" type="subTitle"/>
          </p:nvPr>
        </p:nvSpPr>
        <p:spPr>
          <a:xfrm>
            <a:off x="713225" y="2182181"/>
            <a:ext cx="2514900" cy="63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describe the topic of the section here</a:t>
            </a:r>
            <a:endParaRPr/>
          </a:p>
        </p:txBody>
      </p:sp>
      <p:sp>
        <p:nvSpPr>
          <p:cNvPr id="507" name="Google Shape;507;p55"/>
          <p:cNvSpPr txBox="1"/>
          <p:nvPr>
            <p:ph idx="4" type="title"/>
          </p:nvPr>
        </p:nvSpPr>
        <p:spPr>
          <a:xfrm>
            <a:off x="3603686" y="1180055"/>
            <a:ext cx="1936500" cy="7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08" name="Google Shape;508;p55"/>
          <p:cNvSpPr txBox="1"/>
          <p:nvPr>
            <p:ph idx="5" type="title"/>
          </p:nvPr>
        </p:nvSpPr>
        <p:spPr>
          <a:xfrm>
            <a:off x="3314587" y="1825998"/>
            <a:ext cx="2514900" cy="38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509" name="Google Shape;509;p55"/>
          <p:cNvSpPr txBox="1"/>
          <p:nvPr>
            <p:ph idx="6" type="subTitle"/>
          </p:nvPr>
        </p:nvSpPr>
        <p:spPr>
          <a:xfrm>
            <a:off x="3314590" y="2182181"/>
            <a:ext cx="2514900" cy="63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describe the topic of the section here</a:t>
            </a:r>
            <a:endParaRPr/>
          </a:p>
        </p:txBody>
      </p:sp>
      <p:sp>
        <p:nvSpPr>
          <p:cNvPr id="510" name="Google Shape;510;p55"/>
          <p:cNvSpPr txBox="1"/>
          <p:nvPr>
            <p:ph idx="7" type="title"/>
          </p:nvPr>
        </p:nvSpPr>
        <p:spPr>
          <a:xfrm>
            <a:off x="6205050" y="1180055"/>
            <a:ext cx="1936500" cy="7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11" name="Google Shape;511;p55"/>
          <p:cNvSpPr txBox="1"/>
          <p:nvPr>
            <p:ph idx="8" type="title"/>
          </p:nvPr>
        </p:nvSpPr>
        <p:spPr>
          <a:xfrm>
            <a:off x="5915950" y="1825999"/>
            <a:ext cx="2514900" cy="38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512" name="Google Shape;512;p55"/>
          <p:cNvSpPr txBox="1"/>
          <p:nvPr>
            <p:ph idx="9" type="subTitle"/>
          </p:nvPr>
        </p:nvSpPr>
        <p:spPr>
          <a:xfrm>
            <a:off x="5915954" y="2182182"/>
            <a:ext cx="2514900" cy="63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describe the topic of the section here</a:t>
            </a:r>
            <a:endParaRPr/>
          </a:p>
          <a:p>
            <a:pPr indent="0" lvl="0" marL="0" rtl="0" algn="ctr">
              <a:spcBef>
                <a:spcPts val="1200"/>
              </a:spcBef>
              <a:spcAft>
                <a:spcPts val="1200"/>
              </a:spcAft>
              <a:buNone/>
            </a:pPr>
            <a:r>
              <a:t/>
            </a:r>
            <a:endParaRPr/>
          </a:p>
        </p:txBody>
      </p:sp>
      <p:sp>
        <p:nvSpPr>
          <p:cNvPr id="513" name="Google Shape;513;p55"/>
          <p:cNvSpPr txBox="1"/>
          <p:nvPr>
            <p:ph idx="13" type="title"/>
          </p:nvPr>
        </p:nvSpPr>
        <p:spPr>
          <a:xfrm>
            <a:off x="2303000" y="2961254"/>
            <a:ext cx="1936500" cy="7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14" name="Google Shape;514;p55"/>
          <p:cNvSpPr txBox="1"/>
          <p:nvPr>
            <p:ph idx="14" type="title"/>
          </p:nvPr>
        </p:nvSpPr>
        <p:spPr>
          <a:xfrm>
            <a:off x="2013874" y="3611809"/>
            <a:ext cx="2514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515" name="Google Shape;515;p55"/>
          <p:cNvSpPr txBox="1"/>
          <p:nvPr>
            <p:ph idx="15" type="subTitle"/>
          </p:nvPr>
        </p:nvSpPr>
        <p:spPr>
          <a:xfrm>
            <a:off x="2013863" y="3967993"/>
            <a:ext cx="2514900" cy="63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describe the topic of the section here</a:t>
            </a:r>
            <a:endParaRPr/>
          </a:p>
        </p:txBody>
      </p:sp>
      <p:sp>
        <p:nvSpPr>
          <p:cNvPr id="516" name="Google Shape;516;p55"/>
          <p:cNvSpPr txBox="1"/>
          <p:nvPr>
            <p:ph idx="16" type="title"/>
          </p:nvPr>
        </p:nvSpPr>
        <p:spPr>
          <a:xfrm>
            <a:off x="4904284" y="2961254"/>
            <a:ext cx="1936800" cy="7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517" name="Google Shape;517;p55"/>
          <p:cNvSpPr txBox="1"/>
          <p:nvPr>
            <p:ph idx="17" type="title"/>
          </p:nvPr>
        </p:nvSpPr>
        <p:spPr>
          <a:xfrm>
            <a:off x="4528775" y="3611800"/>
            <a:ext cx="279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518" name="Google Shape;518;p55"/>
          <p:cNvSpPr txBox="1"/>
          <p:nvPr>
            <p:ph idx="18" type="subTitle"/>
          </p:nvPr>
        </p:nvSpPr>
        <p:spPr>
          <a:xfrm>
            <a:off x="4615137" y="3967993"/>
            <a:ext cx="2514900" cy="63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describe the topic of the section here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03"/>
                                        </p:tgtEl>
                                        <p:attrNameLst>
                                          <p:attrName>style.visibility</p:attrName>
                                        </p:attrNameLst>
                                      </p:cBhvr>
                                      <p:to>
                                        <p:strVal val="visible"/>
                                      </p:to>
                                    </p:set>
                                    <p:anim calcmode="lin" valueType="num">
                                      <p:cBhvr additive="base">
                                        <p:cTn dur="1000"/>
                                        <p:tgtEl>
                                          <p:spTgt spid="50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04"/>
                                        </p:tgtEl>
                                        <p:attrNameLst>
                                          <p:attrName>style.visibility</p:attrName>
                                        </p:attrNameLst>
                                      </p:cBhvr>
                                      <p:to>
                                        <p:strVal val="visible"/>
                                      </p:to>
                                    </p:set>
                                    <p:anim calcmode="lin" valueType="num">
                                      <p:cBhvr additive="base">
                                        <p:cTn dur="1000"/>
                                        <p:tgtEl>
                                          <p:spTgt spid="50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05"/>
                                        </p:tgtEl>
                                        <p:attrNameLst>
                                          <p:attrName>style.visibility</p:attrName>
                                        </p:attrNameLst>
                                      </p:cBhvr>
                                      <p:to>
                                        <p:strVal val="visible"/>
                                      </p:to>
                                    </p:set>
                                    <p:animEffect filter="fade" transition="in">
                                      <p:cBhvr>
                                        <p:cTn dur="1000"/>
                                        <p:tgtEl>
                                          <p:spTgt spid="505"/>
                                        </p:tgtEl>
                                      </p:cBhvr>
                                    </p:animEffect>
                                  </p:childTnLst>
                                </p:cTn>
                              </p:par>
                              <p:par>
                                <p:cTn fill="hold" nodeType="withEffect" presetClass="entr" presetID="10" presetSubtype="0">
                                  <p:stCondLst>
                                    <p:cond delay="0"/>
                                  </p:stCondLst>
                                  <p:childTnLst>
                                    <p:set>
                                      <p:cBhvr>
                                        <p:cTn dur="1" fill="hold">
                                          <p:stCondLst>
                                            <p:cond delay="0"/>
                                          </p:stCondLst>
                                        </p:cTn>
                                        <p:tgtEl>
                                          <p:spTgt spid="506"/>
                                        </p:tgtEl>
                                        <p:attrNameLst>
                                          <p:attrName>style.visibility</p:attrName>
                                        </p:attrNameLst>
                                      </p:cBhvr>
                                      <p:to>
                                        <p:strVal val="visible"/>
                                      </p:to>
                                    </p:set>
                                    <p:animEffect filter="fade" transition="in">
                                      <p:cBhvr>
                                        <p:cTn dur="1000"/>
                                        <p:tgtEl>
                                          <p:spTgt spid="5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07"/>
                                        </p:tgtEl>
                                        <p:attrNameLst>
                                          <p:attrName>style.visibility</p:attrName>
                                        </p:attrNameLst>
                                      </p:cBhvr>
                                      <p:to>
                                        <p:strVal val="visible"/>
                                      </p:to>
                                    </p:set>
                                    <p:anim calcmode="lin" valueType="num">
                                      <p:cBhvr additive="base">
                                        <p:cTn dur="1000"/>
                                        <p:tgtEl>
                                          <p:spTgt spid="507"/>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08"/>
                                        </p:tgtEl>
                                        <p:attrNameLst>
                                          <p:attrName>style.visibility</p:attrName>
                                        </p:attrNameLst>
                                      </p:cBhvr>
                                      <p:to>
                                        <p:strVal val="visible"/>
                                      </p:to>
                                    </p:set>
                                    <p:animEffect filter="fade" transition="in">
                                      <p:cBhvr>
                                        <p:cTn dur="1000"/>
                                        <p:tgtEl>
                                          <p:spTgt spid="508"/>
                                        </p:tgtEl>
                                      </p:cBhvr>
                                    </p:animEffect>
                                  </p:childTnLst>
                                </p:cTn>
                              </p:par>
                              <p:par>
                                <p:cTn fill="hold" nodeType="withEffect" presetClass="entr" presetID="10" presetSubtype="0">
                                  <p:stCondLst>
                                    <p:cond delay="0"/>
                                  </p:stCondLst>
                                  <p:childTnLst>
                                    <p:set>
                                      <p:cBhvr>
                                        <p:cTn dur="1" fill="hold">
                                          <p:stCondLst>
                                            <p:cond delay="0"/>
                                          </p:stCondLst>
                                        </p:cTn>
                                        <p:tgtEl>
                                          <p:spTgt spid="509"/>
                                        </p:tgtEl>
                                        <p:attrNameLst>
                                          <p:attrName>style.visibility</p:attrName>
                                        </p:attrNameLst>
                                      </p:cBhvr>
                                      <p:to>
                                        <p:strVal val="visible"/>
                                      </p:to>
                                    </p:set>
                                    <p:animEffect filter="fade" transition="in">
                                      <p:cBhvr>
                                        <p:cTn dur="1000"/>
                                        <p:tgtEl>
                                          <p:spTgt spid="5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10"/>
                                        </p:tgtEl>
                                        <p:attrNameLst>
                                          <p:attrName>style.visibility</p:attrName>
                                        </p:attrNameLst>
                                      </p:cBhvr>
                                      <p:to>
                                        <p:strVal val="visible"/>
                                      </p:to>
                                    </p:set>
                                    <p:anim calcmode="lin" valueType="num">
                                      <p:cBhvr additive="base">
                                        <p:cTn dur="1000"/>
                                        <p:tgtEl>
                                          <p:spTgt spid="51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11"/>
                                        </p:tgtEl>
                                        <p:attrNameLst>
                                          <p:attrName>style.visibility</p:attrName>
                                        </p:attrNameLst>
                                      </p:cBhvr>
                                      <p:to>
                                        <p:strVal val="visible"/>
                                      </p:to>
                                    </p:set>
                                    <p:animEffect filter="fade" transition="in">
                                      <p:cBhvr>
                                        <p:cTn dur="1000"/>
                                        <p:tgtEl>
                                          <p:spTgt spid="511"/>
                                        </p:tgtEl>
                                      </p:cBhvr>
                                    </p:animEffect>
                                  </p:childTnLst>
                                </p:cTn>
                              </p:par>
                              <p:par>
                                <p:cTn fill="hold" nodeType="withEffect" presetClass="entr" presetID="10" presetSubtype="0">
                                  <p:stCondLst>
                                    <p:cond delay="0"/>
                                  </p:stCondLst>
                                  <p:childTnLst>
                                    <p:set>
                                      <p:cBhvr>
                                        <p:cTn dur="1" fill="hold">
                                          <p:stCondLst>
                                            <p:cond delay="0"/>
                                          </p:stCondLst>
                                        </p:cTn>
                                        <p:tgtEl>
                                          <p:spTgt spid="512"/>
                                        </p:tgtEl>
                                        <p:attrNameLst>
                                          <p:attrName>style.visibility</p:attrName>
                                        </p:attrNameLst>
                                      </p:cBhvr>
                                      <p:to>
                                        <p:strVal val="visible"/>
                                      </p:to>
                                    </p:set>
                                    <p:animEffect filter="fade" transition="in">
                                      <p:cBhvr>
                                        <p:cTn dur="1000"/>
                                        <p:tgtEl>
                                          <p:spTgt spid="51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513"/>
                                        </p:tgtEl>
                                        <p:attrNameLst>
                                          <p:attrName>style.visibility</p:attrName>
                                        </p:attrNameLst>
                                      </p:cBhvr>
                                      <p:to>
                                        <p:strVal val="visible"/>
                                      </p:to>
                                    </p:set>
                                    <p:anim calcmode="lin" valueType="num">
                                      <p:cBhvr additive="base">
                                        <p:cTn dur="1000"/>
                                        <p:tgtEl>
                                          <p:spTgt spid="513"/>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514"/>
                                        </p:tgtEl>
                                        <p:attrNameLst>
                                          <p:attrName>style.visibility</p:attrName>
                                        </p:attrNameLst>
                                      </p:cBhvr>
                                      <p:to>
                                        <p:strVal val="visible"/>
                                      </p:to>
                                    </p:set>
                                    <p:animEffect filter="fade" transition="in">
                                      <p:cBhvr>
                                        <p:cTn dur="1000"/>
                                        <p:tgtEl>
                                          <p:spTgt spid="514"/>
                                        </p:tgtEl>
                                      </p:cBhvr>
                                    </p:animEffect>
                                  </p:childTnLst>
                                </p:cTn>
                              </p:par>
                              <p:par>
                                <p:cTn fill="hold" nodeType="withEffect" presetClass="entr" presetID="10" presetSubtype="0">
                                  <p:stCondLst>
                                    <p:cond delay="0"/>
                                  </p:stCondLst>
                                  <p:childTnLst>
                                    <p:set>
                                      <p:cBhvr>
                                        <p:cTn dur="1" fill="hold">
                                          <p:stCondLst>
                                            <p:cond delay="0"/>
                                          </p:stCondLst>
                                        </p:cTn>
                                        <p:tgtEl>
                                          <p:spTgt spid="515"/>
                                        </p:tgtEl>
                                        <p:attrNameLst>
                                          <p:attrName>style.visibility</p:attrName>
                                        </p:attrNameLst>
                                      </p:cBhvr>
                                      <p:to>
                                        <p:strVal val="visible"/>
                                      </p:to>
                                    </p:set>
                                    <p:animEffect filter="fade" transition="in">
                                      <p:cBhvr>
                                        <p:cTn dur="1000"/>
                                        <p:tgtEl>
                                          <p:spTgt spid="51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516"/>
                                        </p:tgtEl>
                                        <p:attrNameLst>
                                          <p:attrName>style.visibility</p:attrName>
                                        </p:attrNameLst>
                                      </p:cBhvr>
                                      <p:to>
                                        <p:strVal val="visible"/>
                                      </p:to>
                                    </p:set>
                                    <p:anim calcmode="lin" valueType="num">
                                      <p:cBhvr additive="base">
                                        <p:cTn dur="1000"/>
                                        <p:tgtEl>
                                          <p:spTgt spid="51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517"/>
                                        </p:tgtEl>
                                        <p:attrNameLst>
                                          <p:attrName>style.visibility</p:attrName>
                                        </p:attrNameLst>
                                      </p:cBhvr>
                                      <p:to>
                                        <p:strVal val="visible"/>
                                      </p:to>
                                    </p:set>
                                    <p:animEffect filter="fade" transition="in">
                                      <p:cBhvr>
                                        <p:cTn dur="1000"/>
                                        <p:tgtEl>
                                          <p:spTgt spid="517"/>
                                        </p:tgtEl>
                                      </p:cBhvr>
                                    </p:animEffect>
                                  </p:childTnLst>
                                </p:cTn>
                              </p:par>
                              <p:par>
                                <p:cTn fill="hold" nodeType="withEffect" presetClass="entr" presetID="10" presetSubtype="0">
                                  <p:stCondLst>
                                    <p:cond delay="0"/>
                                  </p:stCondLst>
                                  <p:childTnLst>
                                    <p:set>
                                      <p:cBhvr>
                                        <p:cTn dur="1" fill="hold">
                                          <p:stCondLst>
                                            <p:cond delay="0"/>
                                          </p:stCondLst>
                                        </p:cTn>
                                        <p:tgtEl>
                                          <p:spTgt spid="518"/>
                                        </p:tgtEl>
                                        <p:attrNameLst>
                                          <p:attrName>style.visibility</p:attrName>
                                        </p:attrNameLst>
                                      </p:cBhvr>
                                      <p:to>
                                        <p:strVal val="visible"/>
                                      </p:to>
                                    </p:set>
                                    <p:animEffect filter="fade" transition="in">
                                      <p:cBhvr>
                                        <p:cTn dur="1000"/>
                                        <p:tgtEl>
                                          <p:spTgt spid="51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5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524" name="Google Shape;524;p56"/>
          <p:cNvSpPr txBox="1"/>
          <p:nvPr>
            <p:ph idx="2" type="title"/>
          </p:nvPr>
        </p:nvSpPr>
        <p:spPr>
          <a:xfrm>
            <a:off x="1955890" y="1156200"/>
            <a:ext cx="24471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25" name="Google Shape;525;p56"/>
          <p:cNvSpPr txBox="1"/>
          <p:nvPr>
            <p:ph idx="3" type="title"/>
          </p:nvPr>
        </p:nvSpPr>
        <p:spPr>
          <a:xfrm>
            <a:off x="1955890" y="1811680"/>
            <a:ext cx="2447100" cy="38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patient</a:t>
            </a:r>
            <a:endParaRPr/>
          </a:p>
        </p:txBody>
      </p:sp>
      <p:sp>
        <p:nvSpPr>
          <p:cNvPr id="526" name="Google Shape;526;p56"/>
          <p:cNvSpPr txBox="1"/>
          <p:nvPr>
            <p:ph idx="4" type="title"/>
          </p:nvPr>
        </p:nvSpPr>
        <p:spPr>
          <a:xfrm>
            <a:off x="4741010" y="1156200"/>
            <a:ext cx="24471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527" name="Google Shape;527;p56"/>
          <p:cNvSpPr txBox="1"/>
          <p:nvPr>
            <p:ph idx="5" type="title"/>
          </p:nvPr>
        </p:nvSpPr>
        <p:spPr>
          <a:xfrm>
            <a:off x="4741010" y="1811680"/>
            <a:ext cx="2447100" cy="38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Diagnosis</a:t>
            </a:r>
            <a:endParaRPr/>
          </a:p>
          <a:p>
            <a:pPr indent="0" lvl="0" marL="0" rtl="0" algn="l">
              <a:spcBef>
                <a:spcPts val="0"/>
              </a:spcBef>
              <a:spcAft>
                <a:spcPts val="0"/>
              </a:spcAft>
              <a:buNone/>
            </a:pPr>
            <a:r>
              <a:t/>
            </a:r>
            <a:endParaRPr/>
          </a:p>
        </p:txBody>
      </p:sp>
      <p:sp>
        <p:nvSpPr>
          <p:cNvPr id="528" name="Google Shape;528;p56"/>
          <p:cNvSpPr txBox="1"/>
          <p:nvPr>
            <p:ph idx="7" type="title"/>
          </p:nvPr>
        </p:nvSpPr>
        <p:spPr>
          <a:xfrm>
            <a:off x="1955890" y="2932750"/>
            <a:ext cx="24471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529" name="Google Shape;529;p56"/>
          <p:cNvSpPr txBox="1"/>
          <p:nvPr>
            <p:ph idx="8" type="title"/>
          </p:nvPr>
        </p:nvSpPr>
        <p:spPr>
          <a:xfrm>
            <a:off x="1955890" y="3588231"/>
            <a:ext cx="2447100" cy="38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Treatment</a:t>
            </a:r>
            <a:endParaRPr/>
          </a:p>
        </p:txBody>
      </p:sp>
      <p:sp>
        <p:nvSpPr>
          <p:cNvPr id="530" name="Google Shape;530;p56"/>
          <p:cNvSpPr txBox="1"/>
          <p:nvPr>
            <p:ph idx="9" type="subTitle"/>
          </p:nvPr>
        </p:nvSpPr>
        <p:spPr>
          <a:xfrm>
            <a:off x="1955890" y="3958725"/>
            <a:ext cx="2447100" cy="637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531" name="Google Shape;531;p56"/>
          <p:cNvSpPr txBox="1"/>
          <p:nvPr>
            <p:ph idx="1" type="subTitle"/>
          </p:nvPr>
        </p:nvSpPr>
        <p:spPr>
          <a:xfrm>
            <a:off x="1955890" y="2182175"/>
            <a:ext cx="2447100" cy="637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532" name="Google Shape;532;p56"/>
          <p:cNvSpPr txBox="1"/>
          <p:nvPr>
            <p:ph idx="6" type="subTitle"/>
          </p:nvPr>
        </p:nvSpPr>
        <p:spPr>
          <a:xfrm>
            <a:off x="4741010" y="2182175"/>
            <a:ext cx="2447100" cy="637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533" name="Google Shape;533;p56"/>
          <p:cNvSpPr txBox="1"/>
          <p:nvPr>
            <p:ph idx="13" type="title"/>
          </p:nvPr>
        </p:nvSpPr>
        <p:spPr>
          <a:xfrm>
            <a:off x="4741010" y="2932750"/>
            <a:ext cx="24471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534" name="Google Shape;534;p56"/>
          <p:cNvSpPr txBox="1"/>
          <p:nvPr>
            <p:ph idx="14" type="title"/>
          </p:nvPr>
        </p:nvSpPr>
        <p:spPr>
          <a:xfrm>
            <a:off x="4740999" y="3588225"/>
            <a:ext cx="2730600" cy="38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monitoring</a:t>
            </a:r>
            <a:endParaRPr/>
          </a:p>
        </p:txBody>
      </p:sp>
      <p:sp>
        <p:nvSpPr>
          <p:cNvPr id="535" name="Google Shape;535;p56"/>
          <p:cNvSpPr txBox="1"/>
          <p:nvPr>
            <p:ph idx="15" type="subTitle"/>
          </p:nvPr>
        </p:nvSpPr>
        <p:spPr>
          <a:xfrm>
            <a:off x="4741010" y="3958725"/>
            <a:ext cx="2447100" cy="637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You can describe the topic of the section here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23"/>
                                        </p:tgtEl>
                                        <p:attrNameLst>
                                          <p:attrName>style.visibility</p:attrName>
                                        </p:attrNameLst>
                                      </p:cBhvr>
                                      <p:to>
                                        <p:strVal val="visible"/>
                                      </p:to>
                                    </p:set>
                                    <p:anim calcmode="lin" valueType="num">
                                      <p:cBhvr additive="base">
                                        <p:cTn dur="1000"/>
                                        <p:tgtEl>
                                          <p:spTgt spid="52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24"/>
                                        </p:tgtEl>
                                        <p:attrNameLst>
                                          <p:attrName>style.visibility</p:attrName>
                                        </p:attrNameLst>
                                      </p:cBhvr>
                                      <p:to>
                                        <p:strVal val="visible"/>
                                      </p:to>
                                    </p:set>
                                    <p:anim calcmode="lin" valueType="num">
                                      <p:cBhvr additive="base">
                                        <p:cTn dur="1000"/>
                                        <p:tgtEl>
                                          <p:spTgt spid="52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25"/>
                                        </p:tgtEl>
                                        <p:attrNameLst>
                                          <p:attrName>style.visibility</p:attrName>
                                        </p:attrNameLst>
                                      </p:cBhvr>
                                      <p:to>
                                        <p:strVal val="visible"/>
                                      </p:to>
                                    </p:set>
                                    <p:animEffect filter="fade" transition="in">
                                      <p:cBhvr>
                                        <p:cTn dur="1000"/>
                                        <p:tgtEl>
                                          <p:spTgt spid="525"/>
                                        </p:tgtEl>
                                      </p:cBhvr>
                                    </p:animEffect>
                                  </p:childTnLst>
                                </p:cTn>
                              </p:par>
                              <p:par>
                                <p:cTn fill="hold" nodeType="withEffect" presetClass="entr" presetID="10" presetSubtype="0">
                                  <p:stCondLst>
                                    <p:cond delay="0"/>
                                  </p:stCondLst>
                                  <p:childTnLst>
                                    <p:set>
                                      <p:cBhvr>
                                        <p:cTn dur="1" fill="hold">
                                          <p:stCondLst>
                                            <p:cond delay="0"/>
                                          </p:stCondLst>
                                        </p:cTn>
                                        <p:tgtEl>
                                          <p:spTgt spid="531"/>
                                        </p:tgtEl>
                                        <p:attrNameLst>
                                          <p:attrName>style.visibility</p:attrName>
                                        </p:attrNameLst>
                                      </p:cBhvr>
                                      <p:to>
                                        <p:strVal val="visible"/>
                                      </p:to>
                                    </p:set>
                                    <p:animEffect filter="fade" transition="in">
                                      <p:cBhvr>
                                        <p:cTn dur="1000"/>
                                        <p:tgtEl>
                                          <p:spTgt spid="5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26"/>
                                        </p:tgtEl>
                                        <p:attrNameLst>
                                          <p:attrName>style.visibility</p:attrName>
                                        </p:attrNameLst>
                                      </p:cBhvr>
                                      <p:to>
                                        <p:strVal val="visible"/>
                                      </p:to>
                                    </p:set>
                                    <p:anim calcmode="lin" valueType="num">
                                      <p:cBhvr additive="base">
                                        <p:cTn dur="1000"/>
                                        <p:tgtEl>
                                          <p:spTgt spid="52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27"/>
                                        </p:tgtEl>
                                        <p:attrNameLst>
                                          <p:attrName>style.visibility</p:attrName>
                                        </p:attrNameLst>
                                      </p:cBhvr>
                                      <p:to>
                                        <p:strVal val="visible"/>
                                      </p:to>
                                    </p:set>
                                    <p:animEffect filter="fade" transition="in">
                                      <p:cBhvr>
                                        <p:cTn dur="1000"/>
                                        <p:tgtEl>
                                          <p:spTgt spid="527"/>
                                        </p:tgtEl>
                                      </p:cBhvr>
                                    </p:animEffect>
                                  </p:childTnLst>
                                </p:cTn>
                              </p:par>
                              <p:par>
                                <p:cTn fill="hold" nodeType="withEffect" presetClass="entr" presetID="10" presetSubtype="0">
                                  <p:stCondLst>
                                    <p:cond delay="0"/>
                                  </p:stCondLst>
                                  <p:childTnLst>
                                    <p:set>
                                      <p:cBhvr>
                                        <p:cTn dur="1" fill="hold">
                                          <p:stCondLst>
                                            <p:cond delay="0"/>
                                          </p:stCondLst>
                                        </p:cTn>
                                        <p:tgtEl>
                                          <p:spTgt spid="532"/>
                                        </p:tgtEl>
                                        <p:attrNameLst>
                                          <p:attrName>style.visibility</p:attrName>
                                        </p:attrNameLst>
                                      </p:cBhvr>
                                      <p:to>
                                        <p:strVal val="visible"/>
                                      </p:to>
                                    </p:set>
                                    <p:animEffect filter="fade" transition="in">
                                      <p:cBhvr>
                                        <p:cTn dur="1000"/>
                                        <p:tgtEl>
                                          <p:spTgt spid="53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28"/>
                                        </p:tgtEl>
                                        <p:attrNameLst>
                                          <p:attrName>style.visibility</p:attrName>
                                        </p:attrNameLst>
                                      </p:cBhvr>
                                      <p:to>
                                        <p:strVal val="visible"/>
                                      </p:to>
                                    </p:set>
                                    <p:anim calcmode="lin" valueType="num">
                                      <p:cBhvr additive="base">
                                        <p:cTn dur="1000"/>
                                        <p:tgtEl>
                                          <p:spTgt spid="528"/>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29"/>
                                        </p:tgtEl>
                                        <p:attrNameLst>
                                          <p:attrName>style.visibility</p:attrName>
                                        </p:attrNameLst>
                                      </p:cBhvr>
                                      <p:to>
                                        <p:strVal val="visible"/>
                                      </p:to>
                                    </p:set>
                                    <p:animEffect filter="fade" transition="in">
                                      <p:cBhvr>
                                        <p:cTn dur="1000"/>
                                        <p:tgtEl>
                                          <p:spTgt spid="529"/>
                                        </p:tgtEl>
                                      </p:cBhvr>
                                    </p:animEffect>
                                  </p:childTnLst>
                                </p:cTn>
                              </p:par>
                              <p:par>
                                <p:cTn fill="hold" nodeType="withEffect" presetClass="entr" presetID="10" presetSubtype="0">
                                  <p:stCondLst>
                                    <p:cond delay="0"/>
                                  </p:stCondLst>
                                  <p:childTnLst>
                                    <p:set>
                                      <p:cBhvr>
                                        <p:cTn dur="1" fill="hold">
                                          <p:stCondLst>
                                            <p:cond delay="0"/>
                                          </p:stCondLst>
                                        </p:cTn>
                                        <p:tgtEl>
                                          <p:spTgt spid="530"/>
                                        </p:tgtEl>
                                        <p:attrNameLst>
                                          <p:attrName>style.visibility</p:attrName>
                                        </p:attrNameLst>
                                      </p:cBhvr>
                                      <p:to>
                                        <p:strVal val="visible"/>
                                      </p:to>
                                    </p:set>
                                    <p:animEffect filter="fade" transition="in">
                                      <p:cBhvr>
                                        <p:cTn dur="1000"/>
                                        <p:tgtEl>
                                          <p:spTgt spid="5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57"/>
          <p:cNvSpPr txBox="1"/>
          <p:nvPr>
            <p:ph type="title"/>
          </p:nvPr>
        </p:nvSpPr>
        <p:spPr>
          <a:xfrm>
            <a:off x="2683650" y="1533327"/>
            <a:ext cx="37767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541" name="Google Shape;541;p57"/>
          <p:cNvSpPr txBox="1"/>
          <p:nvPr>
            <p:ph idx="1" type="subTitle"/>
          </p:nvPr>
        </p:nvSpPr>
        <p:spPr>
          <a:xfrm>
            <a:off x="2683500" y="2353900"/>
            <a:ext cx="3777000" cy="14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a:t>
            </a:r>
            <a:r>
              <a:rPr lang="en"/>
              <a:t>can</a:t>
            </a:r>
            <a:r>
              <a:rPr lang="en"/>
              <a:t> give a brief description of the topic you want to talk about here. For example, if you want to talk about Mercury, you </a:t>
            </a:r>
            <a:r>
              <a:rPr lang="en"/>
              <a:t>can</a:t>
            </a:r>
            <a:r>
              <a:rPr lang="en"/>
              <a:t> say that it’s the smallest planet in the entire System</a:t>
            </a:r>
            <a:endParaRPr/>
          </a:p>
          <a:p>
            <a:pPr indent="0" lvl="0" marL="0" rtl="0" algn="ct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540"/>
                                        </p:tgtEl>
                                        <p:attrNameLst>
                                          <p:attrName>style.visibility</p:attrName>
                                        </p:attrNameLst>
                                      </p:cBhvr>
                                      <p:to>
                                        <p:strVal val="visible"/>
                                      </p:to>
                                    </p:set>
                                    <p:anim calcmode="lin" valueType="num">
                                      <p:cBhvr additive="base">
                                        <p:cTn dur="1000"/>
                                        <p:tgtEl>
                                          <p:spTgt spid="540"/>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541"/>
                                        </p:tgtEl>
                                        <p:attrNameLst>
                                          <p:attrName>style.visibility</p:attrName>
                                        </p:attrNameLst>
                                      </p:cBhvr>
                                      <p:to>
                                        <p:strVal val="visible"/>
                                      </p:to>
                                    </p:set>
                                    <p:animEffect filter="fade" transition="in">
                                      <p:cBhvr>
                                        <p:cTn dur="1000"/>
                                        <p:tgtEl>
                                          <p:spTgt spid="5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58"/>
          <p:cNvSpPr txBox="1"/>
          <p:nvPr>
            <p:ph type="title"/>
          </p:nvPr>
        </p:nvSpPr>
        <p:spPr>
          <a:xfrm>
            <a:off x="4654575" y="1442965"/>
            <a:ext cx="3776700" cy="649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547" name="Google Shape;547;p58"/>
          <p:cNvSpPr txBox="1"/>
          <p:nvPr>
            <p:ph idx="1" type="subTitle"/>
          </p:nvPr>
        </p:nvSpPr>
        <p:spPr>
          <a:xfrm>
            <a:off x="4654425" y="2278254"/>
            <a:ext cx="3777000" cy="143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a:t>
            </a:r>
            <a:r>
              <a:rPr lang="en"/>
              <a:t>ou can give a brief description of the topic you want to talk about here. For example, if you want to talk about Mercury, you can say that it’s the smallest planet in the entire System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46"/>
                                        </p:tgtEl>
                                        <p:attrNameLst>
                                          <p:attrName>style.visibility</p:attrName>
                                        </p:attrNameLst>
                                      </p:cBhvr>
                                      <p:to>
                                        <p:strVal val="visible"/>
                                      </p:to>
                                    </p:set>
                                    <p:anim calcmode="lin" valueType="num">
                                      <p:cBhvr additive="base">
                                        <p:cTn dur="1000"/>
                                        <p:tgtEl>
                                          <p:spTgt spid="54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47"/>
                                        </p:tgtEl>
                                        <p:attrNameLst>
                                          <p:attrName>style.visibility</p:attrName>
                                        </p:attrNameLst>
                                      </p:cBhvr>
                                      <p:to>
                                        <p:strVal val="visible"/>
                                      </p:to>
                                    </p:set>
                                    <p:animEffect filter="fade" transition="in">
                                      <p:cBhvr>
                                        <p:cTn dur="1000"/>
                                        <p:tgtEl>
                                          <p:spTgt spid="54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sp>
        <p:nvSpPr>
          <p:cNvPr id="552" name="Google Shape;552;p59"/>
          <p:cNvSpPr txBox="1"/>
          <p:nvPr>
            <p:ph type="title"/>
          </p:nvPr>
        </p:nvSpPr>
        <p:spPr>
          <a:xfrm>
            <a:off x="2166450" y="2409795"/>
            <a:ext cx="48111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553" name="Google Shape;553;p59"/>
          <p:cNvSpPr txBox="1"/>
          <p:nvPr>
            <p:ph idx="1" type="subTitle"/>
          </p:nvPr>
        </p:nvSpPr>
        <p:spPr>
          <a:xfrm>
            <a:off x="3293225" y="3165870"/>
            <a:ext cx="2557800" cy="60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554" name="Google Shape;554;p59"/>
          <p:cNvSpPr txBox="1"/>
          <p:nvPr>
            <p:ph idx="2" type="title"/>
          </p:nvPr>
        </p:nvSpPr>
        <p:spPr>
          <a:xfrm>
            <a:off x="3334800" y="1047373"/>
            <a:ext cx="2474400" cy="13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52"/>
                                        </p:tgtEl>
                                        <p:attrNameLst>
                                          <p:attrName>style.visibility</p:attrName>
                                        </p:attrNameLst>
                                      </p:cBhvr>
                                      <p:to>
                                        <p:strVal val="visible"/>
                                      </p:to>
                                    </p:set>
                                    <p:anim calcmode="lin" valueType="num">
                                      <p:cBhvr additive="base">
                                        <p:cTn dur="1000"/>
                                        <p:tgtEl>
                                          <p:spTgt spid="552"/>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553"/>
                                        </p:tgtEl>
                                        <p:attrNameLst>
                                          <p:attrName>style.visibility</p:attrName>
                                        </p:attrNameLst>
                                      </p:cBhvr>
                                      <p:to>
                                        <p:strVal val="visible"/>
                                      </p:to>
                                    </p:set>
                                    <p:animEffect filter="fade" transition="in">
                                      <p:cBhvr>
                                        <p:cTn dur="1000"/>
                                        <p:tgtEl>
                                          <p:spTgt spid="553"/>
                                        </p:tgtEl>
                                      </p:cBhvr>
                                    </p:animEffect>
                                  </p:childTnLst>
                                </p:cTn>
                              </p:par>
                              <p:par>
                                <p:cTn fill="hold" nodeType="withEffect" presetClass="entr" presetID="10" presetSubtype="0">
                                  <p:stCondLst>
                                    <p:cond delay="0"/>
                                  </p:stCondLst>
                                  <p:childTnLst>
                                    <p:set>
                                      <p:cBhvr>
                                        <p:cTn dur="1" fill="hold">
                                          <p:stCondLst>
                                            <p:cond delay="0"/>
                                          </p:stCondLst>
                                        </p:cTn>
                                        <p:tgtEl>
                                          <p:spTgt spid="554"/>
                                        </p:tgtEl>
                                        <p:attrNameLst>
                                          <p:attrName>style.visibility</p:attrName>
                                        </p:attrNameLst>
                                      </p:cBhvr>
                                      <p:to>
                                        <p:strVal val="visible"/>
                                      </p:to>
                                    </p:set>
                                    <p:animEffect filter="fade" transition="in">
                                      <p:cBhvr>
                                        <p:cTn dur="1000"/>
                                        <p:tgtEl>
                                          <p:spTgt spid="5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sp>
        <p:nvSpPr>
          <p:cNvPr id="559" name="Google Shape;559;p60"/>
          <p:cNvSpPr txBox="1"/>
          <p:nvPr>
            <p:ph type="title"/>
          </p:nvPr>
        </p:nvSpPr>
        <p:spPr>
          <a:xfrm>
            <a:off x="2166450" y="1904970"/>
            <a:ext cx="48111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About the patient</a:t>
            </a:r>
            <a:endParaRPr/>
          </a:p>
        </p:txBody>
      </p:sp>
      <p:sp>
        <p:nvSpPr>
          <p:cNvPr id="560" name="Google Shape;560;p60"/>
          <p:cNvSpPr txBox="1"/>
          <p:nvPr>
            <p:ph idx="1" type="subTitle"/>
          </p:nvPr>
        </p:nvSpPr>
        <p:spPr>
          <a:xfrm>
            <a:off x="2166450" y="2661050"/>
            <a:ext cx="4241700" cy="60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enter a subtitle here if you need it</a:t>
            </a:r>
            <a:endParaRPr/>
          </a:p>
        </p:txBody>
      </p:sp>
      <p:sp>
        <p:nvSpPr>
          <p:cNvPr id="561" name="Google Shape;561;p60"/>
          <p:cNvSpPr txBox="1"/>
          <p:nvPr>
            <p:ph idx="2" type="title"/>
          </p:nvPr>
        </p:nvSpPr>
        <p:spPr>
          <a:xfrm>
            <a:off x="713225" y="1618875"/>
            <a:ext cx="1427700" cy="137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59"/>
                                        </p:tgtEl>
                                        <p:attrNameLst>
                                          <p:attrName>style.visibility</p:attrName>
                                        </p:attrNameLst>
                                      </p:cBhvr>
                                      <p:to>
                                        <p:strVal val="visible"/>
                                      </p:to>
                                    </p:set>
                                    <p:anim calcmode="lin" valueType="num">
                                      <p:cBhvr additive="base">
                                        <p:cTn dur="1000"/>
                                        <p:tgtEl>
                                          <p:spTgt spid="559"/>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60"/>
                                        </p:tgtEl>
                                        <p:attrNameLst>
                                          <p:attrName>style.visibility</p:attrName>
                                        </p:attrNameLst>
                                      </p:cBhvr>
                                      <p:to>
                                        <p:strVal val="visible"/>
                                      </p:to>
                                    </p:set>
                                    <p:animEffect filter="fade" transition="in">
                                      <p:cBhvr>
                                        <p:cTn dur="1000"/>
                                        <p:tgtEl>
                                          <p:spTgt spid="560"/>
                                        </p:tgtEl>
                                      </p:cBhvr>
                                    </p:animEffect>
                                  </p:childTnLst>
                                </p:cTn>
                              </p:par>
                              <p:par>
                                <p:cTn fill="hold" nodeType="withEffect" presetClass="entr" presetID="10" presetSubtype="0">
                                  <p:stCondLst>
                                    <p:cond delay="0"/>
                                  </p:stCondLst>
                                  <p:childTnLst>
                                    <p:set>
                                      <p:cBhvr>
                                        <p:cTn dur="1" fill="hold">
                                          <p:stCondLst>
                                            <p:cond delay="0"/>
                                          </p:stCondLst>
                                        </p:cTn>
                                        <p:tgtEl>
                                          <p:spTgt spid="561"/>
                                        </p:tgtEl>
                                        <p:attrNameLst>
                                          <p:attrName>style.visibility</p:attrName>
                                        </p:attrNameLst>
                                      </p:cBhvr>
                                      <p:to>
                                        <p:strVal val="visible"/>
                                      </p:to>
                                    </p:set>
                                    <p:animEffect filter="fade" transition="in">
                                      <p:cBhvr>
                                        <p:cTn dur="1000"/>
                                        <p:tgtEl>
                                          <p:spTgt spid="5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61"/>
          <p:cNvSpPr txBox="1"/>
          <p:nvPr>
            <p:ph type="title"/>
          </p:nvPr>
        </p:nvSpPr>
        <p:spPr>
          <a:xfrm>
            <a:off x="909400" y="2363522"/>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67" name="Google Shape;567;p61"/>
          <p:cNvSpPr txBox="1"/>
          <p:nvPr>
            <p:ph idx="1" type="subTitle"/>
          </p:nvPr>
        </p:nvSpPr>
        <p:spPr>
          <a:xfrm>
            <a:off x="909400" y="2720558"/>
            <a:ext cx="21696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a very cold place, not hot</a:t>
            </a:r>
            <a:endParaRPr/>
          </a:p>
        </p:txBody>
      </p:sp>
      <p:sp>
        <p:nvSpPr>
          <p:cNvPr id="568" name="Google Shape;568;p61"/>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569" name="Google Shape;569;p61"/>
          <p:cNvSpPr txBox="1"/>
          <p:nvPr>
            <p:ph idx="3" type="title"/>
          </p:nvPr>
        </p:nvSpPr>
        <p:spPr>
          <a:xfrm>
            <a:off x="3487100" y="2363522"/>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70" name="Google Shape;570;p61"/>
          <p:cNvSpPr txBox="1"/>
          <p:nvPr>
            <p:ph idx="4" type="subTitle"/>
          </p:nvPr>
        </p:nvSpPr>
        <p:spPr>
          <a:xfrm>
            <a:off x="3487100" y="2720558"/>
            <a:ext cx="21696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a gas giant and the biggest planet in the Solar System</a:t>
            </a:r>
            <a:endParaRPr/>
          </a:p>
        </p:txBody>
      </p:sp>
      <p:sp>
        <p:nvSpPr>
          <p:cNvPr id="571" name="Google Shape;571;p61"/>
          <p:cNvSpPr txBox="1"/>
          <p:nvPr>
            <p:ph idx="5" type="title"/>
          </p:nvPr>
        </p:nvSpPr>
        <p:spPr>
          <a:xfrm>
            <a:off x="6064800" y="2363522"/>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72" name="Google Shape;572;p61"/>
          <p:cNvSpPr txBox="1"/>
          <p:nvPr>
            <p:ph idx="6" type="subTitle"/>
          </p:nvPr>
        </p:nvSpPr>
        <p:spPr>
          <a:xfrm>
            <a:off x="6064801" y="2720558"/>
            <a:ext cx="21696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is a gas giant and it’s composed of hydrogen and helium</a:t>
            </a:r>
            <a:endParaRPr/>
          </a:p>
        </p:txBody>
      </p:sp>
      <p:sp>
        <p:nvSpPr>
          <p:cNvPr id="573" name="Google Shape;573;p61"/>
          <p:cNvSpPr/>
          <p:nvPr/>
        </p:nvSpPr>
        <p:spPr>
          <a:xfrm>
            <a:off x="4380457" y="2112529"/>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 name="Google Shape;574;p61"/>
          <p:cNvGrpSpPr/>
          <p:nvPr/>
        </p:nvGrpSpPr>
        <p:grpSpPr>
          <a:xfrm>
            <a:off x="1809855" y="2153208"/>
            <a:ext cx="368690" cy="245793"/>
            <a:chOff x="6656812" y="2029388"/>
            <a:chExt cx="368690" cy="245793"/>
          </a:xfrm>
        </p:grpSpPr>
        <p:sp>
          <p:nvSpPr>
            <p:cNvPr id="575" name="Google Shape;575;p6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6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6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6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6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6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6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6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6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6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61"/>
          <p:cNvGrpSpPr/>
          <p:nvPr/>
        </p:nvGrpSpPr>
        <p:grpSpPr>
          <a:xfrm>
            <a:off x="7010204" y="2047385"/>
            <a:ext cx="278795" cy="351615"/>
            <a:chOff x="8010427" y="3348503"/>
            <a:chExt cx="278795" cy="351615"/>
          </a:xfrm>
        </p:grpSpPr>
        <p:sp>
          <p:nvSpPr>
            <p:cNvPr id="586" name="Google Shape;586;p6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6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6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6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68"/>
                                        </p:tgtEl>
                                        <p:attrNameLst>
                                          <p:attrName>style.visibility</p:attrName>
                                        </p:attrNameLst>
                                      </p:cBhvr>
                                      <p:to>
                                        <p:strVal val="visible"/>
                                      </p:to>
                                    </p:set>
                                    <p:anim calcmode="lin" valueType="num">
                                      <p:cBhvr additive="base">
                                        <p:cTn dur="1000"/>
                                        <p:tgtEl>
                                          <p:spTgt spid="56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71"/>
                                        </p:tgtEl>
                                        <p:attrNameLst>
                                          <p:attrName>style.visibility</p:attrName>
                                        </p:attrNameLst>
                                      </p:cBhvr>
                                      <p:to>
                                        <p:strVal val="visible"/>
                                      </p:to>
                                    </p:set>
                                    <p:anim calcmode="lin" valueType="num">
                                      <p:cBhvr additive="base">
                                        <p:cTn dur="1000"/>
                                        <p:tgtEl>
                                          <p:spTgt spid="57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72"/>
                                        </p:tgtEl>
                                        <p:attrNameLst>
                                          <p:attrName>style.visibility</p:attrName>
                                        </p:attrNameLst>
                                      </p:cBhvr>
                                      <p:to>
                                        <p:strVal val="visible"/>
                                      </p:to>
                                    </p:set>
                                    <p:animEffect filter="fade" transition="in">
                                      <p:cBhvr>
                                        <p:cTn dur="1000"/>
                                        <p:tgtEl>
                                          <p:spTgt spid="572"/>
                                        </p:tgtEl>
                                      </p:cBhvr>
                                    </p:animEffect>
                                  </p:childTnLst>
                                </p:cTn>
                              </p:par>
                              <p:par>
                                <p:cTn fill="hold" nodeType="withEffect" presetClass="entr" presetID="10" presetSubtype="0">
                                  <p:stCondLst>
                                    <p:cond delay="0"/>
                                  </p:stCondLst>
                                  <p:childTnLst>
                                    <p:set>
                                      <p:cBhvr>
                                        <p:cTn dur="1" fill="hold">
                                          <p:stCondLst>
                                            <p:cond delay="0"/>
                                          </p:stCondLst>
                                        </p:cTn>
                                        <p:tgtEl>
                                          <p:spTgt spid="585"/>
                                        </p:tgtEl>
                                        <p:attrNameLst>
                                          <p:attrName>style.visibility</p:attrName>
                                        </p:attrNameLst>
                                      </p:cBhvr>
                                      <p:to>
                                        <p:strVal val="visible"/>
                                      </p:to>
                                    </p:set>
                                    <p:animEffect filter="fade" transition="in">
                                      <p:cBhvr>
                                        <p:cTn dur="1000"/>
                                        <p:tgtEl>
                                          <p:spTgt spid="58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69"/>
                                        </p:tgtEl>
                                        <p:attrNameLst>
                                          <p:attrName>style.visibility</p:attrName>
                                        </p:attrNameLst>
                                      </p:cBhvr>
                                      <p:to>
                                        <p:strVal val="visible"/>
                                      </p:to>
                                    </p:set>
                                    <p:anim calcmode="lin" valueType="num">
                                      <p:cBhvr additive="base">
                                        <p:cTn dur="1000"/>
                                        <p:tgtEl>
                                          <p:spTgt spid="569"/>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70"/>
                                        </p:tgtEl>
                                        <p:attrNameLst>
                                          <p:attrName>style.visibility</p:attrName>
                                        </p:attrNameLst>
                                      </p:cBhvr>
                                      <p:to>
                                        <p:strVal val="visible"/>
                                      </p:to>
                                    </p:set>
                                    <p:animEffect filter="fade" transition="in">
                                      <p:cBhvr>
                                        <p:cTn dur="1000"/>
                                        <p:tgtEl>
                                          <p:spTgt spid="570"/>
                                        </p:tgtEl>
                                      </p:cBhvr>
                                    </p:animEffect>
                                  </p:childTnLst>
                                </p:cTn>
                              </p:par>
                              <p:par>
                                <p:cTn fill="hold" nodeType="withEffect" presetClass="entr" presetID="10" presetSubtype="0">
                                  <p:stCondLst>
                                    <p:cond delay="0"/>
                                  </p:stCondLst>
                                  <p:childTnLst>
                                    <p:set>
                                      <p:cBhvr>
                                        <p:cTn dur="1" fill="hold">
                                          <p:stCondLst>
                                            <p:cond delay="0"/>
                                          </p:stCondLst>
                                        </p:cTn>
                                        <p:tgtEl>
                                          <p:spTgt spid="573"/>
                                        </p:tgtEl>
                                        <p:attrNameLst>
                                          <p:attrName>style.visibility</p:attrName>
                                        </p:attrNameLst>
                                      </p:cBhvr>
                                      <p:to>
                                        <p:strVal val="visible"/>
                                      </p:to>
                                    </p:set>
                                    <p:animEffect filter="fade" transition="in">
                                      <p:cBhvr>
                                        <p:cTn dur="1000"/>
                                        <p:tgtEl>
                                          <p:spTgt spid="57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566"/>
                                        </p:tgtEl>
                                        <p:attrNameLst>
                                          <p:attrName>style.visibility</p:attrName>
                                        </p:attrNameLst>
                                      </p:cBhvr>
                                      <p:to>
                                        <p:strVal val="visible"/>
                                      </p:to>
                                    </p:set>
                                    <p:anim calcmode="lin" valueType="num">
                                      <p:cBhvr additive="base">
                                        <p:cTn dur="1000"/>
                                        <p:tgtEl>
                                          <p:spTgt spid="56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567"/>
                                        </p:tgtEl>
                                        <p:attrNameLst>
                                          <p:attrName>style.visibility</p:attrName>
                                        </p:attrNameLst>
                                      </p:cBhvr>
                                      <p:to>
                                        <p:strVal val="visible"/>
                                      </p:to>
                                    </p:set>
                                    <p:animEffect filter="fade" transition="in">
                                      <p:cBhvr>
                                        <p:cTn dur="1000"/>
                                        <p:tgtEl>
                                          <p:spTgt spid="567"/>
                                        </p:tgtEl>
                                      </p:cBhvr>
                                    </p:animEffect>
                                  </p:childTnLst>
                                </p:cTn>
                              </p:par>
                              <p:par>
                                <p:cTn fill="hold" nodeType="withEffect" presetClass="entr" presetID="10" presetSubtype="0">
                                  <p:stCondLst>
                                    <p:cond delay="0"/>
                                  </p:stCondLst>
                                  <p:childTnLst>
                                    <p:set>
                                      <p:cBhvr>
                                        <p:cTn dur="1" fill="hold">
                                          <p:stCondLst>
                                            <p:cond delay="0"/>
                                          </p:stCondLst>
                                        </p:cTn>
                                        <p:tgtEl>
                                          <p:spTgt spid="574"/>
                                        </p:tgtEl>
                                        <p:attrNameLst>
                                          <p:attrName>style.visibility</p:attrName>
                                        </p:attrNameLst>
                                      </p:cBhvr>
                                      <p:to>
                                        <p:strVal val="visible"/>
                                      </p:to>
                                    </p:set>
                                    <p:animEffect filter="fade" transition="in">
                                      <p:cBhvr>
                                        <p:cTn dur="1000"/>
                                        <p:tgtEl>
                                          <p:spTgt spid="5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62"/>
          <p:cNvSpPr txBox="1"/>
          <p:nvPr>
            <p:ph type="title"/>
          </p:nvPr>
        </p:nvSpPr>
        <p:spPr>
          <a:xfrm>
            <a:off x="2198350" y="2233731"/>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595" name="Google Shape;595;p62"/>
          <p:cNvSpPr txBox="1"/>
          <p:nvPr>
            <p:ph idx="1" type="subTitle"/>
          </p:nvPr>
        </p:nvSpPr>
        <p:spPr>
          <a:xfrm>
            <a:off x="2198350" y="2590767"/>
            <a:ext cx="21696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Despite being red, Mars is a very cold place, not hot</a:t>
            </a:r>
            <a:endParaRPr/>
          </a:p>
        </p:txBody>
      </p:sp>
      <p:sp>
        <p:nvSpPr>
          <p:cNvPr id="596" name="Google Shape;596;p62"/>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Identifying information</a:t>
            </a:r>
            <a:endParaRPr/>
          </a:p>
        </p:txBody>
      </p:sp>
      <p:sp>
        <p:nvSpPr>
          <p:cNvPr id="597" name="Google Shape;597;p62"/>
          <p:cNvSpPr txBox="1"/>
          <p:nvPr>
            <p:ph idx="3" type="title"/>
          </p:nvPr>
        </p:nvSpPr>
        <p:spPr>
          <a:xfrm>
            <a:off x="4776050" y="2233731"/>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598" name="Google Shape;598;p62"/>
          <p:cNvSpPr txBox="1"/>
          <p:nvPr>
            <p:ph idx="4" type="subTitle"/>
          </p:nvPr>
        </p:nvSpPr>
        <p:spPr>
          <a:xfrm>
            <a:off x="4723375" y="2590775"/>
            <a:ext cx="23871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It’s the biggest planet of them all and named after a god</a:t>
            </a:r>
            <a:endParaRPr/>
          </a:p>
        </p:txBody>
      </p:sp>
      <p:grpSp>
        <p:nvGrpSpPr>
          <p:cNvPr id="599" name="Google Shape;599;p62"/>
          <p:cNvGrpSpPr/>
          <p:nvPr/>
        </p:nvGrpSpPr>
        <p:grpSpPr>
          <a:xfrm>
            <a:off x="2996819" y="1841629"/>
            <a:ext cx="572661" cy="448479"/>
            <a:chOff x="4878379" y="2473892"/>
            <a:chExt cx="367161" cy="287523"/>
          </a:xfrm>
        </p:grpSpPr>
        <p:sp>
          <p:nvSpPr>
            <p:cNvPr id="600" name="Google Shape;600;p6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1" name="Google Shape;601;p6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2" name="Google Shape;602;p6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3" name="Google Shape;603;p6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4" name="Google Shape;604;p6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605" name="Google Shape;605;p62"/>
          <p:cNvGrpSpPr/>
          <p:nvPr/>
        </p:nvGrpSpPr>
        <p:grpSpPr>
          <a:xfrm>
            <a:off x="5573924" y="1714611"/>
            <a:ext cx="573853" cy="572697"/>
            <a:chOff x="5756399" y="2434456"/>
            <a:chExt cx="367925" cy="367161"/>
          </a:xfrm>
        </p:grpSpPr>
        <p:sp>
          <p:nvSpPr>
            <p:cNvPr id="606" name="Google Shape;606;p6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7" name="Google Shape;607;p6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8" name="Google Shape;608;p6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09" name="Google Shape;609;p6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10" name="Google Shape;610;p6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11" name="Google Shape;611;p6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sp>
          <p:nvSpPr>
            <p:cNvPr id="612" name="Google Shape;612;p6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dk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596"/>
                                        </p:tgtEl>
                                        <p:attrNameLst>
                                          <p:attrName>style.visibility</p:attrName>
                                        </p:attrNameLst>
                                      </p:cBhvr>
                                      <p:to>
                                        <p:strVal val="visible"/>
                                      </p:to>
                                    </p:set>
                                    <p:anim calcmode="lin" valueType="num">
                                      <p:cBhvr additive="base">
                                        <p:cTn dur="1000"/>
                                        <p:tgtEl>
                                          <p:spTgt spid="59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594"/>
                                        </p:tgtEl>
                                        <p:attrNameLst>
                                          <p:attrName>style.visibility</p:attrName>
                                        </p:attrNameLst>
                                      </p:cBhvr>
                                      <p:to>
                                        <p:strVal val="visible"/>
                                      </p:to>
                                    </p:set>
                                    <p:animEffect filter="fade" transition="in">
                                      <p:cBhvr>
                                        <p:cTn dur="1000"/>
                                        <p:tgtEl>
                                          <p:spTgt spid="594"/>
                                        </p:tgtEl>
                                      </p:cBhvr>
                                    </p:animEffect>
                                  </p:childTnLst>
                                </p:cTn>
                              </p:par>
                              <p:par>
                                <p:cTn fill="hold" nodeType="withEffect" presetClass="entr" presetID="10" presetSubtype="0">
                                  <p:stCondLst>
                                    <p:cond delay="0"/>
                                  </p:stCondLst>
                                  <p:childTnLst>
                                    <p:set>
                                      <p:cBhvr>
                                        <p:cTn dur="1" fill="hold">
                                          <p:stCondLst>
                                            <p:cond delay="0"/>
                                          </p:stCondLst>
                                        </p:cTn>
                                        <p:tgtEl>
                                          <p:spTgt spid="595"/>
                                        </p:tgtEl>
                                        <p:attrNameLst>
                                          <p:attrName>style.visibility</p:attrName>
                                        </p:attrNameLst>
                                      </p:cBhvr>
                                      <p:to>
                                        <p:strVal val="visible"/>
                                      </p:to>
                                    </p:set>
                                    <p:animEffect filter="fade" transition="in">
                                      <p:cBhvr>
                                        <p:cTn dur="1000"/>
                                        <p:tgtEl>
                                          <p:spTgt spid="595"/>
                                        </p:tgtEl>
                                      </p:cBhvr>
                                    </p:animEffect>
                                  </p:childTnLst>
                                </p:cTn>
                              </p:par>
                              <p:par>
                                <p:cTn fill="hold" nodeType="withEffect" presetClass="entr" presetID="10" presetSubtype="0">
                                  <p:stCondLst>
                                    <p:cond delay="0"/>
                                  </p:stCondLst>
                                  <p:childTnLst>
                                    <p:set>
                                      <p:cBhvr>
                                        <p:cTn dur="1" fill="hold">
                                          <p:stCondLst>
                                            <p:cond delay="0"/>
                                          </p:stCondLst>
                                        </p:cTn>
                                        <p:tgtEl>
                                          <p:spTgt spid="599"/>
                                        </p:tgtEl>
                                        <p:attrNameLst>
                                          <p:attrName>style.visibility</p:attrName>
                                        </p:attrNameLst>
                                      </p:cBhvr>
                                      <p:to>
                                        <p:strVal val="visible"/>
                                      </p:to>
                                    </p:set>
                                    <p:animEffect filter="fade" transition="in">
                                      <p:cBhvr>
                                        <p:cTn dur="1000"/>
                                        <p:tgtEl>
                                          <p:spTgt spid="599"/>
                                        </p:tgtEl>
                                      </p:cBhvr>
                                    </p:animEffect>
                                  </p:childTnLst>
                                </p:cTn>
                              </p:par>
                              <p:par>
                                <p:cTn fill="hold" nodeType="withEffect" presetClass="entr" presetID="10" presetSubtype="0">
                                  <p:stCondLst>
                                    <p:cond delay="0"/>
                                  </p:stCondLst>
                                  <p:childTnLst>
                                    <p:set>
                                      <p:cBhvr>
                                        <p:cTn dur="1" fill="hold">
                                          <p:stCondLst>
                                            <p:cond delay="0"/>
                                          </p:stCondLst>
                                        </p:cTn>
                                        <p:tgtEl>
                                          <p:spTgt spid="597"/>
                                        </p:tgtEl>
                                        <p:attrNameLst>
                                          <p:attrName>style.visibility</p:attrName>
                                        </p:attrNameLst>
                                      </p:cBhvr>
                                      <p:to>
                                        <p:strVal val="visible"/>
                                      </p:to>
                                    </p:set>
                                    <p:animEffect filter="fade" transition="in">
                                      <p:cBhvr>
                                        <p:cTn dur="1000"/>
                                        <p:tgtEl>
                                          <p:spTgt spid="597"/>
                                        </p:tgtEl>
                                      </p:cBhvr>
                                    </p:animEffect>
                                  </p:childTnLst>
                                </p:cTn>
                              </p:par>
                              <p:par>
                                <p:cTn fill="hold" nodeType="withEffect" presetClass="entr" presetID="10" presetSubtype="0">
                                  <p:stCondLst>
                                    <p:cond delay="0"/>
                                  </p:stCondLst>
                                  <p:childTnLst>
                                    <p:set>
                                      <p:cBhvr>
                                        <p:cTn dur="1" fill="hold">
                                          <p:stCondLst>
                                            <p:cond delay="0"/>
                                          </p:stCondLst>
                                        </p:cTn>
                                        <p:tgtEl>
                                          <p:spTgt spid="598"/>
                                        </p:tgtEl>
                                        <p:attrNameLst>
                                          <p:attrName>style.visibility</p:attrName>
                                        </p:attrNameLst>
                                      </p:cBhvr>
                                      <p:to>
                                        <p:strVal val="visible"/>
                                      </p:to>
                                    </p:set>
                                    <p:animEffect filter="fade" transition="in">
                                      <p:cBhvr>
                                        <p:cTn dur="1000"/>
                                        <p:tgtEl>
                                          <p:spTgt spid="598"/>
                                        </p:tgtEl>
                                      </p:cBhvr>
                                    </p:animEffect>
                                  </p:childTnLst>
                                </p:cTn>
                              </p:par>
                              <p:par>
                                <p:cTn fill="hold" nodeType="withEffect" presetClass="entr" presetID="10" presetSubtype="0">
                                  <p:stCondLst>
                                    <p:cond delay="0"/>
                                  </p:stCondLst>
                                  <p:childTnLst>
                                    <p:set>
                                      <p:cBhvr>
                                        <p:cTn dur="1" fill="hold">
                                          <p:stCondLst>
                                            <p:cond delay="0"/>
                                          </p:stCondLst>
                                        </p:cTn>
                                        <p:tgtEl>
                                          <p:spTgt spid="605"/>
                                        </p:tgtEl>
                                        <p:attrNameLst>
                                          <p:attrName>style.visibility</p:attrName>
                                        </p:attrNameLst>
                                      </p:cBhvr>
                                      <p:to>
                                        <p:strVal val="visible"/>
                                      </p:to>
                                    </p:set>
                                    <p:animEffect filter="fade" transition="in">
                                      <p:cBhvr>
                                        <p:cTn dur="1000"/>
                                        <p:tgtEl>
                                          <p:spTgt spid="60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 name="Shape 616"/>
        <p:cNvGrpSpPr/>
        <p:nvPr/>
      </p:nvGrpSpPr>
      <p:grpSpPr>
        <a:xfrm>
          <a:off x="0" y="0"/>
          <a:ext cx="0" cy="0"/>
          <a:chOff x="0" y="0"/>
          <a:chExt cx="0" cy="0"/>
        </a:xfrm>
      </p:grpSpPr>
      <p:sp>
        <p:nvSpPr>
          <p:cNvPr id="617" name="Google Shape;617;p6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pic>
        <p:nvPicPr>
          <p:cNvPr id="618" name="Google Shape;618;p63"/>
          <p:cNvPicPr preferRelativeResize="0"/>
          <p:nvPr/>
        </p:nvPicPr>
        <p:blipFill rotWithShape="1">
          <a:blip r:embed="rId3">
            <a:alphaModFix/>
          </a:blip>
          <a:srcRect b="0" l="0" r="0" t="0"/>
          <a:stretch/>
        </p:blipFill>
        <p:spPr>
          <a:xfrm>
            <a:off x="1837725" y="1464950"/>
            <a:ext cx="1440900" cy="1440900"/>
          </a:xfrm>
          <a:prstGeom prst="ellipse">
            <a:avLst/>
          </a:prstGeom>
          <a:noFill/>
          <a:ln>
            <a:noFill/>
          </a:ln>
        </p:spPr>
      </p:pic>
      <p:sp>
        <p:nvSpPr>
          <p:cNvPr id="619" name="Google Shape;619;p63"/>
          <p:cNvSpPr/>
          <p:nvPr/>
        </p:nvSpPr>
        <p:spPr>
          <a:xfrm>
            <a:off x="4848625" y="1462065"/>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63"/>
          <p:cNvSpPr txBox="1"/>
          <p:nvPr/>
        </p:nvSpPr>
        <p:spPr>
          <a:xfrm>
            <a:off x="5167225" y="1258815"/>
            <a:ext cx="31077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2005</a:t>
            </a:r>
            <a:endParaRPr sz="2200">
              <a:solidFill>
                <a:schemeClr val="dk1"/>
              </a:solidFill>
              <a:latin typeface="DM Serif Display"/>
              <a:ea typeface="DM Serif Display"/>
              <a:cs typeface="DM Serif Display"/>
              <a:sym typeface="DM Serif Display"/>
            </a:endParaRPr>
          </a:p>
        </p:txBody>
      </p:sp>
      <p:sp>
        <p:nvSpPr>
          <p:cNvPr id="621" name="Google Shape;621;p63"/>
          <p:cNvSpPr txBox="1"/>
          <p:nvPr/>
        </p:nvSpPr>
        <p:spPr>
          <a:xfrm>
            <a:off x="5167225" y="1657940"/>
            <a:ext cx="3107700" cy="62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Jupiter is a gas giant and the biggest in the Solar System</a:t>
            </a:r>
            <a:endParaRPr sz="1600">
              <a:solidFill>
                <a:schemeClr val="dk1"/>
              </a:solidFill>
              <a:latin typeface="Karla"/>
              <a:ea typeface="Karla"/>
              <a:cs typeface="Karla"/>
              <a:sym typeface="Karla"/>
            </a:endParaRPr>
          </a:p>
          <a:p>
            <a:pPr indent="0" lvl="0" marL="0" rtl="0" algn="l">
              <a:spcBef>
                <a:spcPts val="1200"/>
              </a:spcBef>
              <a:spcAft>
                <a:spcPts val="1200"/>
              </a:spcAft>
              <a:buNone/>
            </a:pPr>
            <a:r>
              <a:t/>
            </a:r>
            <a:endParaRPr sz="1600">
              <a:solidFill>
                <a:schemeClr val="dk1"/>
              </a:solidFill>
              <a:latin typeface="Karla"/>
              <a:ea typeface="Karla"/>
              <a:cs typeface="Karla"/>
              <a:sym typeface="Karla"/>
            </a:endParaRPr>
          </a:p>
        </p:txBody>
      </p:sp>
      <p:sp>
        <p:nvSpPr>
          <p:cNvPr id="622" name="Google Shape;622;p63"/>
          <p:cNvSpPr/>
          <p:nvPr/>
        </p:nvSpPr>
        <p:spPr>
          <a:xfrm>
            <a:off x="4848625" y="2580891"/>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63"/>
          <p:cNvSpPr txBox="1"/>
          <p:nvPr/>
        </p:nvSpPr>
        <p:spPr>
          <a:xfrm>
            <a:off x="5167225" y="2377641"/>
            <a:ext cx="31077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2008</a:t>
            </a:r>
            <a:endParaRPr sz="2200">
              <a:solidFill>
                <a:schemeClr val="dk1"/>
              </a:solidFill>
              <a:latin typeface="DM Serif Display"/>
              <a:ea typeface="DM Serif Display"/>
              <a:cs typeface="DM Serif Display"/>
              <a:sym typeface="DM Serif Display"/>
            </a:endParaRPr>
          </a:p>
        </p:txBody>
      </p:sp>
      <p:sp>
        <p:nvSpPr>
          <p:cNvPr id="624" name="Google Shape;624;p63"/>
          <p:cNvSpPr txBox="1"/>
          <p:nvPr/>
        </p:nvSpPr>
        <p:spPr>
          <a:xfrm>
            <a:off x="5167225" y="2776766"/>
            <a:ext cx="3107700" cy="62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solidFill>
                  <a:schemeClr val="dk1"/>
                </a:solidFill>
                <a:latin typeface="Karla"/>
                <a:ea typeface="Karla"/>
                <a:cs typeface="Karla"/>
                <a:sym typeface="Karla"/>
              </a:rPr>
              <a:t>Despite being red, Mars is a very cold place, not hot</a:t>
            </a:r>
            <a:endParaRPr sz="1600">
              <a:solidFill>
                <a:schemeClr val="dk1"/>
              </a:solidFill>
              <a:latin typeface="Karla"/>
              <a:ea typeface="Karla"/>
              <a:cs typeface="Karla"/>
              <a:sym typeface="Karla"/>
            </a:endParaRPr>
          </a:p>
        </p:txBody>
      </p:sp>
      <p:sp>
        <p:nvSpPr>
          <p:cNvPr id="625" name="Google Shape;625;p63"/>
          <p:cNvSpPr/>
          <p:nvPr/>
        </p:nvSpPr>
        <p:spPr>
          <a:xfrm>
            <a:off x="4848625" y="3699717"/>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63"/>
          <p:cNvSpPr txBox="1"/>
          <p:nvPr/>
        </p:nvSpPr>
        <p:spPr>
          <a:xfrm>
            <a:off x="5167225" y="3496467"/>
            <a:ext cx="31077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2012</a:t>
            </a:r>
            <a:endParaRPr sz="2200">
              <a:solidFill>
                <a:schemeClr val="dk1"/>
              </a:solidFill>
              <a:latin typeface="DM Serif Display"/>
              <a:ea typeface="DM Serif Display"/>
              <a:cs typeface="DM Serif Display"/>
              <a:sym typeface="DM Serif Display"/>
            </a:endParaRPr>
          </a:p>
        </p:txBody>
      </p:sp>
      <p:sp>
        <p:nvSpPr>
          <p:cNvPr id="627" name="Google Shape;627;p63"/>
          <p:cNvSpPr txBox="1"/>
          <p:nvPr/>
        </p:nvSpPr>
        <p:spPr>
          <a:xfrm>
            <a:off x="5167225" y="3895592"/>
            <a:ext cx="3107700" cy="62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solidFill>
                  <a:schemeClr val="dk1"/>
                </a:solidFill>
                <a:latin typeface="Karla"/>
                <a:ea typeface="Karla"/>
                <a:cs typeface="Karla"/>
                <a:sym typeface="Karla"/>
              </a:rPr>
              <a:t>Saturn is a gas giant and has several rings</a:t>
            </a:r>
            <a:endParaRPr sz="1600">
              <a:solidFill>
                <a:schemeClr val="dk1"/>
              </a:solidFill>
              <a:latin typeface="Karla"/>
              <a:ea typeface="Karla"/>
              <a:cs typeface="Karla"/>
              <a:sym typeface="Karla"/>
            </a:endParaRPr>
          </a:p>
        </p:txBody>
      </p:sp>
      <p:sp>
        <p:nvSpPr>
          <p:cNvPr id="628" name="Google Shape;628;p63"/>
          <p:cNvSpPr txBox="1"/>
          <p:nvPr/>
        </p:nvSpPr>
        <p:spPr>
          <a:xfrm>
            <a:off x="1089600" y="3125850"/>
            <a:ext cx="1468500" cy="43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Age</a:t>
            </a:r>
            <a:endParaRPr sz="2200">
              <a:solidFill>
                <a:schemeClr val="dk1"/>
              </a:solidFill>
              <a:latin typeface="DM Serif Display"/>
              <a:ea typeface="DM Serif Display"/>
              <a:cs typeface="DM Serif Display"/>
              <a:sym typeface="DM Serif Display"/>
            </a:endParaRPr>
          </a:p>
        </p:txBody>
      </p:sp>
      <p:sp>
        <p:nvSpPr>
          <p:cNvPr id="629" name="Google Shape;629;p63"/>
          <p:cNvSpPr txBox="1"/>
          <p:nvPr/>
        </p:nvSpPr>
        <p:spPr>
          <a:xfrm>
            <a:off x="2558164" y="3125850"/>
            <a:ext cx="1468500" cy="43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25</a:t>
            </a:r>
            <a:endParaRPr sz="1600">
              <a:solidFill>
                <a:schemeClr val="dk1"/>
              </a:solidFill>
              <a:latin typeface="Karla"/>
              <a:ea typeface="Karla"/>
              <a:cs typeface="Karla"/>
              <a:sym typeface="Karla"/>
            </a:endParaRPr>
          </a:p>
        </p:txBody>
      </p:sp>
      <p:sp>
        <p:nvSpPr>
          <p:cNvPr id="630" name="Google Shape;630;p63"/>
          <p:cNvSpPr txBox="1"/>
          <p:nvPr/>
        </p:nvSpPr>
        <p:spPr>
          <a:xfrm>
            <a:off x="1089600" y="3632550"/>
            <a:ext cx="1468500" cy="43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Gender</a:t>
            </a:r>
            <a:endParaRPr sz="2200">
              <a:solidFill>
                <a:schemeClr val="dk1"/>
              </a:solidFill>
              <a:latin typeface="DM Serif Display"/>
              <a:ea typeface="DM Serif Display"/>
              <a:cs typeface="DM Serif Display"/>
              <a:sym typeface="DM Serif Display"/>
            </a:endParaRPr>
          </a:p>
        </p:txBody>
      </p:sp>
      <p:sp>
        <p:nvSpPr>
          <p:cNvPr id="631" name="Google Shape;631;p63"/>
          <p:cNvSpPr txBox="1"/>
          <p:nvPr/>
        </p:nvSpPr>
        <p:spPr>
          <a:xfrm>
            <a:off x="2558164" y="3632550"/>
            <a:ext cx="1468500" cy="43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Female</a:t>
            </a:r>
            <a:endParaRPr sz="1600">
              <a:solidFill>
                <a:schemeClr val="dk1"/>
              </a:solidFill>
              <a:latin typeface="Karla"/>
              <a:ea typeface="Karla"/>
              <a:cs typeface="Karla"/>
              <a:sym typeface="Karla"/>
            </a:endParaRPr>
          </a:p>
        </p:txBody>
      </p:sp>
      <p:sp>
        <p:nvSpPr>
          <p:cNvPr id="632" name="Google Shape;632;p63"/>
          <p:cNvSpPr txBox="1"/>
          <p:nvPr/>
        </p:nvSpPr>
        <p:spPr>
          <a:xfrm>
            <a:off x="1089600" y="4139250"/>
            <a:ext cx="1468500" cy="43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Location</a:t>
            </a:r>
            <a:endParaRPr sz="2200">
              <a:solidFill>
                <a:schemeClr val="dk1"/>
              </a:solidFill>
              <a:latin typeface="DM Serif Display"/>
              <a:ea typeface="DM Serif Display"/>
              <a:cs typeface="DM Serif Display"/>
              <a:sym typeface="DM Serif Display"/>
            </a:endParaRPr>
          </a:p>
        </p:txBody>
      </p:sp>
      <p:sp>
        <p:nvSpPr>
          <p:cNvPr id="633" name="Google Shape;633;p63"/>
          <p:cNvSpPr txBox="1"/>
          <p:nvPr/>
        </p:nvSpPr>
        <p:spPr>
          <a:xfrm>
            <a:off x="2558180" y="4139250"/>
            <a:ext cx="2163600" cy="43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Madrid, Spain</a:t>
            </a:r>
            <a:endParaRPr sz="1600">
              <a:solidFill>
                <a:schemeClr val="dk1"/>
              </a:solidFill>
              <a:latin typeface="Karla"/>
              <a:ea typeface="Karla"/>
              <a:cs typeface="Karla"/>
              <a:sym typeface="Karla"/>
            </a:endParaRPr>
          </a:p>
        </p:txBody>
      </p:sp>
      <p:cxnSp>
        <p:nvCxnSpPr>
          <p:cNvPr id="634" name="Google Shape;634;p63"/>
          <p:cNvCxnSpPr>
            <a:stCxn id="619" idx="4"/>
            <a:endCxn id="622" idx="0"/>
          </p:cNvCxnSpPr>
          <p:nvPr/>
        </p:nvCxnSpPr>
        <p:spPr>
          <a:xfrm>
            <a:off x="4931725" y="1628265"/>
            <a:ext cx="0" cy="952500"/>
          </a:xfrm>
          <a:prstGeom prst="straightConnector1">
            <a:avLst/>
          </a:prstGeom>
          <a:noFill/>
          <a:ln cap="flat" cmpd="sng" w="9525">
            <a:solidFill>
              <a:schemeClr val="dk1"/>
            </a:solidFill>
            <a:prstDash val="solid"/>
            <a:round/>
            <a:headEnd len="med" w="med" type="none"/>
            <a:tailEnd len="med" w="med" type="none"/>
          </a:ln>
        </p:spPr>
      </p:cxnSp>
      <p:cxnSp>
        <p:nvCxnSpPr>
          <p:cNvPr id="635" name="Google Shape;635;p63"/>
          <p:cNvCxnSpPr>
            <a:stCxn id="622" idx="4"/>
            <a:endCxn id="625" idx="0"/>
          </p:cNvCxnSpPr>
          <p:nvPr/>
        </p:nvCxnSpPr>
        <p:spPr>
          <a:xfrm>
            <a:off x="4931725" y="2747091"/>
            <a:ext cx="0" cy="9525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17"/>
                                        </p:tgtEl>
                                        <p:attrNameLst>
                                          <p:attrName>style.visibility</p:attrName>
                                        </p:attrNameLst>
                                      </p:cBhvr>
                                      <p:to>
                                        <p:strVal val="visible"/>
                                      </p:to>
                                    </p:set>
                                    <p:anim calcmode="lin" valueType="num">
                                      <p:cBhvr additive="base">
                                        <p:cTn dur="1000"/>
                                        <p:tgtEl>
                                          <p:spTgt spid="61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18"/>
                                        </p:tgtEl>
                                        <p:attrNameLst>
                                          <p:attrName>style.visibility</p:attrName>
                                        </p:attrNameLst>
                                      </p:cBhvr>
                                      <p:to>
                                        <p:strVal val="visible"/>
                                      </p:to>
                                    </p:set>
                                    <p:anim calcmode="lin" valueType="num">
                                      <p:cBhvr additive="base">
                                        <p:cTn dur="1000"/>
                                        <p:tgtEl>
                                          <p:spTgt spid="61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28"/>
                                        </p:tgtEl>
                                        <p:attrNameLst>
                                          <p:attrName>style.visibility</p:attrName>
                                        </p:attrNameLst>
                                      </p:cBhvr>
                                      <p:to>
                                        <p:strVal val="visible"/>
                                      </p:to>
                                    </p:set>
                                    <p:anim calcmode="lin" valueType="num">
                                      <p:cBhvr additive="base">
                                        <p:cTn dur="1000"/>
                                        <p:tgtEl>
                                          <p:spTgt spid="628"/>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629"/>
                                        </p:tgtEl>
                                        <p:attrNameLst>
                                          <p:attrName>style.visibility</p:attrName>
                                        </p:attrNameLst>
                                      </p:cBhvr>
                                      <p:to>
                                        <p:strVal val="visible"/>
                                      </p:to>
                                    </p:set>
                                    <p:animEffect filter="fade" transition="in">
                                      <p:cBhvr>
                                        <p:cTn dur="1000"/>
                                        <p:tgtEl>
                                          <p:spTgt spid="629"/>
                                        </p:tgtEl>
                                      </p:cBhvr>
                                    </p:animEffect>
                                  </p:childTnLst>
                                </p:cTn>
                              </p:par>
                              <p:par>
                                <p:cTn fill="hold" nodeType="withEffect" presetClass="entr" presetID="10" presetSubtype="0">
                                  <p:stCondLst>
                                    <p:cond delay="0"/>
                                  </p:stCondLst>
                                  <p:childTnLst>
                                    <p:set>
                                      <p:cBhvr>
                                        <p:cTn dur="1" fill="hold">
                                          <p:stCondLst>
                                            <p:cond delay="0"/>
                                          </p:stCondLst>
                                        </p:cTn>
                                        <p:tgtEl>
                                          <p:spTgt spid="630"/>
                                        </p:tgtEl>
                                        <p:attrNameLst>
                                          <p:attrName>style.visibility</p:attrName>
                                        </p:attrNameLst>
                                      </p:cBhvr>
                                      <p:to>
                                        <p:strVal val="visible"/>
                                      </p:to>
                                    </p:set>
                                    <p:animEffect filter="fade" transition="in">
                                      <p:cBhvr>
                                        <p:cTn dur="1000"/>
                                        <p:tgtEl>
                                          <p:spTgt spid="630"/>
                                        </p:tgtEl>
                                      </p:cBhvr>
                                    </p:animEffect>
                                  </p:childTnLst>
                                </p:cTn>
                              </p:par>
                              <p:par>
                                <p:cTn fill="hold" nodeType="withEffect" presetClass="entr" presetID="10" presetSubtype="0">
                                  <p:stCondLst>
                                    <p:cond delay="0"/>
                                  </p:stCondLst>
                                  <p:childTnLst>
                                    <p:set>
                                      <p:cBhvr>
                                        <p:cTn dur="1" fill="hold">
                                          <p:stCondLst>
                                            <p:cond delay="0"/>
                                          </p:stCondLst>
                                        </p:cTn>
                                        <p:tgtEl>
                                          <p:spTgt spid="631"/>
                                        </p:tgtEl>
                                        <p:attrNameLst>
                                          <p:attrName>style.visibility</p:attrName>
                                        </p:attrNameLst>
                                      </p:cBhvr>
                                      <p:to>
                                        <p:strVal val="visible"/>
                                      </p:to>
                                    </p:set>
                                    <p:animEffect filter="fade" transition="in">
                                      <p:cBhvr>
                                        <p:cTn dur="1000"/>
                                        <p:tgtEl>
                                          <p:spTgt spid="631"/>
                                        </p:tgtEl>
                                      </p:cBhvr>
                                    </p:animEffect>
                                  </p:childTnLst>
                                </p:cTn>
                              </p:par>
                              <p:par>
                                <p:cTn fill="hold" nodeType="withEffect" presetClass="entr" presetID="10" presetSubtype="0">
                                  <p:stCondLst>
                                    <p:cond delay="0"/>
                                  </p:stCondLst>
                                  <p:childTnLst>
                                    <p:set>
                                      <p:cBhvr>
                                        <p:cTn dur="1" fill="hold">
                                          <p:stCondLst>
                                            <p:cond delay="0"/>
                                          </p:stCondLst>
                                        </p:cTn>
                                        <p:tgtEl>
                                          <p:spTgt spid="632"/>
                                        </p:tgtEl>
                                        <p:attrNameLst>
                                          <p:attrName>style.visibility</p:attrName>
                                        </p:attrNameLst>
                                      </p:cBhvr>
                                      <p:to>
                                        <p:strVal val="visible"/>
                                      </p:to>
                                    </p:set>
                                    <p:animEffect filter="fade" transition="in">
                                      <p:cBhvr>
                                        <p:cTn dur="1000"/>
                                        <p:tgtEl>
                                          <p:spTgt spid="632"/>
                                        </p:tgtEl>
                                      </p:cBhvr>
                                    </p:animEffect>
                                  </p:childTnLst>
                                </p:cTn>
                              </p:par>
                              <p:par>
                                <p:cTn fill="hold" nodeType="withEffect" presetClass="entr" presetID="10" presetSubtype="0">
                                  <p:stCondLst>
                                    <p:cond delay="0"/>
                                  </p:stCondLst>
                                  <p:childTnLst>
                                    <p:set>
                                      <p:cBhvr>
                                        <p:cTn dur="1" fill="hold">
                                          <p:stCondLst>
                                            <p:cond delay="0"/>
                                          </p:stCondLst>
                                        </p:cTn>
                                        <p:tgtEl>
                                          <p:spTgt spid="633"/>
                                        </p:tgtEl>
                                        <p:attrNameLst>
                                          <p:attrName>style.visibility</p:attrName>
                                        </p:attrNameLst>
                                      </p:cBhvr>
                                      <p:to>
                                        <p:strVal val="visible"/>
                                      </p:to>
                                    </p:set>
                                    <p:animEffect filter="fade" transition="in">
                                      <p:cBhvr>
                                        <p:cTn dur="1000"/>
                                        <p:tgtEl>
                                          <p:spTgt spid="63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20"/>
                                        </p:tgtEl>
                                        <p:attrNameLst>
                                          <p:attrName>style.visibility</p:attrName>
                                        </p:attrNameLst>
                                      </p:cBhvr>
                                      <p:to>
                                        <p:strVal val="visible"/>
                                      </p:to>
                                    </p:set>
                                    <p:anim calcmode="lin" valueType="num">
                                      <p:cBhvr additive="base">
                                        <p:cTn dur="1000"/>
                                        <p:tgtEl>
                                          <p:spTgt spid="62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621"/>
                                        </p:tgtEl>
                                        <p:attrNameLst>
                                          <p:attrName>style.visibility</p:attrName>
                                        </p:attrNameLst>
                                      </p:cBhvr>
                                      <p:to>
                                        <p:strVal val="visible"/>
                                      </p:to>
                                    </p:set>
                                    <p:animEffect filter="fade" transition="in">
                                      <p:cBhvr>
                                        <p:cTn dur="1000"/>
                                        <p:tgtEl>
                                          <p:spTgt spid="621"/>
                                        </p:tgtEl>
                                      </p:cBhvr>
                                    </p:animEffect>
                                  </p:childTnLst>
                                </p:cTn>
                              </p:par>
                              <p:par>
                                <p:cTn fill="hold" nodeType="withEffect" presetClass="entr" presetID="10" presetSubtype="0">
                                  <p:stCondLst>
                                    <p:cond delay="0"/>
                                  </p:stCondLst>
                                  <p:childTnLst>
                                    <p:set>
                                      <p:cBhvr>
                                        <p:cTn dur="1" fill="hold">
                                          <p:stCondLst>
                                            <p:cond delay="0"/>
                                          </p:stCondLst>
                                        </p:cTn>
                                        <p:tgtEl>
                                          <p:spTgt spid="619"/>
                                        </p:tgtEl>
                                        <p:attrNameLst>
                                          <p:attrName>style.visibility</p:attrName>
                                        </p:attrNameLst>
                                      </p:cBhvr>
                                      <p:to>
                                        <p:strVal val="visible"/>
                                      </p:to>
                                    </p:set>
                                    <p:animEffect filter="fade" transition="in">
                                      <p:cBhvr>
                                        <p:cTn dur="1000"/>
                                        <p:tgtEl>
                                          <p:spTgt spid="61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622"/>
                                        </p:tgtEl>
                                        <p:attrNameLst>
                                          <p:attrName>style.visibility</p:attrName>
                                        </p:attrNameLst>
                                      </p:cBhvr>
                                      <p:to>
                                        <p:strVal val="visible"/>
                                      </p:to>
                                    </p:set>
                                    <p:anim calcmode="lin" valueType="num">
                                      <p:cBhvr additive="base">
                                        <p:cTn dur="1000"/>
                                        <p:tgtEl>
                                          <p:spTgt spid="622"/>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623"/>
                                        </p:tgtEl>
                                        <p:attrNameLst>
                                          <p:attrName>style.visibility</p:attrName>
                                        </p:attrNameLst>
                                      </p:cBhvr>
                                      <p:to>
                                        <p:strVal val="visible"/>
                                      </p:to>
                                    </p:set>
                                    <p:animEffect filter="fade" transition="in">
                                      <p:cBhvr>
                                        <p:cTn dur="1000"/>
                                        <p:tgtEl>
                                          <p:spTgt spid="623"/>
                                        </p:tgtEl>
                                      </p:cBhvr>
                                    </p:animEffect>
                                  </p:childTnLst>
                                </p:cTn>
                              </p:par>
                              <p:par>
                                <p:cTn fill="hold" nodeType="withEffect" presetClass="entr" presetID="10" presetSubtype="0">
                                  <p:stCondLst>
                                    <p:cond delay="0"/>
                                  </p:stCondLst>
                                  <p:childTnLst>
                                    <p:set>
                                      <p:cBhvr>
                                        <p:cTn dur="1" fill="hold">
                                          <p:stCondLst>
                                            <p:cond delay="0"/>
                                          </p:stCondLst>
                                        </p:cTn>
                                        <p:tgtEl>
                                          <p:spTgt spid="624"/>
                                        </p:tgtEl>
                                        <p:attrNameLst>
                                          <p:attrName>style.visibility</p:attrName>
                                        </p:attrNameLst>
                                      </p:cBhvr>
                                      <p:to>
                                        <p:strVal val="visible"/>
                                      </p:to>
                                    </p:set>
                                    <p:animEffect filter="fade" transition="in">
                                      <p:cBhvr>
                                        <p:cTn dur="1000"/>
                                        <p:tgtEl>
                                          <p:spTgt spid="624"/>
                                        </p:tgtEl>
                                      </p:cBhvr>
                                    </p:animEffect>
                                  </p:childTnLst>
                                </p:cTn>
                              </p:par>
                              <p:par>
                                <p:cTn fill="hold" nodeType="withEffect" presetClass="entr" presetID="10" presetSubtype="0">
                                  <p:stCondLst>
                                    <p:cond delay="0"/>
                                  </p:stCondLst>
                                  <p:childTnLst>
                                    <p:set>
                                      <p:cBhvr>
                                        <p:cTn dur="1" fill="hold">
                                          <p:stCondLst>
                                            <p:cond delay="0"/>
                                          </p:stCondLst>
                                        </p:cTn>
                                        <p:tgtEl>
                                          <p:spTgt spid="634"/>
                                        </p:tgtEl>
                                        <p:attrNameLst>
                                          <p:attrName>style.visibility</p:attrName>
                                        </p:attrNameLst>
                                      </p:cBhvr>
                                      <p:to>
                                        <p:strVal val="visible"/>
                                      </p:to>
                                    </p:set>
                                    <p:animEffect filter="fade" transition="in">
                                      <p:cBhvr>
                                        <p:cTn dur="1000"/>
                                        <p:tgtEl>
                                          <p:spTgt spid="6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625"/>
                                        </p:tgtEl>
                                        <p:attrNameLst>
                                          <p:attrName>style.visibility</p:attrName>
                                        </p:attrNameLst>
                                      </p:cBhvr>
                                      <p:to>
                                        <p:strVal val="visible"/>
                                      </p:to>
                                    </p:set>
                                    <p:anim calcmode="lin" valueType="num">
                                      <p:cBhvr additive="base">
                                        <p:cTn dur="1000"/>
                                        <p:tgtEl>
                                          <p:spTgt spid="625"/>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626"/>
                                        </p:tgtEl>
                                        <p:attrNameLst>
                                          <p:attrName>style.visibility</p:attrName>
                                        </p:attrNameLst>
                                      </p:cBhvr>
                                      <p:to>
                                        <p:strVal val="visible"/>
                                      </p:to>
                                    </p:set>
                                    <p:animEffect filter="fade" transition="in">
                                      <p:cBhvr>
                                        <p:cTn dur="1000"/>
                                        <p:tgtEl>
                                          <p:spTgt spid="626"/>
                                        </p:tgtEl>
                                      </p:cBhvr>
                                    </p:animEffect>
                                  </p:childTnLst>
                                </p:cTn>
                              </p:par>
                              <p:par>
                                <p:cTn fill="hold" nodeType="withEffect" presetClass="entr" presetID="10" presetSubtype="0">
                                  <p:stCondLst>
                                    <p:cond delay="0"/>
                                  </p:stCondLst>
                                  <p:childTnLst>
                                    <p:set>
                                      <p:cBhvr>
                                        <p:cTn dur="1" fill="hold">
                                          <p:stCondLst>
                                            <p:cond delay="0"/>
                                          </p:stCondLst>
                                        </p:cTn>
                                        <p:tgtEl>
                                          <p:spTgt spid="627"/>
                                        </p:tgtEl>
                                        <p:attrNameLst>
                                          <p:attrName>style.visibility</p:attrName>
                                        </p:attrNameLst>
                                      </p:cBhvr>
                                      <p:to>
                                        <p:strVal val="visible"/>
                                      </p:to>
                                    </p:set>
                                    <p:animEffect filter="fade" transition="in">
                                      <p:cBhvr>
                                        <p:cTn dur="1000"/>
                                        <p:tgtEl>
                                          <p:spTgt spid="627"/>
                                        </p:tgtEl>
                                      </p:cBhvr>
                                    </p:animEffect>
                                  </p:childTnLst>
                                </p:cTn>
                              </p:par>
                              <p:par>
                                <p:cTn fill="hold" nodeType="withEffect" presetClass="entr" presetID="10" presetSubtype="0">
                                  <p:stCondLst>
                                    <p:cond delay="0"/>
                                  </p:stCondLst>
                                  <p:childTnLst>
                                    <p:set>
                                      <p:cBhvr>
                                        <p:cTn dur="1" fill="hold">
                                          <p:stCondLst>
                                            <p:cond delay="0"/>
                                          </p:stCondLst>
                                        </p:cTn>
                                        <p:tgtEl>
                                          <p:spTgt spid="635"/>
                                        </p:tgtEl>
                                        <p:attrNameLst>
                                          <p:attrName>style.visibility</p:attrName>
                                        </p:attrNameLst>
                                      </p:cBhvr>
                                      <p:to>
                                        <p:strVal val="visible"/>
                                      </p:to>
                                    </p:set>
                                    <p:animEffect filter="fade" transition="in">
                                      <p:cBhvr>
                                        <p:cTn dur="1000"/>
                                        <p:tgtEl>
                                          <p:spTgt spid="6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6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Patient medical history</a:t>
            </a:r>
            <a:endParaRPr/>
          </a:p>
        </p:txBody>
      </p:sp>
      <p:sp>
        <p:nvSpPr>
          <p:cNvPr id="641" name="Google Shape;641;p64"/>
          <p:cNvSpPr txBox="1"/>
          <p:nvPr/>
        </p:nvSpPr>
        <p:spPr>
          <a:xfrm>
            <a:off x="6117243" y="1899312"/>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Age: </a:t>
            </a:r>
            <a:r>
              <a:rPr lang="en" sz="1600">
                <a:solidFill>
                  <a:schemeClr val="dk1"/>
                </a:solidFill>
                <a:latin typeface="Karla"/>
                <a:ea typeface="Karla"/>
                <a:cs typeface="Karla"/>
                <a:sym typeface="Karla"/>
              </a:rPr>
              <a:t>25 </a:t>
            </a:r>
            <a:endParaRPr sz="1600">
              <a:solidFill>
                <a:schemeClr val="dk1"/>
              </a:solidFill>
              <a:latin typeface="Karla"/>
              <a:ea typeface="Karla"/>
              <a:cs typeface="Karla"/>
              <a:sym typeface="Karla"/>
            </a:endParaRPr>
          </a:p>
        </p:txBody>
      </p:sp>
      <p:sp>
        <p:nvSpPr>
          <p:cNvPr id="642" name="Google Shape;642;p64"/>
          <p:cNvSpPr txBox="1"/>
          <p:nvPr/>
        </p:nvSpPr>
        <p:spPr>
          <a:xfrm>
            <a:off x="6117243" y="2239211"/>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Gender: </a:t>
            </a:r>
            <a:r>
              <a:rPr lang="en" sz="1600">
                <a:solidFill>
                  <a:schemeClr val="dk1"/>
                </a:solidFill>
                <a:latin typeface="Karla"/>
                <a:ea typeface="Karla"/>
                <a:cs typeface="Karla"/>
                <a:sym typeface="Karla"/>
              </a:rPr>
              <a:t>Male</a:t>
            </a:r>
            <a:endParaRPr sz="1600">
              <a:solidFill>
                <a:schemeClr val="dk1"/>
              </a:solidFill>
              <a:latin typeface="Karla"/>
              <a:ea typeface="Karla"/>
              <a:cs typeface="Karla"/>
              <a:sym typeface="Karla"/>
            </a:endParaRPr>
          </a:p>
        </p:txBody>
      </p:sp>
      <p:sp>
        <p:nvSpPr>
          <p:cNvPr id="643" name="Google Shape;643;p64"/>
          <p:cNvSpPr txBox="1"/>
          <p:nvPr/>
        </p:nvSpPr>
        <p:spPr>
          <a:xfrm>
            <a:off x="6117243" y="1233144"/>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Allergies</a:t>
            </a:r>
            <a:r>
              <a:rPr lang="en" sz="2200">
                <a:solidFill>
                  <a:schemeClr val="dk1"/>
                </a:solidFill>
                <a:latin typeface="DM Serif Display"/>
                <a:ea typeface="DM Serif Display"/>
                <a:cs typeface="DM Serif Display"/>
                <a:sym typeface="DM Serif Display"/>
              </a:rPr>
              <a:t>: </a:t>
            </a:r>
            <a:r>
              <a:rPr lang="en" sz="1600">
                <a:solidFill>
                  <a:schemeClr val="dk1"/>
                </a:solidFill>
                <a:latin typeface="Karla"/>
                <a:ea typeface="Karla"/>
                <a:cs typeface="Karla"/>
                <a:sym typeface="Karla"/>
              </a:rPr>
              <a:t>None</a:t>
            </a:r>
            <a:endParaRPr sz="1800">
              <a:solidFill>
                <a:schemeClr val="dk1"/>
              </a:solidFill>
              <a:latin typeface="Karla"/>
              <a:ea typeface="Karla"/>
              <a:cs typeface="Karla"/>
              <a:sym typeface="Karla"/>
            </a:endParaRPr>
          </a:p>
        </p:txBody>
      </p:sp>
      <p:sp>
        <p:nvSpPr>
          <p:cNvPr id="644" name="Google Shape;644;p64"/>
          <p:cNvSpPr txBox="1"/>
          <p:nvPr/>
        </p:nvSpPr>
        <p:spPr>
          <a:xfrm>
            <a:off x="6117243" y="1568050"/>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Location: </a:t>
            </a:r>
            <a:r>
              <a:rPr lang="en" sz="1600">
                <a:solidFill>
                  <a:schemeClr val="dk1"/>
                </a:solidFill>
                <a:latin typeface="Karla"/>
                <a:ea typeface="Karla"/>
                <a:cs typeface="Karla"/>
                <a:sym typeface="Karla"/>
              </a:rPr>
              <a:t>NY</a:t>
            </a:r>
            <a:endParaRPr sz="1600">
              <a:solidFill>
                <a:schemeClr val="dk1"/>
              </a:solidFill>
              <a:latin typeface="Karla"/>
              <a:ea typeface="Karla"/>
              <a:cs typeface="Karla"/>
              <a:sym typeface="Karla"/>
            </a:endParaRPr>
          </a:p>
        </p:txBody>
      </p:sp>
      <p:sp>
        <p:nvSpPr>
          <p:cNvPr id="645" name="Google Shape;645;p64"/>
          <p:cNvSpPr/>
          <p:nvPr/>
        </p:nvSpPr>
        <p:spPr>
          <a:xfrm>
            <a:off x="4785600" y="1745050"/>
            <a:ext cx="333600" cy="333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6" name="Google Shape;646;p64"/>
          <p:cNvCxnSpPr>
            <a:stCxn id="647" idx="6"/>
            <a:endCxn id="648" idx="2"/>
          </p:cNvCxnSpPr>
          <p:nvPr/>
        </p:nvCxnSpPr>
        <p:spPr>
          <a:xfrm>
            <a:off x="1621050" y="1911875"/>
            <a:ext cx="1480500" cy="0"/>
          </a:xfrm>
          <a:prstGeom prst="straightConnector1">
            <a:avLst/>
          </a:prstGeom>
          <a:noFill/>
          <a:ln cap="flat" cmpd="sng" w="9525">
            <a:solidFill>
              <a:schemeClr val="dk1"/>
            </a:solidFill>
            <a:prstDash val="solid"/>
            <a:round/>
            <a:headEnd len="med" w="med" type="none"/>
            <a:tailEnd len="med" w="med" type="none"/>
          </a:ln>
        </p:spPr>
      </p:cxnSp>
      <p:cxnSp>
        <p:nvCxnSpPr>
          <p:cNvPr id="649" name="Google Shape;649;p64"/>
          <p:cNvCxnSpPr>
            <a:stCxn id="648" idx="6"/>
            <a:endCxn id="645" idx="2"/>
          </p:cNvCxnSpPr>
          <p:nvPr/>
        </p:nvCxnSpPr>
        <p:spPr>
          <a:xfrm>
            <a:off x="3435025" y="1911875"/>
            <a:ext cx="1350600" cy="0"/>
          </a:xfrm>
          <a:prstGeom prst="straightConnector1">
            <a:avLst/>
          </a:prstGeom>
          <a:noFill/>
          <a:ln cap="flat" cmpd="sng" w="9525">
            <a:solidFill>
              <a:schemeClr val="dk1"/>
            </a:solidFill>
            <a:prstDash val="solid"/>
            <a:round/>
            <a:headEnd len="med" w="med" type="none"/>
            <a:tailEnd len="med" w="med" type="none"/>
          </a:ln>
        </p:spPr>
      </p:cxnSp>
      <p:sp>
        <p:nvSpPr>
          <p:cNvPr id="650" name="Google Shape;650;p64"/>
          <p:cNvSpPr txBox="1"/>
          <p:nvPr/>
        </p:nvSpPr>
        <p:spPr>
          <a:xfrm>
            <a:off x="725550" y="2331236"/>
            <a:ext cx="1457400" cy="38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1st term</a:t>
            </a:r>
            <a:endParaRPr sz="2200">
              <a:solidFill>
                <a:schemeClr val="dk1"/>
              </a:solidFill>
              <a:latin typeface="DM Serif Display"/>
              <a:ea typeface="DM Serif Display"/>
              <a:cs typeface="DM Serif Display"/>
              <a:sym typeface="DM Serif Display"/>
            </a:endParaRPr>
          </a:p>
        </p:txBody>
      </p:sp>
      <p:sp>
        <p:nvSpPr>
          <p:cNvPr id="651" name="Google Shape;651;p64"/>
          <p:cNvSpPr txBox="1"/>
          <p:nvPr/>
        </p:nvSpPr>
        <p:spPr>
          <a:xfrm>
            <a:off x="2539550" y="2331236"/>
            <a:ext cx="1457400" cy="38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2nd term</a:t>
            </a:r>
            <a:endParaRPr sz="2200">
              <a:solidFill>
                <a:schemeClr val="dk1"/>
              </a:solidFill>
              <a:latin typeface="DM Serif Display"/>
              <a:ea typeface="DM Serif Display"/>
              <a:cs typeface="DM Serif Display"/>
              <a:sym typeface="DM Serif Display"/>
            </a:endParaRPr>
          </a:p>
        </p:txBody>
      </p:sp>
      <p:sp>
        <p:nvSpPr>
          <p:cNvPr id="652" name="Google Shape;652;p64"/>
          <p:cNvSpPr txBox="1"/>
          <p:nvPr/>
        </p:nvSpPr>
        <p:spPr>
          <a:xfrm>
            <a:off x="4223700" y="2331236"/>
            <a:ext cx="1457400" cy="38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3rd term</a:t>
            </a:r>
            <a:endParaRPr sz="2200">
              <a:solidFill>
                <a:schemeClr val="dk1"/>
              </a:solidFill>
              <a:latin typeface="DM Serif Display"/>
              <a:ea typeface="DM Serif Display"/>
              <a:cs typeface="DM Serif Display"/>
              <a:sym typeface="DM Serif Display"/>
            </a:endParaRPr>
          </a:p>
        </p:txBody>
      </p:sp>
      <p:grpSp>
        <p:nvGrpSpPr>
          <p:cNvPr id="653" name="Google Shape;653;p64"/>
          <p:cNvGrpSpPr/>
          <p:nvPr/>
        </p:nvGrpSpPr>
        <p:grpSpPr>
          <a:xfrm>
            <a:off x="6184325" y="2976750"/>
            <a:ext cx="1410900" cy="1410900"/>
            <a:chOff x="3866550" y="3155575"/>
            <a:chExt cx="1410900" cy="1410900"/>
          </a:xfrm>
        </p:grpSpPr>
        <p:sp>
          <p:nvSpPr>
            <p:cNvPr id="654" name="Google Shape;654;p64"/>
            <p:cNvSpPr/>
            <p:nvPr/>
          </p:nvSpPr>
          <p:spPr>
            <a:xfrm>
              <a:off x="3866550" y="3155575"/>
              <a:ext cx="1410900" cy="1410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 name="Google Shape;655;p64"/>
            <p:cNvGrpSpPr/>
            <p:nvPr/>
          </p:nvGrpSpPr>
          <p:grpSpPr>
            <a:xfrm>
              <a:off x="4201534" y="3393963"/>
              <a:ext cx="740932" cy="934124"/>
              <a:chOff x="7144274" y="1500214"/>
              <a:chExt cx="282174" cy="355735"/>
            </a:xfrm>
          </p:grpSpPr>
          <p:sp>
            <p:nvSpPr>
              <p:cNvPr id="656" name="Google Shape;656;p6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6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6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6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6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6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7" name="Google Shape;647;p64"/>
          <p:cNvSpPr/>
          <p:nvPr/>
        </p:nvSpPr>
        <p:spPr>
          <a:xfrm>
            <a:off x="1287450" y="1745075"/>
            <a:ext cx="333600" cy="333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4"/>
          <p:cNvSpPr/>
          <p:nvPr/>
        </p:nvSpPr>
        <p:spPr>
          <a:xfrm>
            <a:off x="3101425" y="1745075"/>
            <a:ext cx="333600" cy="333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64"/>
          <p:cNvSpPr txBox="1"/>
          <p:nvPr/>
        </p:nvSpPr>
        <p:spPr>
          <a:xfrm>
            <a:off x="650850" y="2861950"/>
            <a:ext cx="1606800" cy="1151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Jupiter is a gas giant and the biggest in </a:t>
            </a:r>
            <a:r>
              <a:rPr lang="en" sz="1600">
                <a:solidFill>
                  <a:schemeClr val="dk1"/>
                </a:solidFill>
                <a:latin typeface="Karla"/>
                <a:ea typeface="Karla"/>
                <a:cs typeface="Karla"/>
                <a:sym typeface="Karla"/>
              </a:rPr>
              <a:t>the Solar</a:t>
            </a:r>
            <a:r>
              <a:rPr lang="en" sz="1600">
                <a:solidFill>
                  <a:schemeClr val="dk1"/>
                </a:solidFill>
                <a:latin typeface="Karla"/>
                <a:ea typeface="Karla"/>
                <a:cs typeface="Karla"/>
                <a:sym typeface="Karla"/>
              </a:rPr>
              <a:t> System</a:t>
            </a:r>
            <a:endParaRPr sz="1600">
              <a:solidFill>
                <a:schemeClr val="dk1"/>
              </a:solidFill>
              <a:latin typeface="Karla"/>
              <a:ea typeface="Karla"/>
              <a:cs typeface="Karla"/>
              <a:sym typeface="Karla"/>
            </a:endParaRPr>
          </a:p>
          <a:p>
            <a:pPr indent="0" lvl="0" marL="0" rtl="0" algn="ctr">
              <a:spcBef>
                <a:spcPts val="1200"/>
              </a:spcBef>
              <a:spcAft>
                <a:spcPts val="1200"/>
              </a:spcAft>
              <a:buNone/>
            </a:pPr>
            <a:r>
              <a:t/>
            </a:r>
            <a:endParaRPr sz="1600">
              <a:solidFill>
                <a:schemeClr val="dk1"/>
              </a:solidFill>
              <a:latin typeface="Karla"/>
              <a:ea typeface="Karla"/>
              <a:cs typeface="Karla"/>
              <a:sym typeface="Karla"/>
            </a:endParaRPr>
          </a:p>
        </p:txBody>
      </p:sp>
      <p:sp>
        <p:nvSpPr>
          <p:cNvPr id="663" name="Google Shape;663;p64"/>
          <p:cNvSpPr txBox="1"/>
          <p:nvPr/>
        </p:nvSpPr>
        <p:spPr>
          <a:xfrm>
            <a:off x="2464850" y="2861950"/>
            <a:ext cx="1606800" cy="1151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Despite being red, Mars is a very cold place, not hot</a:t>
            </a:r>
            <a:endParaRPr sz="1600">
              <a:solidFill>
                <a:schemeClr val="dk1"/>
              </a:solidFill>
              <a:latin typeface="Karla"/>
              <a:ea typeface="Karla"/>
              <a:cs typeface="Karla"/>
              <a:sym typeface="Karla"/>
            </a:endParaRPr>
          </a:p>
        </p:txBody>
      </p:sp>
      <p:sp>
        <p:nvSpPr>
          <p:cNvPr id="664" name="Google Shape;664;p64"/>
          <p:cNvSpPr txBox="1"/>
          <p:nvPr/>
        </p:nvSpPr>
        <p:spPr>
          <a:xfrm>
            <a:off x="4149000" y="2861950"/>
            <a:ext cx="1606800" cy="1151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Saturn is a gas giant</a:t>
            </a:r>
            <a:r>
              <a:rPr lang="en" sz="1600">
                <a:solidFill>
                  <a:schemeClr val="dk1"/>
                </a:solidFill>
                <a:latin typeface="Karla"/>
                <a:ea typeface="Karla"/>
                <a:cs typeface="Karla"/>
                <a:sym typeface="Karla"/>
              </a:rPr>
              <a:t>. It’s composed of hydrogen</a:t>
            </a:r>
            <a:endParaRPr sz="1600">
              <a:solidFill>
                <a:schemeClr val="dk1"/>
              </a:solidFill>
              <a:latin typeface="Karla"/>
              <a:ea typeface="Karla"/>
              <a:cs typeface="Karla"/>
              <a:sym typeface="Karla"/>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40"/>
                                        </p:tgtEl>
                                        <p:attrNameLst>
                                          <p:attrName>style.visibility</p:attrName>
                                        </p:attrNameLst>
                                      </p:cBhvr>
                                      <p:to>
                                        <p:strVal val="visible"/>
                                      </p:to>
                                    </p:set>
                                    <p:anim calcmode="lin" valueType="num">
                                      <p:cBhvr additive="base">
                                        <p:cTn dur="1000"/>
                                        <p:tgtEl>
                                          <p:spTgt spid="64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41"/>
                                        </p:tgtEl>
                                        <p:attrNameLst>
                                          <p:attrName>style.visibility</p:attrName>
                                        </p:attrNameLst>
                                      </p:cBhvr>
                                      <p:to>
                                        <p:strVal val="visible"/>
                                      </p:to>
                                    </p:set>
                                    <p:animEffect filter="fade" transition="in">
                                      <p:cBhvr>
                                        <p:cTn dur="1000"/>
                                        <p:tgtEl>
                                          <p:spTgt spid="641"/>
                                        </p:tgtEl>
                                      </p:cBhvr>
                                    </p:animEffect>
                                  </p:childTnLst>
                                </p:cTn>
                              </p:par>
                              <p:par>
                                <p:cTn fill="hold" nodeType="withEffect" presetClass="entr" presetID="10" presetSubtype="0">
                                  <p:stCondLst>
                                    <p:cond delay="0"/>
                                  </p:stCondLst>
                                  <p:childTnLst>
                                    <p:set>
                                      <p:cBhvr>
                                        <p:cTn dur="1" fill="hold">
                                          <p:stCondLst>
                                            <p:cond delay="0"/>
                                          </p:stCondLst>
                                        </p:cTn>
                                        <p:tgtEl>
                                          <p:spTgt spid="642"/>
                                        </p:tgtEl>
                                        <p:attrNameLst>
                                          <p:attrName>style.visibility</p:attrName>
                                        </p:attrNameLst>
                                      </p:cBhvr>
                                      <p:to>
                                        <p:strVal val="visible"/>
                                      </p:to>
                                    </p:set>
                                    <p:animEffect filter="fade" transition="in">
                                      <p:cBhvr>
                                        <p:cTn dur="1000"/>
                                        <p:tgtEl>
                                          <p:spTgt spid="642"/>
                                        </p:tgtEl>
                                      </p:cBhvr>
                                    </p:animEffect>
                                  </p:childTnLst>
                                </p:cTn>
                              </p:par>
                              <p:par>
                                <p:cTn fill="hold" nodeType="withEffect" presetClass="entr" presetID="10" presetSubtype="0">
                                  <p:stCondLst>
                                    <p:cond delay="0"/>
                                  </p:stCondLst>
                                  <p:childTnLst>
                                    <p:set>
                                      <p:cBhvr>
                                        <p:cTn dur="1" fill="hold">
                                          <p:stCondLst>
                                            <p:cond delay="0"/>
                                          </p:stCondLst>
                                        </p:cTn>
                                        <p:tgtEl>
                                          <p:spTgt spid="643"/>
                                        </p:tgtEl>
                                        <p:attrNameLst>
                                          <p:attrName>style.visibility</p:attrName>
                                        </p:attrNameLst>
                                      </p:cBhvr>
                                      <p:to>
                                        <p:strVal val="visible"/>
                                      </p:to>
                                    </p:set>
                                    <p:animEffect filter="fade" transition="in">
                                      <p:cBhvr>
                                        <p:cTn dur="1000"/>
                                        <p:tgtEl>
                                          <p:spTgt spid="643"/>
                                        </p:tgtEl>
                                      </p:cBhvr>
                                    </p:animEffect>
                                  </p:childTnLst>
                                </p:cTn>
                              </p:par>
                              <p:par>
                                <p:cTn fill="hold" nodeType="withEffect" presetClass="entr" presetID="10" presetSubtype="0">
                                  <p:stCondLst>
                                    <p:cond delay="0"/>
                                  </p:stCondLst>
                                  <p:childTnLst>
                                    <p:set>
                                      <p:cBhvr>
                                        <p:cTn dur="1" fill="hold">
                                          <p:stCondLst>
                                            <p:cond delay="0"/>
                                          </p:stCondLst>
                                        </p:cTn>
                                        <p:tgtEl>
                                          <p:spTgt spid="644"/>
                                        </p:tgtEl>
                                        <p:attrNameLst>
                                          <p:attrName>style.visibility</p:attrName>
                                        </p:attrNameLst>
                                      </p:cBhvr>
                                      <p:to>
                                        <p:strVal val="visible"/>
                                      </p:to>
                                    </p:set>
                                    <p:animEffect filter="fade" transition="in">
                                      <p:cBhvr>
                                        <p:cTn dur="1000"/>
                                        <p:tgtEl>
                                          <p:spTgt spid="644"/>
                                        </p:tgtEl>
                                      </p:cBhvr>
                                    </p:animEffect>
                                  </p:childTnLst>
                                </p:cTn>
                              </p:par>
                              <p:par>
                                <p:cTn fill="hold" nodeType="withEffect" presetClass="entr" presetID="10" presetSubtype="0">
                                  <p:stCondLst>
                                    <p:cond delay="0"/>
                                  </p:stCondLst>
                                  <p:childTnLst>
                                    <p:set>
                                      <p:cBhvr>
                                        <p:cTn dur="1" fill="hold">
                                          <p:stCondLst>
                                            <p:cond delay="0"/>
                                          </p:stCondLst>
                                        </p:cTn>
                                        <p:tgtEl>
                                          <p:spTgt spid="650"/>
                                        </p:tgtEl>
                                        <p:attrNameLst>
                                          <p:attrName>style.visibility</p:attrName>
                                        </p:attrNameLst>
                                      </p:cBhvr>
                                      <p:to>
                                        <p:strVal val="visible"/>
                                      </p:to>
                                    </p:set>
                                    <p:animEffect filter="fade" transition="in">
                                      <p:cBhvr>
                                        <p:cTn dur="1000"/>
                                        <p:tgtEl>
                                          <p:spTgt spid="650"/>
                                        </p:tgtEl>
                                      </p:cBhvr>
                                    </p:animEffect>
                                  </p:childTnLst>
                                </p:cTn>
                              </p:par>
                              <p:par>
                                <p:cTn fill="hold" nodeType="withEffect" presetClass="entr" presetID="10" presetSubtype="0">
                                  <p:stCondLst>
                                    <p:cond delay="0"/>
                                  </p:stCondLst>
                                  <p:childTnLst>
                                    <p:set>
                                      <p:cBhvr>
                                        <p:cTn dur="1" fill="hold">
                                          <p:stCondLst>
                                            <p:cond delay="0"/>
                                          </p:stCondLst>
                                        </p:cTn>
                                        <p:tgtEl>
                                          <p:spTgt spid="646"/>
                                        </p:tgtEl>
                                        <p:attrNameLst>
                                          <p:attrName>style.visibility</p:attrName>
                                        </p:attrNameLst>
                                      </p:cBhvr>
                                      <p:to>
                                        <p:strVal val="visible"/>
                                      </p:to>
                                    </p:set>
                                    <p:animEffect filter="fade" transition="in">
                                      <p:cBhvr>
                                        <p:cTn dur="1000"/>
                                        <p:tgtEl>
                                          <p:spTgt spid="646"/>
                                        </p:tgtEl>
                                      </p:cBhvr>
                                    </p:animEffect>
                                  </p:childTnLst>
                                </p:cTn>
                              </p:par>
                              <p:par>
                                <p:cTn fill="hold" nodeType="withEffect" presetClass="entr" presetID="10" presetSubtype="0">
                                  <p:stCondLst>
                                    <p:cond delay="0"/>
                                  </p:stCondLst>
                                  <p:childTnLst>
                                    <p:set>
                                      <p:cBhvr>
                                        <p:cTn dur="1" fill="hold">
                                          <p:stCondLst>
                                            <p:cond delay="0"/>
                                          </p:stCondLst>
                                        </p:cTn>
                                        <p:tgtEl>
                                          <p:spTgt spid="651"/>
                                        </p:tgtEl>
                                        <p:attrNameLst>
                                          <p:attrName>style.visibility</p:attrName>
                                        </p:attrNameLst>
                                      </p:cBhvr>
                                      <p:to>
                                        <p:strVal val="visible"/>
                                      </p:to>
                                    </p:set>
                                    <p:animEffect filter="fade" transition="in">
                                      <p:cBhvr>
                                        <p:cTn dur="1000"/>
                                        <p:tgtEl>
                                          <p:spTgt spid="65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45"/>
                                        </p:tgtEl>
                                        <p:attrNameLst>
                                          <p:attrName>style.visibility</p:attrName>
                                        </p:attrNameLst>
                                      </p:cBhvr>
                                      <p:to>
                                        <p:strVal val="visible"/>
                                      </p:to>
                                    </p:set>
                                    <p:anim calcmode="lin" valueType="num">
                                      <p:cBhvr additive="base">
                                        <p:cTn dur="1000"/>
                                        <p:tgtEl>
                                          <p:spTgt spid="64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649"/>
                                        </p:tgtEl>
                                        <p:attrNameLst>
                                          <p:attrName>style.visibility</p:attrName>
                                        </p:attrNameLst>
                                      </p:cBhvr>
                                      <p:to>
                                        <p:strVal val="visible"/>
                                      </p:to>
                                    </p:set>
                                    <p:animEffect filter="fade" transition="in">
                                      <p:cBhvr>
                                        <p:cTn dur="1000"/>
                                        <p:tgtEl>
                                          <p:spTgt spid="649"/>
                                        </p:tgtEl>
                                      </p:cBhvr>
                                    </p:animEffect>
                                  </p:childTnLst>
                                </p:cTn>
                              </p:par>
                              <p:par>
                                <p:cTn fill="hold" nodeType="withEffect" presetClass="entr" presetID="10" presetSubtype="0">
                                  <p:stCondLst>
                                    <p:cond delay="0"/>
                                  </p:stCondLst>
                                  <p:childTnLst>
                                    <p:set>
                                      <p:cBhvr>
                                        <p:cTn dur="1" fill="hold">
                                          <p:stCondLst>
                                            <p:cond delay="0"/>
                                          </p:stCondLst>
                                        </p:cTn>
                                        <p:tgtEl>
                                          <p:spTgt spid="652"/>
                                        </p:tgtEl>
                                        <p:attrNameLst>
                                          <p:attrName>style.visibility</p:attrName>
                                        </p:attrNameLst>
                                      </p:cBhvr>
                                      <p:to>
                                        <p:strVal val="visible"/>
                                      </p:to>
                                    </p:set>
                                    <p:animEffect filter="fade" transition="in">
                                      <p:cBhvr>
                                        <p:cTn dur="1000"/>
                                        <p:tgtEl>
                                          <p:spTgt spid="65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53"/>
                                        </p:tgtEl>
                                        <p:attrNameLst>
                                          <p:attrName>style.visibility</p:attrName>
                                        </p:attrNameLst>
                                      </p:cBhvr>
                                      <p:to>
                                        <p:strVal val="visible"/>
                                      </p:to>
                                    </p:set>
                                    <p:animEffect filter="fade" transition="in">
                                      <p:cBhvr>
                                        <p:cTn dur="1000"/>
                                        <p:tgtEl>
                                          <p:spTgt spid="65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 name="Shape 668"/>
        <p:cNvGrpSpPr/>
        <p:nvPr/>
      </p:nvGrpSpPr>
      <p:grpSpPr>
        <a:xfrm>
          <a:off x="0" y="0"/>
          <a:ext cx="0" cy="0"/>
          <a:chOff x="0" y="0"/>
          <a:chExt cx="0" cy="0"/>
        </a:xfrm>
      </p:grpSpPr>
      <p:sp>
        <p:nvSpPr>
          <p:cNvPr id="669" name="Google Shape;669;p6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Patient medical history</a:t>
            </a:r>
            <a:endParaRPr/>
          </a:p>
        </p:txBody>
      </p:sp>
      <p:sp>
        <p:nvSpPr>
          <p:cNvPr id="670" name="Google Shape;670;p65"/>
          <p:cNvSpPr txBox="1"/>
          <p:nvPr/>
        </p:nvSpPr>
        <p:spPr>
          <a:xfrm>
            <a:off x="706501" y="4030096"/>
            <a:ext cx="22848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600">
                <a:solidFill>
                  <a:schemeClr val="dk1"/>
                </a:solidFill>
                <a:latin typeface="Karla"/>
                <a:ea typeface="Karla"/>
                <a:cs typeface="Karla"/>
                <a:sym typeface="Karla"/>
              </a:rPr>
              <a:t>Mercury is the closest planet to the Sun</a:t>
            </a:r>
            <a:endParaRPr sz="1600">
              <a:solidFill>
                <a:schemeClr val="dk1"/>
              </a:solidFill>
              <a:latin typeface="Karla"/>
              <a:ea typeface="Karla"/>
              <a:cs typeface="Karla"/>
              <a:sym typeface="Karla"/>
            </a:endParaRPr>
          </a:p>
          <a:p>
            <a:pPr indent="0" lvl="0" marL="0" rtl="0" algn="ctr">
              <a:lnSpc>
                <a:spcPct val="115000"/>
              </a:lnSpc>
              <a:spcBef>
                <a:spcPts val="1600"/>
              </a:spcBef>
              <a:spcAft>
                <a:spcPts val="1600"/>
              </a:spcAft>
              <a:buNone/>
            </a:pPr>
            <a:r>
              <a:t/>
            </a:r>
            <a:endParaRPr sz="1800">
              <a:solidFill>
                <a:schemeClr val="dk1"/>
              </a:solidFill>
              <a:latin typeface="Overpass"/>
              <a:ea typeface="Overpass"/>
              <a:cs typeface="Overpass"/>
              <a:sym typeface="Overpass"/>
            </a:endParaRPr>
          </a:p>
        </p:txBody>
      </p:sp>
      <p:sp>
        <p:nvSpPr>
          <p:cNvPr id="671" name="Google Shape;671;p65"/>
          <p:cNvSpPr txBox="1"/>
          <p:nvPr/>
        </p:nvSpPr>
        <p:spPr>
          <a:xfrm>
            <a:off x="6117250" y="3649050"/>
            <a:ext cx="2305200" cy="382800"/>
          </a:xfrm>
          <a:prstGeom prst="rect">
            <a:avLst/>
          </a:prstGeom>
          <a:noFill/>
          <a:ln>
            <a:noFill/>
          </a:ln>
        </p:spPr>
        <p:txBody>
          <a:bodyPr anchorCtr="0" anchor="t" bIns="91425" lIns="857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Inflammation</a:t>
            </a:r>
            <a:endParaRPr sz="2200">
              <a:solidFill>
                <a:schemeClr val="dk1"/>
              </a:solidFill>
              <a:latin typeface="DM Serif Display"/>
              <a:ea typeface="DM Serif Display"/>
              <a:cs typeface="DM Serif Display"/>
              <a:sym typeface="DM Serif Display"/>
            </a:endParaRPr>
          </a:p>
        </p:txBody>
      </p:sp>
      <p:sp>
        <p:nvSpPr>
          <p:cNvPr id="672" name="Google Shape;672;p65"/>
          <p:cNvSpPr txBox="1"/>
          <p:nvPr/>
        </p:nvSpPr>
        <p:spPr>
          <a:xfrm>
            <a:off x="6117256" y="4007550"/>
            <a:ext cx="23052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600">
                <a:solidFill>
                  <a:schemeClr val="dk1"/>
                </a:solidFill>
                <a:latin typeface="Karla"/>
                <a:ea typeface="Karla"/>
                <a:cs typeface="Karla"/>
                <a:sym typeface="Karla"/>
              </a:rPr>
              <a:t>Despite being red, Mars is a cold place</a:t>
            </a:r>
            <a:endParaRPr sz="1600">
              <a:solidFill>
                <a:schemeClr val="dk1"/>
              </a:solidFill>
              <a:latin typeface="Karla"/>
              <a:ea typeface="Karla"/>
              <a:cs typeface="Karla"/>
              <a:sym typeface="Karla"/>
            </a:endParaRPr>
          </a:p>
          <a:p>
            <a:pPr indent="0" lvl="0" marL="0" rtl="0" algn="ctr">
              <a:lnSpc>
                <a:spcPct val="115000"/>
              </a:lnSpc>
              <a:spcBef>
                <a:spcPts val="1600"/>
              </a:spcBef>
              <a:spcAft>
                <a:spcPts val="1600"/>
              </a:spcAft>
              <a:buNone/>
            </a:pPr>
            <a:r>
              <a:t/>
            </a:r>
            <a:endParaRPr sz="1800">
              <a:solidFill>
                <a:schemeClr val="dk1"/>
              </a:solidFill>
              <a:latin typeface="Overpass"/>
              <a:ea typeface="Overpass"/>
              <a:cs typeface="Overpass"/>
              <a:sym typeface="Overpass"/>
            </a:endParaRPr>
          </a:p>
        </p:txBody>
      </p:sp>
      <p:sp>
        <p:nvSpPr>
          <p:cNvPr id="673" name="Google Shape;673;p65"/>
          <p:cNvSpPr txBox="1"/>
          <p:nvPr/>
        </p:nvSpPr>
        <p:spPr>
          <a:xfrm>
            <a:off x="706501" y="3670310"/>
            <a:ext cx="2305200" cy="38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Mercury</a:t>
            </a:r>
            <a:endParaRPr sz="2200">
              <a:solidFill>
                <a:schemeClr val="dk1"/>
              </a:solidFill>
              <a:latin typeface="DM Serif Display"/>
              <a:ea typeface="DM Serif Display"/>
              <a:cs typeface="DM Serif Display"/>
              <a:sym typeface="DM Serif Display"/>
            </a:endParaRPr>
          </a:p>
        </p:txBody>
      </p:sp>
      <p:sp>
        <p:nvSpPr>
          <p:cNvPr id="674" name="Google Shape;674;p65"/>
          <p:cNvSpPr txBox="1"/>
          <p:nvPr/>
        </p:nvSpPr>
        <p:spPr>
          <a:xfrm>
            <a:off x="6117243" y="1899312"/>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Age: </a:t>
            </a:r>
            <a:r>
              <a:rPr lang="en" sz="1600">
                <a:solidFill>
                  <a:schemeClr val="dk1"/>
                </a:solidFill>
                <a:latin typeface="Karla"/>
                <a:ea typeface="Karla"/>
                <a:cs typeface="Karla"/>
                <a:sym typeface="Karla"/>
              </a:rPr>
              <a:t>25 </a:t>
            </a:r>
            <a:endParaRPr sz="1600">
              <a:solidFill>
                <a:schemeClr val="dk1"/>
              </a:solidFill>
              <a:latin typeface="Karla"/>
              <a:ea typeface="Karla"/>
              <a:cs typeface="Karla"/>
              <a:sym typeface="Karla"/>
            </a:endParaRPr>
          </a:p>
        </p:txBody>
      </p:sp>
      <p:sp>
        <p:nvSpPr>
          <p:cNvPr id="675" name="Google Shape;675;p65"/>
          <p:cNvSpPr txBox="1"/>
          <p:nvPr/>
        </p:nvSpPr>
        <p:spPr>
          <a:xfrm>
            <a:off x="6117243" y="2239211"/>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Gender: </a:t>
            </a:r>
            <a:r>
              <a:rPr lang="en" sz="1600">
                <a:solidFill>
                  <a:schemeClr val="dk1"/>
                </a:solidFill>
                <a:latin typeface="Karla"/>
                <a:ea typeface="Karla"/>
                <a:cs typeface="Karla"/>
                <a:sym typeface="Karla"/>
              </a:rPr>
              <a:t>Male</a:t>
            </a:r>
            <a:endParaRPr sz="1600">
              <a:solidFill>
                <a:schemeClr val="dk1"/>
              </a:solidFill>
              <a:latin typeface="Karla"/>
              <a:ea typeface="Karla"/>
              <a:cs typeface="Karla"/>
              <a:sym typeface="Karla"/>
            </a:endParaRPr>
          </a:p>
        </p:txBody>
      </p:sp>
      <p:sp>
        <p:nvSpPr>
          <p:cNvPr id="676" name="Google Shape;676;p65"/>
          <p:cNvSpPr txBox="1"/>
          <p:nvPr/>
        </p:nvSpPr>
        <p:spPr>
          <a:xfrm>
            <a:off x="6117243" y="1233144"/>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Allergies</a:t>
            </a:r>
            <a:r>
              <a:rPr lang="en" sz="2200">
                <a:solidFill>
                  <a:schemeClr val="dk1"/>
                </a:solidFill>
                <a:latin typeface="DM Serif Display"/>
                <a:ea typeface="DM Serif Display"/>
                <a:cs typeface="DM Serif Display"/>
                <a:sym typeface="DM Serif Display"/>
              </a:rPr>
              <a:t>: </a:t>
            </a:r>
            <a:r>
              <a:rPr lang="en" sz="1600">
                <a:solidFill>
                  <a:schemeClr val="dk1"/>
                </a:solidFill>
                <a:latin typeface="Karla"/>
                <a:ea typeface="Karla"/>
                <a:cs typeface="Karla"/>
                <a:sym typeface="Karla"/>
              </a:rPr>
              <a:t>None</a:t>
            </a:r>
            <a:endParaRPr sz="1800">
              <a:solidFill>
                <a:schemeClr val="dk1"/>
              </a:solidFill>
              <a:latin typeface="Karla"/>
              <a:ea typeface="Karla"/>
              <a:cs typeface="Karla"/>
              <a:sym typeface="Karla"/>
            </a:endParaRPr>
          </a:p>
        </p:txBody>
      </p:sp>
      <p:sp>
        <p:nvSpPr>
          <p:cNvPr id="677" name="Google Shape;677;p65"/>
          <p:cNvSpPr txBox="1"/>
          <p:nvPr/>
        </p:nvSpPr>
        <p:spPr>
          <a:xfrm>
            <a:off x="6117243" y="1568050"/>
            <a:ext cx="23052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Location: </a:t>
            </a:r>
            <a:r>
              <a:rPr lang="en" sz="1600">
                <a:solidFill>
                  <a:schemeClr val="dk1"/>
                </a:solidFill>
                <a:latin typeface="Karla"/>
                <a:ea typeface="Karla"/>
                <a:cs typeface="Karla"/>
                <a:sym typeface="Karla"/>
              </a:rPr>
              <a:t>NY</a:t>
            </a:r>
            <a:endParaRPr sz="1600">
              <a:solidFill>
                <a:schemeClr val="dk1"/>
              </a:solidFill>
              <a:latin typeface="Karla"/>
              <a:ea typeface="Karla"/>
              <a:cs typeface="Karla"/>
              <a:sym typeface="Karla"/>
            </a:endParaRPr>
          </a:p>
        </p:txBody>
      </p:sp>
      <p:sp>
        <p:nvSpPr>
          <p:cNvPr id="678" name="Google Shape;678;p65"/>
          <p:cNvSpPr/>
          <p:nvPr/>
        </p:nvSpPr>
        <p:spPr>
          <a:xfrm>
            <a:off x="724050" y="3125650"/>
            <a:ext cx="2200500" cy="46290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9" name="Google Shape;679;p65"/>
          <p:cNvSpPr/>
          <p:nvPr/>
        </p:nvSpPr>
        <p:spPr>
          <a:xfrm>
            <a:off x="752679" y="3165917"/>
            <a:ext cx="1704300" cy="382500"/>
          </a:xfrm>
          <a:prstGeom prst="roundRect">
            <a:avLst>
              <a:gd fmla="val 50000" name="adj"/>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0" name="Google Shape;680;p65"/>
          <p:cNvSpPr/>
          <p:nvPr/>
        </p:nvSpPr>
        <p:spPr>
          <a:xfrm>
            <a:off x="6134803" y="3103255"/>
            <a:ext cx="2200500" cy="46290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1" name="Google Shape;681;p65"/>
          <p:cNvSpPr/>
          <p:nvPr/>
        </p:nvSpPr>
        <p:spPr>
          <a:xfrm>
            <a:off x="6163422" y="3143550"/>
            <a:ext cx="967800" cy="382500"/>
          </a:xfrm>
          <a:prstGeom prst="roundRect">
            <a:avLst>
              <a:gd fmla="val 50000" name="adj"/>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2" name="Google Shape;682;p65"/>
          <p:cNvSpPr txBox="1"/>
          <p:nvPr/>
        </p:nvSpPr>
        <p:spPr>
          <a:xfrm>
            <a:off x="801745" y="3078100"/>
            <a:ext cx="10053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lt1"/>
                </a:solidFill>
                <a:latin typeface="DM Serif Display"/>
                <a:ea typeface="DM Serif Display"/>
                <a:cs typeface="DM Serif Display"/>
                <a:sym typeface="DM Serif Display"/>
              </a:rPr>
              <a:t>70%</a:t>
            </a:r>
            <a:endParaRPr sz="2200">
              <a:solidFill>
                <a:schemeClr val="lt1"/>
              </a:solidFill>
              <a:latin typeface="DM Serif Display"/>
              <a:ea typeface="DM Serif Display"/>
              <a:cs typeface="DM Serif Display"/>
              <a:sym typeface="DM Serif Display"/>
            </a:endParaRPr>
          </a:p>
        </p:txBody>
      </p:sp>
      <p:sp>
        <p:nvSpPr>
          <p:cNvPr id="683" name="Google Shape;683;p65"/>
          <p:cNvSpPr txBox="1"/>
          <p:nvPr/>
        </p:nvSpPr>
        <p:spPr>
          <a:xfrm>
            <a:off x="6231351" y="3069200"/>
            <a:ext cx="2200500" cy="3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lt1"/>
                </a:solidFill>
                <a:latin typeface="DM Serif Display"/>
                <a:ea typeface="DM Serif Display"/>
                <a:cs typeface="DM Serif Display"/>
                <a:sym typeface="DM Serif Display"/>
              </a:rPr>
              <a:t>30%</a:t>
            </a:r>
            <a:endParaRPr sz="2200">
              <a:solidFill>
                <a:schemeClr val="lt1"/>
              </a:solidFill>
              <a:latin typeface="DM Serif Display"/>
              <a:ea typeface="DM Serif Display"/>
              <a:cs typeface="DM Serif Display"/>
              <a:sym typeface="DM Serif Display"/>
            </a:endParaRPr>
          </a:p>
        </p:txBody>
      </p:sp>
      <p:grpSp>
        <p:nvGrpSpPr>
          <p:cNvPr id="684" name="Google Shape;684;p65"/>
          <p:cNvGrpSpPr/>
          <p:nvPr/>
        </p:nvGrpSpPr>
        <p:grpSpPr>
          <a:xfrm>
            <a:off x="3866550" y="3155575"/>
            <a:ext cx="1410900" cy="1410900"/>
            <a:chOff x="3866550" y="3155575"/>
            <a:chExt cx="1410900" cy="1410900"/>
          </a:xfrm>
        </p:grpSpPr>
        <p:sp>
          <p:nvSpPr>
            <p:cNvPr id="685" name="Google Shape;685;p65"/>
            <p:cNvSpPr/>
            <p:nvPr/>
          </p:nvSpPr>
          <p:spPr>
            <a:xfrm>
              <a:off x="3866550" y="3155575"/>
              <a:ext cx="1410900" cy="1410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 name="Google Shape;686;p65"/>
            <p:cNvGrpSpPr/>
            <p:nvPr/>
          </p:nvGrpSpPr>
          <p:grpSpPr>
            <a:xfrm>
              <a:off x="4201534" y="3393963"/>
              <a:ext cx="740932" cy="934124"/>
              <a:chOff x="7144274" y="1500214"/>
              <a:chExt cx="282174" cy="355735"/>
            </a:xfrm>
          </p:grpSpPr>
          <p:sp>
            <p:nvSpPr>
              <p:cNvPr id="687" name="Google Shape;687;p6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69"/>
                                        </p:tgtEl>
                                        <p:attrNameLst>
                                          <p:attrName>style.visibility</p:attrName>
                                        </p:attrNameLst>
                                      </p:cBhvr>
                                      <p:to>
                                        <p:strVal val="visible"/>
                                      </p:to>
                                    </p:set>
                                    <p:anim calcmode="lin" valueType="num">
                                      <p:cBhvr additive="base">
                                        <p:cTn dur="1000"/>
                                        <p:tgtEl>
                                          <p:spTgt spid="66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74"/>
                                        </p:tgtEl>
                                        <p:attrNameLst>
                                          <p:attrName>style.visibility</p:attrName>
                                        </p:attrNameLst>
                                      </p:cBhvr>
                                      <p:to>
                                        <p:strVal val="visible"/>
                                      </p:to>
                                    </p:set>
                                    <p:animEffect filter="fade" transition="in">
                                      <p:cBhvr>
                                        <p:cTn dur="1000"/>
                                        <p:tgtEl>
                                          <p:spTgt spid="674"/>
                                        </p:tgtEl>
                                      </p:cBhvr>
                                    </p:animEffect>
                                  </p:childTnLst>
                                </p:cTn>
                              </p:par>
                              <p:par>
                                <p:cTn fill="hold" nodeType="withEffect" presetClass="entr" presetID="10" presetSubtype="0">
                                  <p:stCondLst>
                                    <p:cond delay="0"/>
                                  </p:stCondLst>
                                  <p:childTnLst>
                                    <p:set>
                                      <p:cBhvr>
                                        <p:cTn dur="1" fill="hold">
                                          <p:stCondLst>
                                            <p:cond delay="0"/>
                                          </p:stCondLst>
                                        </p:cTn>
                                        <p:tgtEl>
                                          <p:spTgt spid="675"/>
                                        </p:tgtEl>
                                        <p:attrNameLst>
                                          <p:attrName>style.visibility</p:attrName>
                                        </p:attrNameLst>
                                      </p:cBhvr>
                                      <p:to>
                                        <p:strVal val="visible"/>
                                      </p:to>
                                    </p:set>
                                    <p:animEffect filter="fade" transition="in">
                                      <p:cBhvr>
                                        <p:cTn dur="1000"/>
                                        <p:tgtEl>
                                          <p:spTgt spid="675"/>
                                        </p:tgtEl>
                                      </p:cBhvr>
                                    </p:animEffect>
                                  </p:childTnLst>
                                </p:cTn>
                              </p:par>
                              <p:par>
                                <p:cTn fill="hold" nodeType="withEffect" presetClass="entr" presetID="10" presetSubtype="0">
                                  <p:stCondLst>
                                    <p:cond delay="0"/>
                                  </p:stCondLst>
                                  <p:childTnLst>
                                    <p:set>
                                      <p:cBhvr>
                                        <p:cTn dur="1" fill="hold">
                                          <p:stCondLst>
                                            <p:cond delay="0"/>
                                          </p:stCondLst>
                                        </p:cTn>
                                        <p:tgtEl>
                                          <p:spTgt spid="676"/>
                                        </p:tgtEl>
                                        <p:attrNameLst>
                                          <p:attrName>style.visibility</p:attrName>
                                        </p:attrNameLst>
                                      </p:cBhvr>
                                      <p:to>
                                        <p:strVal val="visible"/>
                                      </p:to>
                                    </p:set>
                                    <p:animEffect filter="fade" transition="in">
                                      <p:cBhvr>
                                        <p:cTn dur="1000"/>
                                        <p:tgtEl>
                                          <p:spTgt spid="676"/>
                                        </p:tgtEl>
                                      </p:cBhvr>
                                    </p:animEffect>
                                  </p:childTnLst>
                                </p:cTn>
                              </p:par>
                              <p:par>
                                <p:cTn fill="hold" nodeType="withEffect" presetClass="entr" presetID="10" presetSubtype="0">
                                  <p:stCondLst>
                                    <p:cond delay="0"/>
                                  </p:stCondLst>
                                  <p:childTnLst>
                                    <p:set>
                                      <p:cBhvr>
                                        <p:cTn dur="1" fill="hold">
                                          <p:stCondLst>
                                            <p:cond delay="0"/>
                                          </p:stCondLst>
                                        </p:cTn>
                                        <p:tgtEl>
                                          <p:spTgt spid="677"/>
                                        </p:tgtEl>
                                        <p:attrNameLst>
                                          <p:attrName>style.visibility</p:attrName>
                                        </p:attrNameLst>
                                      </p:cBhvr>
                                      <p:to>
                                        <p:strVal val="visible"/>
                                      </p:to>
                                    </p:set>
                                    <p:animEffect filter="fade" transition="in">
                                      <p:cBhvr>
                                        <p:cTn dur="1000"/>
                                        <p:tgtEl>
                                          <p:spTgt spid="6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70"/>
                                        </p:tgtEl>
                                        <p:attrNameLst>
                                          <p:attrName>style.visibility</p:attrName>
                                        </p:attrNameLst>
                                      </p:cBhvr>
                                      <p:to>
                                        <p:strVal val="visible"/>
                                      </p:to>
                                    </p:set>
                                    <p:anim calcmode="lin" valueType="num">
                                      <p:cBhvr additive="base">
                                        <p:cTn dur="1000"/>
                                        <p:tgtEl>
                                          <p:spTgt spid="67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673"/>
                                        </p:tgtEl>
                                        <p:attrNameLst>
                                          <p:attrName>style.visibility</p:attrName>
                                        </p:attrNameLst>
                                      </p:cBhvr>
                                      <p:to>
                                        <p:strVal val="visible"/>
                                      </p:to>
                                    </p:set>
                                    <p:animEffect filter="fade" transition="in">
                                      <p:cBhvr>
                                        <p:cTn dur="1000"/>
                                        <p:tgtEl>
                                          <p:spTgt spid="673"/>
                                        </p:tgtEl>
                                      </p:cBhvr>
                                    </p:animEffect>
                                  </p:childTnLst>
                                </p:cTn>
                              </p:par>
                              <p:par>
                                <p:cTn fill="hold" nodeType="withEffect" presetClass="entr" presetID="10" presetSubtype="0">
                                  <p:stCondLst>
                                    <p:cond delay="0"/>
                                  </p:stCondLst>
                                  <p:childTnLst>
                                    <p:set>
                                      <p:cBhvr>
                                        <p:cTn dur="1" fill="hold">
                                          <p:stCondLst>
                                            <p:cond delay="0"/>
                                          </p:stCondLst>
                                        </p:cTn>
                                        <p:tgtEl>
                                          <p:spTgt spid="678"/>
                                        </p:tgtEl>
                                        <p:attrNameLst>
                                          <p:attrName>style.visibility</p:attrName>
                                        </p:attrNameLst>
                                      </p:cBhvr>
                                      <p:to>
                                        <p:strVal val="visible"/>
                                      </p:to>
                                    </p:set>
                                    <p:animEffect filter="fade" transition="in">
                                      <p:cBhvr>
                                        <p:cTn dur="1000"/>
                                        <p:tgtEl>
                                          <p:spTgt spid="678"/>
                                        </p:tgtEl>
                                      </p:cBhvr>
                                    </p:animEffect>
                                  </p:childTnLst>
                                </p:cTn>
                              </p:par>
                              <p:par>
                                <p:cTn fill="hold" nodeType="withEffect" presetClass="entr" presetID="10" presetSubtype="0">
                                  <p:stCondLst>
                                    <p:cond delay="0"/>
                                  </p:stCondLst>
                                  <p:childTnLst>
                                    <p:set>
                                      <p:cBhvr>
                                        <p:cTn dur="1" fill="hold">
                                          <p:stCondLst>
                                            <p:cond delay="0"/>
                                          </p:stCondLst>
                                        </p:cTn>
                                        <p:tgtEl>
                                          <p:spTgt spid="679"/>
                                        </p:tgtEl>
                                        <p:attrNameLst>
                                          <p:attrName>style.visibility</p:attrName>
                                        </p:attrNameLst>
                                      </p:cBhvr>
                                      <p:to>
                                        <p:strVal val="visible"/>
                                      </p:to>
                                    </p:set>
                                    <p:animEffect filter="fade" transition="in">
                                      <p:cBhvr>
                                        <p:cTn dur="1000"/>
                                        <p:tgtEl>
                                          <p:spTgt spid="679"/>
                                        </p:tgtEl>
                                      </p:cBhvr>
                                    </p:animEffect>
                                  </p:childTnLst>
                                </p:cTn>
                              </p:par>
                              <p:par>
                                <p:cTn fill="hold" nodeType="withEffect" presetClass="entr" presetID="10" presetSubtype="0">
                                  <p:stCondLst>
                                    <p:cond delay="0"/>
                                  </p:stCondLst>
                                  <p:childTnLst>
                                    <p:set>
                                      <p:cBhvr>
                                        <p:cTn dur="1" fill="hold">
                                          <p:stCondLst>
                                            <p:cond delay="0"/>
                                          </p:stCondLst>
                                        </p:cTn>
                                        <p:tgtEl>
                                          <p:spTgt spid="682"/>
                                        </p:tgtEl>
                                        <p:attrNameLst>
                                          <p:attrName>style.visibility</p:attrName>
                                        </p:attrNameLst>
                                      </p:cBhvr>
                                      <p:to>
                                        <p:strVal val="visible"/>
                                      </p:to>
                                    </p:set>
                                    <p:animEffect filter="fade" transition="in">
                                      <p:cBhvr>
                                        <p:cTn dur="1000"/>
                                        <p:tgtEl>
                                          <p:spTgt spid="68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71"/>
                                        </p:tgtEl>
                                        <p:attrNameLst>
                                          <p:attrName>style.visibility</p:attrName>
                                        </p:attrNameLst>
                                      </p:cBhvr>
                                      <p:to>
                                        <p:strVal val="visible"/>
                                      </p:to>
                                    </p:set>
                                    <p:anim calcmode="lin" valueType="num">
                                      <p:cBhvr additive="base">
                                        <p:cTn dur="1000"/>
                                        <p:tgtEl>
                                          <p:spTgt spid="67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672"/>
                                        </p:tgtEl>
                                        <p:attrNameLst>
                                          <p:attrName>style.visibility</p:attrName>
                                        </p:attrNameLst>
                                      </p:cBhvr>
                                      <p:to>
                                        <p:strVal val="visible"/>
                                      </p:to>
                                    </p:set>
                                    <p:animEffect filter="fade" transition="in">
                                      <p:cBhvr>
                                        <p:cTn dur="1000"/>
                                        <p:tgtEl>
                                          <p:spTgt spid="672"/>
                                        </p:tgtEl>
                                      </p:cBhvr>
                                    </p:animEffect>
                                  </p:childTnLst>
                                </p:cTn>
                              </p:par>
                              <p:par>
                                <p:cTn fill="hold" nodeType="withEffect" presetClass="entr" presetID="10" presetSubtype="0">
                                  <p:stCondLst>
                                    <p:cond delay="0"/>
                                  </p:stCondLst>
                                  <p:childTnLst>
                                    <p:set>
                                      <p:cBhvr>
                                        <p:cTn dur="1" fill="hold">
                                          <p:stCondLst>
                                            <p:cond delay="0"/>
                                          </p:stCondLst>
                                        </p:cTn>
                                        <p:tgtEl>
                                          <p:spTgt spid="680"/>
                                        </p:tgtEl>
                                        <p:attrNameLst>
                                          <p:attrName>style.visibility</p:attrName>
                                        </p:attrNameLst>
                                      </p:cBhvr>
                                      <p:to>
                                        <p:strVal val="visible"/>
                                      </p:to>
                                    </p:set>
                                    <p:animEffect filter="fade" transition="in">
                                      <p:cBhvr>
                                        <p:cTn dur="1000"/>
                                        <p:tgtEl>
                                          <p:spTgt spid="680"/>
                                        </p:tgtEl>
                                      </p:cBhvr>
                                    </p:animEffect>
                                  </p:childTnLst>
                                </p:cTn>
                              </p:par>
                              <p:par>
                                <p:cTn fill="hold" nodeType="withEffect" presetClass="entr" presetID="10" presetSubtype="0">
                                  <p:stCondLst>
                                    <p:cond delay="0"/>
                                  </p:stCondLst>
                                  <p:childTnLst>
                                    <p:set>
                                      <p:cBhvr>
                                        <p:cTn dur="1" fill="hold">
                                          <p:stCondLst>
                                            <p:cond delay="0"/>
                                          </p:stCondLst>
                                        </p:cTn>
                                        <p:tgtEl>
                                          <p:spTgt spid="681"/>
                                        </p:tgtEl>
                                        <p:attrNameLst>
                                          <p:attrName>style.visibility</p:attrName>
                                        </p:attrNameLst>
                                      </p:cBhvr>
                                      <p:to>
                                        <p:strVal val="visible"/>
                                      </p:to>
                                    </p:set>
                                    <p:animEffect filter="fade" transition="in">
                                      <p:cBhvr>
                                        <p:cTn dur="1000"/>
                                        <p:tgtEl>
                                          <p:spTgt spid="681"/>
                                        </p:tgtEl>
                                      </p:cBhvr>
                                    </p:animEffect>
                                  </p:childTnLst>
                                </p:cTn>
                              </p:par>
                              <p:par>
                                <p:cTn fill="hold" nodeType="withEffect" presetClass="entr" presetID="10" presetSubtype="0">
                                  <p:stCondLst>
                                    <p:cond delay="0"/>
                                  </p:stCondLst>
                                  <p:childTnLst>
                                    <p:set>
                                      <p:cBhvr>
                                        <p:cTn dur="1" fill="hold">
                                          <p:stCondLst>
                                            <p:cond delay="0"/>
                                          </p:stCondLst>
                                        </p:cTn>
                                        <p:tgtEl>
                                          <p:spTgt spid="683"/>
                                        </p:tgtEl>
                                        <p:attrNameLst>
                                          <p:attrName>style.visibility</p:attrName>
                                        </p:attrNameLst>
                                      </p:cBhvr>
                                      <p:to>
                                        <p:strVal val="visible"/>
                                      </p:to>
                                    </p:set>
                                    <p:animEffect filter="fade" transition="in">
                                      <p:cBhvr>
                                        <p:cTn dur="1000"/>
                                        <p:tgtEl>
                                          <p:spTgt spid="68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4"/>
                                        </p:tgtEl>
                                        <p:attrNameLst>
                                          <p:attrName>style.visibility</p:attrName>
                                        </p:attrNameLst>
                                      </p:cBhvr>
                                      <p:to>
                                        <p:strVal val="visible"/>
                                      </p:to>
                                    </p:set>
                                    <p:animEffect filter="fade" transition="in">
                                      <p:cBhvr>
                                        <p:cTn dur="1000"/>
                                        <p:tgtEl>
                                          <p:spTgt spid="68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66"/>
          <p:cNvSpPr txBox="1"/>
          <p:nvPr>
            <p:ph type="title"/>
          </p:nvPr>
        </p:nvSpPr>
        <p:spPr>
          <a:xfrm>
            <a:off x="2510100" y="1428750"/>
            <a:ext cx="4123800" cy="228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a:t>
            </a:r>
            <a:r>
              <a:rPr lang="en"/>
              <a:t>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7"/>
                                        </p:tgtEl>
                                        <p:attrNameLst>
                                          <p:attrName>style.visibility</p:attrName>
                                        </p:attrNameLst>
                                      </p:cBhvr>
                                      <p:to>
                                        <p:strVal val="visible"/>
                                      </p:to>
                                    </p:set>
                                    <p:animEffect filter="fade" transition="in">
                                      <p:cBhvr>
                                        <p:cTn dur="1000"/>
                                        <p:tgtEl>
                                          <p:spTgt spid="6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 name="Shape 701"/>
        <p:cNvGrpSpPr/>
        <p:nvPr/>
      </p:nvGrpSpPr>
      <p:grpSpPr>
        <a:xfrm>
          <a:off x="0" y="0"/>
          <a:ext cx="0" cy="0"/>
          <a:chOff x="0" y="0"/>
          <a:chExt cx="0" cy="0"/>
        </a:xfrm>
      </p:grpSpPr>
      <p:sp>
        <p:nvSpPr>
          <p:cNvPr id="702" name="Google Shape;702;p67"/>
          <p:cNvSpPr txBox="1"/>
          <p:nvPr>
            <p:ph type="title"/>
          </p:nvPr>
        </p:nvSpPr>
        <p:spPr>
          <a:xfrm flipH="1">
            <a:off x="1117500" y="838200"/>
            <a:ext cx="6909000" cy="115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Awesome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02"/>
                                        </p:tgtEl>
                                        <p:attrNameLst>
                                          <p:attrName>style.visibility</p:attrName>
                                        </p:attrNameLst>
                                      </p:cBhvr>
                                      <p:to>
                                        <p:strVal val="visible"/>
                                      </p:to>
                                    </p:set>
                                    <p:anim calcmode="lin" valueType="num">
                                      <p:cBhvr additive="base">
                                        <p:cTn dur="1000"/>
                                        <p:tgtEl>
                                          <p:spTgt spid="70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 name="Shape 706"/>
        <p:cNvGrpSpPr/>
        <p:nvPr/>
      </p:nvGrpSpPr>
      <p:grpSpPr>
        <a:xfrm>
          <a:off x="0" y="0"/>
          <a:ext cx="0" cy="0"/>
          <a:chOff x="0" y="0"/>
          <a:chExt cx="0" cy="0"/>
        </a:xfrm>
      </p:grpSpPr>
      <p:sp>
        <p:nvSpPr>
          <p:cNvPr id="707" name="Google Shape;707;p68"/>
          <p:cNvSpPr txBox="1"/>
          <p:nvPr>
            <p:ph type="title"/>
          </p:nvPr>
        </p:nvSpPr>
        <p:spPr>
          <a:xfrm>
            <a:off x="1624450" y="1629147"/>
            <a:ext cx="2694000" cy="42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08" name="Google Shape;708;p68"/>
          <p:cNvSpPr txBox="1"/>
          <p:nvPr>
            <p:ph idx="1" type="subTitle"/>
          </p:nvPr>
        </p:nvSpPr>
        <p:spPr>
          <a:xfrm>
            <a:off x="1624450" y="1990162"/>
            <a:ext cx="26940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Despite being red, Mars is a cold place. The planet is full of iron oxide dust</a:t>
            </a:r>
            <a:endParaRPr/>
          </a:p>
        </p:txBody>
      </p:sp>
      <p:sp>
        <p:nvSpPr>
          <p:cNvPr id="709" name="Google Shape;709;p68"/>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Systems’ review</a:t>
            </a:r>
            <a:endParaRPr/>
          </a:p>
        </p:txBody>
      </p:sp>
      <p:sp>
        <p:nvSpPr>
          <p:cNvPr id="710" name="Google Shape;710;p68"/>
          <p:cNvSpPr txBox="1"/>
          <p:nvPr>
            <p:ph idx="3" type="title"/>
          </p:nvPr>
        </p:nvSpPr>
        <p:spPr>
          <a:xfrm>
            <a:off x="4825396" y="1629147"/>
            <a:ext cx="2694000" cy="421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711" name="Google Shape;711;p68"/>
          <p:cNvSpPr txBox="1"/>
          <p:nvPr>
            <p:ph idx="4" type="subTitle"/>
          </p:nvPr>
        </p:nvSpPr>
        <p:spPr>
          <a:xfrm>
            <a:off x="4825389" y="1990162"/>
            <a:ext cx="2694000" cy="88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Mercury is the closest to the Sun and the smallest one in the Solar System</a:t>
            </a:r>
            <a:endParaRPr/>
          </a:p>
        </p:txBody>
      </p:sp>
      <p:sp>
        <p:nvSpPr>
          <p:cNvPr id="712" name="Google Shape;712;p68"/>
          <p:cNvSpPr txBox="1"/>
          <p:nvPr>
            <p:ph idx="5" type="title"/>
          </p:nvPr>
        </p:nvSpPr>
        <p:spPr>
          <a:xfrm>
            <a:off x="1624450" y="2998172"/>
            <a:ext cx="2694000" cy="42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13" name="Google Shape;713;p68"/>
          <p:cNvSpPr txBox="1"/>
          <p:nvPr>
            <p:ph idx="6" type="subTitle"/>
          </p:nvPr>
        </p:nvSpPr>
        <p:spPr>
          <a:xfrm>
            <a:off x="1624450" y="3364383"/>
            <a:ext cx="26940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Jupiter is a gas giant and the biggest planet in </a:t>
            </a:r>
            <a:r>
              <a:rPr lang="en"/>
              <a:t>the Solar</a:t>
            </a:r>
            <a:r>
              <a:rPr lang="en"/>
              <a:t> System</a:t>
            </a:r>
            <a:endParaRPr/>
          </a:p>
        </p:txBody>
      </p:sp>
      <p:sp>
        <p:nvSpPr>
          <p:cNvPr id="714" name="Google Shape;714;p68"/>
          <p:cNvSpPr txBox="1"/>
          <p:nvPr>
            <p:ph idx="7" type="title"/>
          </p:nvPr>
        </p:nvSpPr>
        <p:spPr>
          <a:xfrm>
            <a:off x="4825396" y="2998172"/>
            <a:ext cx="2694000" cy="421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715" name="Google Shape;715;p68"/>
          <p:cNvSpPr txBox="1"/>
          <p:nvPr>
            <p:ph idx="8" type="subTitle"/>
          </p:nvPr>
        </p:nvSpPr>
        <p:spPr>
          <a:xfrm>
            <a:off x="4825389" y="3364383"/>
            <a:ext cx="2694000" cy="8853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Saturn is a gas giant</a:t>
            </a:r>
            <a:r>
              <a:rPr lang="en"/>
              <a:t>. It has rings and it’s composed of hydrogen</a:t>
            </a:r>
            <a:endParaRPr/>
          </a:p>
        </p:txBody>
      </p:sp>
      <p:grpSp>
        <p:nvGrpSpPr>
          <p:cNvPr id="716" name="Google Shape;716;p68"/>
          <p:cNvGrpSpPr/>
          <p:nvPr/>
        </p:nvGrpSpPr>
        <p:grpSpPr>
          <a:xfrm>
            <a:off x="1191761" y="3457171"/>
            <a:ext cx="280292" cy="366396"/>
            <a:chOff x="6701186" y="4283033"/>
            <a:chExt cx="280292" cy="366396"/>
          </a:xfrm>
        </p:grpSpPr>
        <p:sp>
          <p:nvSpPr>
            <p:cNvPr id="717" name="Google Shape;717;p6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68"/>
          <p:cNvGrpSpPr/>
          <p:nvPr/>
        </p:nvGrpSpPr>
        <p:grpSpPr>
          <a:xfrm>
            <a:off x="1191747" y="2094968"/>
            <a:ext cx="238976" cy="352762"/>
            <a:chOff x="4942472" y="3809318"/>
            <a:chExt cx="238976" cy="352762"/>
          </a:xfrm>
        </p:grpSpPr>
        <p:sp>
          <p:nvSpPr>
            <p:cNvPr id="720" name="Google Shape;720;p6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 name="Google Shape;727;p68"/>
          <p:cNvGrpSpPr/>
          <p:nvPr/>
        </p:nvGrpSpPr>
        <p:grpSpPr>
          <a:xfrm>
            <a:off x="7681088" y="3463979"/>
            <a:ext cx="202184" cy="352762"/>
            <a:chOff x="7184363" y="3809604"/>
            <a:chExt cx="202184" cy="352762"/>
          </a:xfrm>
        </p:grpSpPr>
        <p:sp>
          <p:nvSpPr>
            <p:cNvPr id="728" name="Google Shape;728;p6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68"/>
          <p:cNvGrpSpPr/>
          <p:nvPr/>
        </p:nvGrpSpPr>
        <p:grpSpPr>
          <a:xfrm>
            <a:off x="7671809" y="2095182"/>
            <a:ext cx="220755" cy="352348"/>
            <a:chOff x="5829984" y="3350032"/>
            <a:chExt cx="220755" cy="352348"/>
          </a:xfrm>
        </p:grpSpPr>
        <p:sp>
          <p:nvSpPr>
            <p:cNvPr id="731" name="Google Shape;731;p6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09"/>
                                        </p:tgtEl>
                                        <p:attrNameLst>
                                          <p:attrName>style.visibility</p:attrName>
                                        </p:attrNameLst>
                                      </p:cBhvr>
                                      <p:to>
                                        <p:strVal val="visible"/>
                                      </p:to>
                                    </p:set>
                                    <p:anim calcmode="lin" valueType="num">
                                      <p:cBhvr additive="base">
                                        <p:cTn dur="1000"/>
                                        <p:tgtEl>
                                          <p:spTgt spid="70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07"/>
                                        </p:tgtEl>
                                        <p:attrNameLst>
                                          <p:attrName>style.visibility</p:attrName>
                                        </p:attrNameLst>
                                      </p:cBhvr>
                                      <p:to>
                                        <p:strVal val="visible"/>
                                      </p:to>
                                    </p:set>
                                    <p:anim calcmode="lin" valueType="num">
                                      <p:cBhvr additive="base">
                                        <p:cTn dur="1000"/>
                                        <p:tgtEl>
                                          <p:spTgt spid="707"/>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08"/>
                                        </p:tgtEl>
                                        <p:attrNameLst>
                                          <p:attrName>style.visibility</p:attrName>
                                        </p:attrNameLst>
                                      </p:cBhvr>
                                      <p:to>
                                        <p:strVal val="visible"/>
                                      </p:to>
                                    </p:set>
                                    <p:animEffect filter="fade" transition="in">
                                      <p:cBhvr>
                                        <p:cTn dur="1000"/>
                                        <p:tgtEl>
                                          <p:spTgt spid="708"/>
                                        </p:tgtEl>
                                      </p:cBhvr>
                                    </p:animEffect>
                                  </p:childTnLst>
                                </p:cTn>
                              </p:par>
                              <p:par>
                                <p:cTn fill="hold" nodeType="withEffect" presetClass="entr" presetID="10" presetSubtype="0">
                                  <p:stCondLst>
                                    <p:cond delay="0"/>
                                  </p:stCondLst>
                                  <p:childTnLst>
                                    <p:set>
                                      <p:cBhvr>
                                        <p:cTn dur="1" fill="hold">
                                          <p:stCondLst>
                                            <p:cond delay="0"/>
                                          </p:stCondLst>
                                        </p:cTn>
                                        <p:tgtEl>
                                          <p:spTgt spid="719"/>
                                        </p:tgtEl>
                                        <p:attrNameLst>
                                          <p:attrName>style.visibility</p:attrName>
                                        </p:attrNameLst>
                                      </p:cBhvr>
                                      <p:to>
                                        <p:strVal val="visible"/>
                                      </p:to>
                                    </p:set>
                                    <p:animEffect filter="fade" transition="in">
                                      <p:cBhvr>
                                        <p:cTn dur="1000"/>
                                        <p:tgtEl>
                                          <p:spTgt spid="71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10"/>
                                        </p:tgtEl>
                                        <p:attrNameLst>
                                          <p:attrName>style.visibility</p:attrName>
                                        </p:attrNameLst>
                                      </p:cBhvr>
                                      <p:to>
                                        <p:strVal val="visible"/>
                                      </p:to>
                                    </p:set>
                                    <p:anim calcmode="lin" valueType="num">
                                      <p:cBhvr additive="base">
                                        <p:cTn dur="1000"/>
                                        <p:tgtEl>
                                          <p:spTgt spid="71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11"/>
                                        </p:tgtEl>
                                        <p:attrNameLst>
                                          <p:attrName>style.visibility</p:attrName>
                                        </p:attrNameLst>
                                      </p:cBhvr>
                                      <p:to>
                                        <p:strVal val="visible"/>
                                      </p:to>
                                    </p:set>
                                    <p:animEffect filter="fade" transition="in">
                                      <p:cBhvr>
                                        <p:cTn dur="1000"/>
                                        <p:tgtEl>
                                          <p:spTgt spid="711"/>
                                        </p:tgtEl>
                                      </p:cBhvr>
                                    </p:animEffect>
                                  </p:childTnLst>
                                </p:cTn>
                              </p:par>
                              <p:par>
                                <p:cTn fill="hold" nodeType="withEffect" presetClass="entr" presetID="10" presetSubtype="0">
                                  <p:stCondLst>
                                    <p:cond delay="0"/>
                                  </p:stCondLst>
                                  <p:childTnLst>
                                    <p:set>
                                      <p:cBhvr>
                                        <p:cTn dur="1" fill="hold">
                                          <p:stCondLst>
                                            <p:cond delay="0"/>
                                          </p:stCondLst>
                                        </p:cTn>
                                        <p:tgtEl>
                                          <p:spTgt spid="730"/>
                                        </p:tgtEl>
                                        <p:attrNameLst>
                                          <p:attrName>style.visibility</p:attrName>
                                        </p:attrNameLst>
                                      </p:cBhvr>
                                      <p:to>
                                        <p:strVal val="visible"/>
                                      </p:to>
                                    </p:set>
                                    <p:animEffect filter="fade" transition="in">
                                      <p:cBhvr>
                                        <p:cTn dur="1000"/>
                                        <p:tgtEl>
                                          <p:spTgt spid="73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12"/>
                                        </p:tgtEl>
                                        <p:attrNameLst>
                                          <p:attrName>style.visibility</p:attrName>
                                        </p:attrNameLst>
                                      </p:cBhvr>
                                      <p:to>
                                        <p:strVal val="visible"/>
                                      </p:to>
                                    </p:set>
                                    <p:anim calcmode="lin" valueType="num">
                                      <p:cBhvr additive="base">
                                        <p:cTn dur="1000"/>
                                        <p:tgtEl>
                                          <p:spTgt spid="712"/>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13"/>
                                        </p:tgtEl>
                                        <p:attrNameLst>
                                          <p:attrName>style.visibility</p:attrName>
                                        </p:attrNameLst>
                                      </p:cBhvr>
                                      <p:to>
                                        <p:strVal val="visible"/>
                                      </p:to>
                                    </p:set>
                                    <p:animEffect filter="fade" transition="in">
                                      <p:cBhvr>
                                        <p:cTn dur="1000"/>
                                        <p:tgtEl>
                                          <p:spTgt spid="713"/>
                                        </p:tgtEl>
                                      </p:cBhvr>
                                    </p:animEffect>
                                  </p:childTnLst>
                                </p:cTn>
                              </p:par>
                              <p:par>
                                <p:cTn fill="hold" nodeType="withEffect" presetClass="entr" presetID="10" presetSubtype="0">
                                  <p:stCondLst>
                                    <p:cond delay="0"/>
                                  </p:stCondLst>
                                  <p:childTnLst>
                                    <p:set>
                                      <p:cBhvr>
                                        <p:cTn dur="1" fill="hold">
                                          <p:stCondLst>
                                            <p:cond delay="0"/>
                                          </p:stCondLst>
                                        </p:cTn>
                                        <p:tgtEl>
                                          <p:spTgt spid="716"/>
                                        </p:tgtEl>
                                        <p:attrNameLst>
                                          <p:attrName>style.visibility</p:attrName>
                                        </p:attrNameLst>
                                      </p:cBhvr>
                                      <p:to>
                                        <p:strVal val="visible"/>
                                      </p:to>
                                    </p:set>
                                    <p:animEffect filter="fade" transition="in">
                                      <p:cBhvr>
                                        <p:cTn dur="1000"/>
                                        <p:tgtEl>
                                          <p:spTgt spid="71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14"/>
                                        </p:tgtEl>
                                        <p:attrNameLst>
                                          <p:attrName>style.visibility</p:attrName>
                                        </p:attrNameLst>
                                      </p:cBhvr>
                                      <p:to>
                                        <p:strVal val="visible"/>
                                      </p:to>
                                    </p:set>
                                    <p:anim calcmode="lin" valueType="num">
                                      <p:cBhvr additive="base">
                                        <p:cTn dur="1000"/>
                                        <p:tgtEl>
                                          <p:spTgt spid="71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15"/>
                                        </p:tgtEl>
                                        <p:attrNameLst>
                                          <p:attrName>style.visibility</p:attrName>
                                        </p:attrNameLst>
                                      </p:cBhvr>
                                      <p:to>
                                        <p:strVal val="visible"/>
                                      </p:to>
                                    </p:set>
                                    <p:animEffect filter="fade" transition="in">
                                      <p:cBhvr>
                                        <p:cTn dur="1000"/>
                                        <p:tgtEl>
                                          <p:spTgt spid="715"/>
                                        </p:tgtEl>
                                      </p:cBhvr>
                                    </p:animEffect>
                                  </p:childTnLst>
                                </p:cTn>
                              </p:par>
                              <p:par>
                                <p:cTn fill="hold" nodeType="withEffect" presetClass="entr" presetID="10" presetSubtype="0">
                                  <p:stCondLst>
                                    <p:cond delay="0"/>
                                  </p:stCondLst>
                                  <p:childTnLst>
                                    <p:set>
                                      <p:cBhvr>
                                        <p:cTn dur="1" fill="hold">
                                          <p:stCondLst>
                                            <p:cond delay="0"/>
                                          </p:stCondLst>
                                        </p:cTn>
                                        <p:tgtEl>
                                          <p:spTgt spid="727"/>
                                        </p:tgtEl>
                                        <p:attrNameLst>
                                          <p:attrName>style.visibility</p:attrName>
                                        </p:attrNameLst>
                                      </p:cBhvr>
                                      <p:to>
                                        <p:strVal val="visible"/>
                                      </p:to>
                                    </p:set>
                                    <p:animEffect filter="fade" transition="in">
                                      <p:cBhvr>
                                        <p:cTn dur="1000"/>
                                        <p:tgtEl>
                                          <p:spTgt spid="7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 name="Shape 738"/>
        <p:cNvGrpSpPr/>
        <p:nvPr/>
      </p:nvGrpSpPr>
      <p:grpSpPr>
        <a:xfrm>
          <a:off x="0" y="0"/>
          <a:ext cx="0" cy="0"/>
          <a:chOff x="0" y="0"/>
          <a:chExt cx="0" cy="0"/>
        </a:xfrm>
      </p:grpSpPr>
      <p:sp>
        <p:nvSpPr>
          <p:cNvPr id="739" name="Google Shape;739;p69"/>
          <p:cNvSpPr txBox="1"/>
          <p:nvPr>
            <p:ph type="title"/>
          </p:nvPr>
        </p:nvSpPr>
        <p:spPr>
          <a:xfrm>
            <a:off x="909500" y="1525322"/>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40" name="Google Shape;740;p69"/>
          <p:cNvSpPr txBox="1"/>
          <p:nvPr>
            <p:ph idx="1" type="subTitle"/>
          </p:nvPr>
        </p:nvSpPr>
        <p:spPr>
          <a:xfrm>
            <a:off x="909500" y="1899670"/>
            <a:ext cx="2169600" cy="697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Despite being red, Mars is a cold place</a:t>
            </a:r>
            <a:endParaRPr/>
          </a:p>
        </p:txBody>
      </p:sp>
      <p:sp>
        <p:nvSpPr>
          <p:cNvPr id="741" name="Google Shape;741;p69"/>
          <p:cNvSpPr txBox="1"/>
          <p:nvPr>
            <p:ph idx="7" type="title"/>
          </p:nvPr>
        </p:nvSpPr>
        <p:spPr>
          <a:xfrm>
            <a:off x="2198450" y="3023347"/>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42" name="Google Shape;742;p69"/>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Systems’ review</a:t>
            </a:r>
            <a:endParaRPr/>
          </a:p>
        </p:txBody>
      </p:sp>
      <p:sp>
        <p:nvSpPr>
          <p:cNvPr id="743" name="Google Shape;743;p69"/>
          <p:cNvSpPr txBox="1"/>
          <p:nvPr>
            <p:ph idx="3" type="title"/>
          </p:nvPr>
        </p:nvSpPr>
        <p:spPr>
          <a:xfrm>
            <a:off x="3487200" y="1525325"/>
            <a:ext cx="21696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44" name="Google Shape;744;p69"/>
          <p:cNvSpPr txBox="1"/>
          <p:nvPr>
            <p:ph idx="4" type="subTitle"/>
          </p:nvPr>
        </p:nvSpPr>
        <p:spPr>
          <a:xfrm>
            <a:off x="3487200" y="1895925"/>
            <a:ext cx="2169600" cy="69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745" name="Google Shape;745;p69"/>
          <p:cNvSpPr txBox="1"/>
          <p:nvPr>
            <p:ph idx="5" type="title"/>
          </p:nvPr>
        </p:nvSpPr>
        <p:spPr>
          <a:xfrm>
            <a:off x="6064900" y="1525325"/>
            <a:ext cx="21696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46" name="Google Shape;746;p69"/>
          <p:cNvSpPr txBox="1"/>
          <p:nvPr>
            <p:ph idx="6" type="subTitle"/>
          </p:nvPr>
        </p:nvSpPr>
        <p:spPr>
          <a:xfrm>
            <a:off x="6064900" y="1895925"/>
            <a:ext cx="2169600" cy="697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Jupiter is the biggest planet of them all</a:t>
            </a:r>
            <a:endParaRPr/>
          </a:p>
        </p:txBody>
      </p:sp>
      <p:sp>
        <p:nvSpPr>
          <p:cNvPr id="747" name="Google Shape;747;p69"/>
          <p:cNvSpPr txBox="1"/>
          <p:nvPr>
            <p:ph idx="8" type="subTitle"/>
          </p:nvPr>
        </p:nvSpPr>
        <p:spPr>
          <a:xfrm>
            <a:off x="2198450" y="3397695"/>
            <a:ext cx="2169600" cy="6975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Saturn is a gas giant and has several rings</a:t>
            </a:r>
            <a:endParaRPr/>
          </a:p>
        </p:txBody>
      </p:sp>
      <p:sp>
        <p:nvSpPr>
          <p:cNvPr id="748" name="Google Shape;748;p69"/>
          <p:cNvSpPr txBox="1"/>
          <p:nvPr>
            <p:ph idx="9" type="title"/>
          </p:nvPr>
        </p:nvSpPr>
        <p:spPr>
          <a:xfrm>
            <a:off x="4776150" y="3023347"/>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49" name="Google Shape;749;p69"/>
          <p:cNvSpPr txBox="1"/>
          <p:nvPr>
            <p:ph idx="13" type="subTitle"/>
          </p:nvPr>
        </p:nvSpPr>
        <p:spPr>
          <a:xfrm>
            <a:off x="4776151" y="3397695"/>
            <a:ext cx="2169600" cy="69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a:p>
            <a:pPr indent="0" lvl="0" marL="0" rtl="0" algn="ctr">
              <a:spcBef>
                <a:spcPts val="1200"/>
              </a:spcBef>
              <a:spcAft>
                <a:spcPts val="120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42"/>
                                        </p:tgtEl>
                                        <p:attrNameLst>
                                          <p:attrName>style.visibility</p:attrName>
                                        </p:attrNameLst>
                                      </p:cBhvr>
                                      <p:to>
                                        <p:strVal val="visible"/>
                                      </p:to>
                                    </p:set>
                                    <p:anim calcmode="lin" valueType="num">
                                      <p:cBhvr additive="base">
                                        <p:cTn dur="1000"/>
                                        <p:tgtEl>
                                          <p:spTgt spid="74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39"/>
                                        </p:tgtEl>
                                        <p:attrNameLst>
                                          <p:attrName>style.visibility</p:attrName>
                                        </p:attrNameLst>
                                      </p:cBhvr>
                                      <p:to>
                                        <p:strVal val="visible"/>
                                      </p:to>
                                    </p:set>
                                    <p:animEffect filter="fade" transition="in">
                                      <p:cBhvr>
                                        <p:cTn dur="1000"/>
                                        <p:tgtEl>
                                          <p:spTgt spid="739"/>
                                        </p:tgtEl>
                                      </p:cBhvr>
                                    </p:animEffect>
                                  </p:childTnLst>
                                </p:cTn>
                              </p:par>
                              <p:par>
                                <p:cTn fill="hold" nodeType="withEffect" presetClass="entr" presetID="10" presetSubtype="0">
                                  <p:stCondLst>
                                    <p:cond delay="0"/>
                                  </p:stCondLst>
                                  <p:childTnLst>
                                    <p:set>
                                      <p:cBhvr>
                                        <p:cTn dur="1" fill="hold">
                                          <p:stCondLst>
                                            <p:cond delay="0"/>
                                          </p:stCondLst>
                                        </p:cTn>
                                        <p:tgtEl>
                                          <p:spTgt spid="740"/>
                                        </p:tgtEl>
                                        <p:attrNameLst>
                                          <p:attrName>style.visibility</p:attrName>
                                        </p:attrNameLst>
                                      </p:cBhvr>
                                      <p:to>
                                        <p:strVal val="visible"/>
                                      </p:to>
                                    </p:set>
                                    <p:animEffect filter="fade" transition="in">
                                      <p:cBhvr>
                                        <p:cTn dur="1000"/>
                                        <p:tgtEl>
                                          <p:spTgt spid="7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3"/>
                                        </p:tgtEl>
                                        <p:attrNameLst>
                                          <p:attrName>style.visibility</p:attrName>
                                        </p:attrNameLst>
                                      </p:cBhvr>
                                      <p:to>
                                        <p:strVal val="visible"/>
                                      </p:to>
                                    </p:set>
                                    <p:animEffect filter="fade" transition="in">
                                      <p:cBhvr>
                                        <p:cTn dur="1000"/>
                                        <p:tgtEl>
                                          <p:spTgt spid="743"/>
                                        </p:tgtEl>
                                      </p:cBhvr>
                                    </p:animEffect>
                                  </p:childTnLst>
                                </p:cTn>
                              </p:par>
                              <p:par>
                                <p:cTn fill="hold" nodeType="withEffect" presetClass="entr" presetID="10" presetSubtype="0">
                                  <p:stCondLst>
                                    <p:cond delay="0"/>
                                  </p:stCondLst>
                                  <p:childTnLst>
                                    <p:set>
                                      <p:cBhvr>
                                        <p:cTn dur="1" fill="hold">
                                          <p:stCondLst>
                                            <p:cond delay="0"/>
                                          </p:stCondLst>
                                        </p:cTn>
                                        <p:tgtEl>
                                          <p:spTgt spid="744"/>
                                        </p:tgtEl>
                                        <p:attrNameLst>
                                          <p:attrName>style.visibility</p:attrName>
                                        </p:attrNameLst>
                                      </p:cBhvr>
                                      <p:to>
                                        <p:strVal val="visible"/>
                                      </p:to>
                                    </p:set>
                                    <p:animEffect filter="fade" transition="in">
                                      <p:cBhvr>
                                        <p:cTn dur="1000"/>
                                        <p:tgtEl>
                                          <p:spTgt spid="74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5"/>
                                        </p:tgtEl>
                                        <p:attrNameLst>
                                          <p:attrName>style.visibility</p:attrName>
                                        </p:attrNameLst>
                                      </p:cBhvr>
                                      <p:to>
                                        <p:strVal val="visible"/>
                                      </p:to>
                                    </p:set>
                                    <p:animEffect filter="fade" transition="in">
                                      <p:cBhvr>
                                        <p:cTn dur="1000"/>
                                        <p:tgtEl>
                                          <p:spTgt spid="745"/>
                                        </p:tgtEl>
                                      </p:cBhvr>
                                    </p:animEffect>
                                  </p:childTnLst>
                                </p:cTn>
                              </p:par>
                              <p:par>
                                <p:cTn fill="hold" nodeType="withEffect" presetClass="entr" presetID="10" presetSubtype="0">
                                  <p:stCondLst>
                                    <p:cond delay="0"/>
                                  </p:stCondLst>
                                  <p:childTnLst>
                                    <p:set>
                                      <p:cBhvr>
                                        <p:cTn dur="1" fill="hold">
                                          <p:stCondLst>
                                            <p:cond delay="0"/>
                                          </p:stCondLst>
                                        </p:cTn>
                                        <p:tgtEl>
                                          <p:spTgt spid="746"/>
                                        </p:tgtEl>
                                        <p:attrNameLst>
                                          <p:attrName>style.visibility</p:attrName>
                                        </p:attrNameLst>
                                      </p:cBhvr>
                                      <p:to>
                                        <p:strVal val="visible"/>
                                      </p:to>
                                    </p:set>
                                    <p:animEffect filter="fade" transition="in">
                                      <p:cBhvr>
                                        <p:cTn dur="1000"/>
                                        <p:tgtEl>
                                          <p:spTgt spid="74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1"/>
                                        </p:tgtEl>
                                        <p:attrNameLst>
                                          <p:attrName>style.visibility</p:attrName>
                                        </p:attrNameLst>
                                      </p:cBhvr>
                                      <p:to>
                                        <p:strVal val="visible"/>
                                      </p:to>
                                    </p:set>
                                    <p:animEffect filter="fade" transition="in">
                                      <p:cBhvr>
                                        <p:cTn dur="1000"/>
                                        <p:tgtEl>
                                          <p:spTgt spid="741"/>
                                        </p:tgtEl>
                                      </p:cBhvr>
                                    </p:animEffect>
                                  </p:childTnLst>
                                </p:cTn>
                              </p:par>
                              <p:par>
                                <p:cTn fill="hold" nodeType="withEffect" presetClass="entr" presetID="10" presetSubtype="0">
                                  <p:stCondLst>
                                    <p:cond delay="0"/>
                                  </p:stCondLst>
                                  <p:childTnLst>
                                    <p:set>
                                      <p:cBhvr>
                                        <p:cTn dur="1" fill="hold">
                                          <p:stCondLst>
                                            <p:cond delay="0"/>
                                          </p:stCondLst>
                                        </p:cTn>
                                        <p:tgtEl>
                                          <p:spTgt spid="747"/>
                                        </p:tgtEl>
                                        <p:attrNameLst>
                                          <p:attrName>style.visibility</p:attrName>
                                        </p:attrNameLst>
                                      </p:cBhvr>
                                      <p:to>
                                        <p:strVal val="visible"/>
                                      </p:to>
                                    </p:set>
                                    <p:animEffect filter="fade" transition="in">
                                      <p:cBhvr>
                                        <p:cTn dur="1000"/>
                                        <p:tgtEl>
                                          <p:spTgt spid="74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8"/>
                                        </p:tgtEl>
                                        <p:attrNameLst>
                                          <p:attrName>style.visibility</p:attrName>
                                        </p:attrNameLst>
                                      </p:cBhvr>
                                      <p:to>
                                        <p:strVal val="visible"/>
                                      </p:to>
                                    </p:set>
                                    <p:animEffect filter="fade" transition="in">
                                      <p:cBhvr>
                                        <p:cTn dur="1000"/>
                                        <p:tgtEl>
                                          <p:spTgt spid="748"/>
                                        </p:tgtEl>
                                      </p:cBhvr>
                                    </p:animEffect>
                                  </p:childTnLst>
                                </p:cTn>
                              </p:par>
                              <p:par>
                                <p:cTn fill="hold" nodeType="withEffect" presetClass="entr" presetID="10" presetSubtype="0">
                                  <p:stCondLst>
                                    <p:cond delay="0"/>
                                  </p:stCondLst>
                                  <p:childTnLst>
                                    <p:set>
                                      <p:cBhvr>
                                        <p:cTn dur="1" fill="hold">
                                          <p:stCondLst>
                                            <p:cond delay="0"/>
                                          </p:stCondLst>
                                        </p:cTn>
                                        <p:tgtEl>
                                          <p:spTgt spid="749"/>
                                        </p:tgtEl>
                                        <p:attrNameLst>
                                          <p:attrName>style.visibility</p:attrName>
                                        </p:attrNameLst>
                                      </p:cBhvr>
                                      <p:to>
                                        <p:strVal val="visible"/>
                                      </p:to>
                                    </p:set>
                                    <p:animEffect filter="fade" transition="in">
                                      <p:cBhvr>
                                        <p:cTn dur="1000"/>
                                        <p:tgtEl>
                                          <p:spTgt spid="7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70"/>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pic>
        <p:nvPicPr>
          <p:cNvPr id="755" name="Google Shape;755;p70"/>
          <p:cNvPicPr preferRelativeResize="0"/>
          <p:nvPr/>
        </p:nvPicPr>
        <p:blipFill rotWithShape="1">
          <a:blip r:embed="rId3">
            <a:alphaModFix/>
          </a:blip>
          <a:srcRect b="0" l="0" r="0" t="0"/>
          <a:stretch/>
        </p:blipFill>
        <p:spPr>
          <a:xfrm flipH="1">
            <a:off x="4876488" y="1429501"/>
            <a:ext cx="2959500" cy="2959500"/>
          </a:xfrm>
          <a:prstGeom prst="ellipse">
            <a:avLst/>
          </a:prstGeom>
          <a:noFill/>
          <a:ln>
            <a:noFill/>
          </a:ln>
        </p:spPr>
      </p:pic>
      <p:sp>
        <p:nvSpPr>
          <p:cNvPr id="756" name="Google Shape;756;p70"/>
          <p:cNvSpPr/>
          <p:nvPr/>
        </p:nvSpPr>
        <p:spPr>
          <a:xfrm>
            <a:off x="1462150" y="1691204"/>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70"/>
          <p:cNvSpPr/>
          <p:nvPr/>
        </p:nvSpPr>
        <p:spPr>
          <a:xfrm>
            <a:off x="1463270" y="2725765"/>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 name="Google Shape;758;p70"/>
          <p:cNvGrpSpPr/>
          <p:nvPr/>
        </p:nvGrpSpPr>
        <p:grpSpPr>
          <a:xfrm>
            <a:off x="1460618" y="3833337"/>
            <a:ext cx="373627" cy="367925"/>
            <a:chOff x="7964906" y="2434073"/>
            <a:chExt cx="373627" cy="367925"/>
          </a:xfrm>
        </p:grpSpPr>
        <p:sp>
          <p:nvSpPr>
            <p:cNvPr id="759" name="Google Shape;759;p7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7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70"/>
          <p:cNvSpPr txBox="1"/>
          <p:nvPr>
            <p:ph type="title"/>
          </p:nvPr>
        </p:nvSpPr>
        <p:spPr>
          <a:xfrm>
            <a:off x="1986650" y="1320550"/>
            <a:ext cx="27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62" name="Google Shape;762;p70"/>
          <p:cNvSpPr txBox="1"/>
          <p:nvPr>
            <p:ph idx="1" type="subTitle"/>
          </p:nvPr>
        </p:nvSpPr>
        <p:spPr>
          <a:xfrm>
            <a:off x="1986650" y="1687090"/>
            <a:ext cx="2748900" cy="677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Saturn is the ringed planet. It’s composed of hydrogen</a:t>
            </a:r>
            <a:endParaRPr/>
          </a:p>
        </p:txBody>
      </p:sp>
      <p:sp>
        <p:nvSpPr>
          <p:cNvPr id="763" name="Google Shape;763;p70"/>
          <p:cNvSpPr txBox="1"/>
          <p:nvPr>
            <p:ph idx="3" type="title"/>
          </p:nvPr>
        </p:nvSpPr>
        <p:spPr>
          <a:xfrm>
            <a:off x="1986651" y="2410105"/>
            <a:ext cx="27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64" name="Google Shape;764;p70"/>
          <p:cNvSpPr txBox="1"/>
          <p:nvPr>
            <p:ph idx="4" type="subTitle"/>
          </p:nvPr>
        </p:nvSpPr>
        <p:spPr>
          <a:xfrm>
            <a:off x="1986650" y="2767986"/>
            <a:ext cx="2748900" cy="677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Despite being red, Mars is a surprisingly cold place</a:t>
            </a:r>
            <a:endParaRPr/>
          </a:p>
        </p:txBody>
      </p:sp>
      <p:sp>
        <p:nvSpPr>
          <p:cNvPr id="765" name="Google Shape;765;p70"/>
          <p:cNvSpPr txBox="1"/>
          <p:nvPr>
            <p:ph idx="5" type="title"/>
          </p:nvPr>
        </p:nvSpPr>
        <p:spPr>
          <a:xfrm>
            <a:off x="1986652" y="3508295"/>
            <a:ext cx="27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66" name="Google Shape;766;p70"/>
          <p:cNvSpPr txBox="1"/>
          <p:nvPr>
            <p:ph idx="6" type="subTitle"/>
          </p:nvPr>
        </p:nvSpPr>
        <p:spPr>
          <a:xfrm>
            <a:off x="1986650" y="3870514"/>
            <a:ext cx="2748900" cy="677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It’s a gas giant and the biggest planet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54"/>
                                        </p:tgtEl>
                                        <p:attrNameLst>
                                          <p:attrName>style.visibility</p:attrName>
                                        </p:attrNameLst>
                                      </p:cBhvr>
                                      <p:to>
                                        <p:strVal val="visible"/>
                                      </p:to>
                                    </p:set>
                                    <p:anim calcmode="lin" valueType="num">
                                      <p:cBhvr additive="base">
                                        <p:cTn dur="1000"/>
                                        <p:tgtEl>
                                          <p:spTgt spid="75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756"/>
                                        </p:tgtEl>
                                        <p:attrNameLst>
                                          <p:attrName>style.visibility</p:attrName>
                                        </p:attrNameLst>
                                      </p:cBhvr>
                                      <p:to>
                                        <p:strVal val="visible"/>
                                      </p:to>
                                    </p:set>
                                    <p:anim calcmode="lin" valueType="num">
                                      <p:cBhvr additive="base">
                                        <p:cTn dur="1000"/>
                                        <p:tgtEl>
                                          <p:spTgt spid="75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761"/>
                                        </p:tgtEl>
                                        <p:attrNameLst>
                                          <p:attrName>style.visibility</p:attrName>
                                        </p:attrNameLst>
                                      </p:cBhvr>
                                      <p:to>
                                        <p:strVal val="visible"/>
                                      </p:to>
                                    </p:set>
                                    <p:animEffect filter="fade" transition="in">
                                      <p:cBhvr>
                                        <p:cTn dur="1000"/>
                                        <p:tgtEl>
                                          <p:spTgt spid="761"/>
                                        </p:tgtEl>
                                      </p:cBhvr>
                                    </p:animEffect>
                                  </p:childTnLst>
                                </p:cTn>
                              </p:par>
                              <p:par>
                                <p:cTn fill="hold" nodeType="withEffect" presetClass="entr" presetID="10" presetSubtype="0">
                                  <p:stCondLst>
                                    <p:cond delay="0"/>
                                  </p:stCondLst>
                                  <p:childTnLst>
                                    <p:set>
                                      <p:cBhvr>
                                        <p:cTn dur="1" fill="hold">
                                          <p:stCondLst>
                                            <p:cond delay="0"/>
                                          </p:stCondLst>
                                        </p:cTn>
                                        <p:tgtEl>
                                          <p:spTgt spid="762"/>
                                        </p:tgtEl>
                                        <p:attrNameLst>
                                          <p:attrName>style.visibility</p:attrName>
                                        </p:attrNameLst>
                                      </p:cBhvr>
                                      <p:to>
                                        <p:strVal val="visible"/>
                                      </p:to>
                                    </p:set>
                                    <p:animEffect filter="fade" transition="in">
                                      <p:cBhvr>
                                        <p:cTn dur="1000"/>
                                        <p:tgtEl>
                                          <p:spTgt spid="76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757"/>
                                        </p:tgtEl>
                                        <p:attrNameLst>
                                          <p:attrName>style.visibility</p:attrName>
                                        </p:attrNameLst>
                                      </p:cBhvr>
                                      <p:to>
                                        <p:strVal val="visible"/>
                                      </p:to>
                                    </p:set>
                                    <p:anim calcmode="lin" valueType="num">
                                      <p:cBhvr additive="base">
                                        <p:cTn dur="1000"/>
                                        <p:tgtEl>
                                          <p:spTgt spid="757"/>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763"/>
                                        </p:tgtEl>
                                        <p:attrNameLst>
                                          <p:attrName>style.visibility</p:attrName>
                                        </p:attrNameLst>
                                      </p:cBhvr>
                                      <p:to>
                                        <p:strVal val="visible"/>
                                      </p:to>
                                    </p:set>
                                    <p:animEffect filter="fade" transition="in">
                                      <p:cBhvr>
                                        <p:cTn dur="1000"/>
                                        <p:tgtEl>
                                          <p:spTgt spid="763"/>
                                        </p:tgtEl>
                                      </p:cBhvr>
                                    </p:animEffect>
                                  </p:childTnLst>
                                </p:cTn>
                              </p:par>
                              <p:par>
                                <p:cTn fill="hold" nodeType="withEffect" presetClass="entr" presetID="10" presetSubtype="0">
                                  <p:stCondLst>
                                    <p:cond delay="0"/>
                                  </p:stCondLst>
                                  <p:childTnLst>
                                    <p:set>
                                      <p:cBhvr>
                                        <p:cTn dur="1" fill="hold">
                                          <p:stCondLst>
                                            <p:cond delay="0"/>
                                          </p:stCondLst>
                                        </p:cTn>
                                        <p:tgtEl>
                                          <p:spTgt spid="764"/>
                                        </p:tgtEl>
                                        <p:attrNameLst>
                                          <p:attrName>style.visibility</p:attrName>
                                        </p:attrNameLst>
                                      </p:cBhvr>
                                      <p:to>
                                        <p:strVal val="visible"/>
                                      </p:to>
                                    </p:set>
                                    <p:animEffect filter="fade" transition="in">
                                      <p:cBhvr>
                                        <p:cTn dur="1000"/>
                                        <p:tgtEl>
                                          <p:spTgt spid="76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758"/>
                                        </p:tgtEl>
                                        <p:attrNameLst>
                                          <p:attrName>style.visibility</p:attrName>
                                        </p:attrNameLst>
                                      </p:cBhvr>
                                      <p:to>
                                        <p:strVal val="visible"/>
                                      </p:to>
                                    </p:set>
                                    <p:anim calcmode="lin" valueType="num">
                                      <p:cBhvr additive="base">
                                        <p:cTn dur="1000"/>
                                        <p:tgtEl>
                                          <p:spTgt spid="758"/>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765"/>
                                        </p:tgtEl>
                                        <p:attrNameLst>
                                          <p:attrName>style.visibility</p:attrName>
                                        </p:attrNameLst>
                                      </p:cBhvr>
                                      <p:to>
                                        <p:strVal val="visible"/>
                                      </p:to>
                                    </p:set>
                                    <p:animEffect filter="fade" transition="in">
                                      <p:cBhvr>
                                        <p:cTn dur="1000"/>
                                        <p:tgtEl>
                                          <p:spTgt spid="765"/>
                                        </p:tgtEl>
                                      </p:cBhvr>
                                    </p:animEffect>
                                  </p:childTnLst>
                                </p:cTn>
                              </p:par>
                              <p:par>
                                <p:cTn fill="hold" nodeType="withEffect" presetClass="entr" presetID="10" presetSubtype="0">
                                  <p:stCondLst>
                                    <p:cond delay="0"/>
                                  </p:stCondLst>
                                  <p:childTnLst>
                                    <p:set>
                                      <p:cBhvr>
                                        <p:cTn dur="1" fill="hold">
                                          <p:stCondLst>
                                            <p:cond delay="0"/>
                                          </p:stCondLst>
                                        </p:cTn>
                                        <p:tgtEl>
                                          <p:spTgt spid="766"/>
                                        </p:tgtEl>
                                        <p:attrNameLst>
                                          <p:attrName>style.visibility</p:attrName>
                                        </p:attrNameLst>
                                      </p:cBhvr>
                                      <p:to>
                                        <p:strVal val="visible"/>
                                      </p:to>
                                    </p:set>
                                    <p:animEffect filter="fade" transition="in">
                                      <p:cBhvr>
                                        <p:cTn dur="1000"/>
                                        <p:tgtEl>
                                          <p:spTgt spid="7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71"/>
          <p:cNvSpPr txBox="1"/>
          <p:nvPr>
            <p:ph type="title"/>
          </p:nvPr>
        </p:nvSpPr>
        <p:spPr>
          <a:xfrm>
            <a:off x="757075" y="1306896"/>
            <a:ext cx="2169600" cy="4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72" name="Google Shape;772;p71"/>
          <p:cNvSpPr txBox="1"/>
          <p:nvPr>
            <p:ph idx="1" type="subTitle"/>
          </p:nvPr>
        </p:nvSpPr>
        <p:spPr>
          <a:xfrm>
            <a:off x="757075" y="1706026"/>
            <a:ext cx="2169600" cy="868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Venus is the second planet from the Sun. It’s really hot</a:t>
            </a:r>
            <a:endParaRPr/>
          </a:p>
        </p:txBody>
      </p:sp>
      <p:sp>
        <p:nvSpPr>
          <p:cNvPr id="773" name="Google Shape;773;p71"/>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Physical examination</a:t>
            </a:r>
            <a:endParaRPr/>
          </a:p>
        </p:txBody>
      </p:sp>
      <p:sp>
        <p:nvSpPr>
          <p:cNvPr id="774" name="Google Shape;774;p71"/>
          <p:cNvSpPr txBox="1"/>
          <p:nvPr>
            <p:ph idx="3" type="title"/>
          </p:nvPr>
        </p:nvSpPr>
        <p:spPr>
          <a:xfrm>
            <a:off x="757075" y="3304764"/>
            <a:ext cx="2169600" cy="4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75" name="Google Shape;775;p71"/>
          <p:cNvSpPr txBox="1"/>
          <p:nvPr>
            <p:ph idx="4" type="subTitle"/>
          </p:nvPr>
        </p:nvSpPr>
        <p:spPr>
          <a:xfrm>
            <a:off x="757075" y="3703903"/>
            <a:ext cx="2169600" cy="845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Despite being red, Mars is actually a cold place</a:t>
            </a:r>
            <a:endParaRPr/>
          </a:p>
        </p:txBody>
      </p:sp>
      <p:sp>
        <p:nvSpPr>
          <p:cNvPr id="776" name="Google Shape;776;p71"/>
          <p:cNvSpPr txBox="1"/>
          <p:nvPr>
            <p:ph idx="5" type="title"/>
          </p:nvPr>
        </p:nvSpPr>
        <p:spPr>
          <a:xfrm>
            <a:off x="6217275" y="1306896"/>
            <a:ext cx="2169600" cy="48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777" name="Google Shape;777;p71"/>
          <p:cNvSpPr txBox="1"/>
          <p:nvPr>
            <p:ph idx="6" type="subTitle"/>
          </p:nvPr>
        </p:nvSpPr>
        <p:spPr>
          <a:xfrm>
            <a:off x="6217275" y="1706026"/>
            <a:ext cx="2169600" cy="8688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It’s the closest planet to the Sun and the smallest one</a:t>
            </a:r>
            <a:endParaRPr/>
          </a:p>
        </p:txBody>
      </p:sp>
      <p:sp>
        <p:nvSpPr>
          <p:cNvPr id="778" name="Google Shape;778;p71"/>
          <p:cNvSpPr txBox="1"/>
          <p:nvPr>
            <p:ph idx="7" type="title"/>
          </p:nvPr>
        </p:nvSpPr>
        <p:spPr>
          <a:xfrm>
            <a:off x="6217275" y="3304764"/>
            <a:ext cx="2169600" cy="48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779" name="Google Shape;779;p71"/>
          <p:cNvSpPr txBox="1"/>
          <p:nvPr>
            <p:ph idx="8" type="subTitle"/>
          </p:nvPr>
        </p:nvSpPr>
        <p:spPr>
          <a:xfrm>
            <a:off x="6217275" y="3703903"/>
            <a:ext cx="2169600" cy="845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It’s the farthest planet from the Sun and is a cold place</a:t>
            </a:r>
            <a:endParaRPr/>
          </a:p>
        </p:txBody>
      </p:sp>
      <p:pic>
        <p:nvPicPr>
          <p:cNvPr id="780" name="Google Shape;780;p71"/>
          <p:cNvPicPr preferRelativeResize="0"/>
          <p:nvPr/>
        </p:nvPicPr>
        <p:blipFill rotWithShape="1">
          <a:blip r:embed="rId3">
            <a:alphaModFix/>
          </a:blip>
          <a:srcRect b="0" l="8644" r="24610" t="0"/>
          <a:stretch/>
        </p:blipFill>
        <p:spPr>
          <a:xfrm flipH="1">
            <a:off x="3092225" y="1514001"/>
            <a:ext cx="2959500" cy="29595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73"/>
                                        </p:tgtEl>
                                        <p:attrNameLst>
                                          <p:attrName>style.visibility</p:attrName>
                                        </p:attrNameLst>
                                      </p:cBhvr>
                                      <p:to>
                                        <p:strVal val="visible"/>
                                      </p:to>
                                    </p:set>
                                    <p:anim calcmode="lin" valueType="num">
                                      <p:cBhvr additive="base">
                                        <p:cTn dur="1000"/>
                                        <p:tgtEl>
                                          <p:spTgt spid="77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71"/>
                                        </p:tgtEl>
                                        <p:attrNameLst>
                                          <p:attrName>style.visibility</p:attrName>
                                        </p:attrNameLst>
                                      </p:cBhvr>
                                      <p:to>
                                        <p:strVal val="visible"/>
                                      </p:to>
                                    </p:set>
                                    <p:anim calcmode="lin" valueType="num">
                                      <p:cBhvr additive="base">
                                        <p:cTn dur="1000"/>
                                        <p:tgtEl>
                                          <p:spTgt spid="77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72"/>
                                        </p:tgtEl>
                                        <p:attrNameLst>
                                          <p:attrName>style.visibility</p:attrName>
                                        </p:attrNameLst>
                                      </p:cBhvr>
                                      <p:to>
                                        <p:strVal val="visible"/>
                                      </p:to>
                                    </p:set>
                                    <p:animEffect filter="fade" transition="in">
                                      <p:cBhvr>
                                        <p:cTn dur="1000"/>
                                        <p:tgtEl>
                                          <p:spTgt spid="77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76"/>
                                        </p:tgtEl>
                                        <p:attrNameLst>
                                          <p:attrName>style.visibility</p:attrName>
                                        </p:attrNameLst>
                                      </p:cBhvr>
                                      <p:to>
                                        <p:strVal val="visible"/>
                                      </p:to>
                                    </p:set>
                                    <p:anim calcmode="lin" valueType="num">
                                      <p:cBhvr additive="base">
                                        <p:cTn dur="1000"/>
                                        <p:tgtEl>
                                          <p:spTgt spid="77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77"/>
                                        </p:tgtEl>
                                        <p:attrNameLst>
                                          <p:attrName>style.visibility</p:attrName>
                                        </p:attrNameLst>
                                      </p:cBhvr>
                                      <p:to>
                                        <p:strVal val="visible"/>
                                      </p:to>
                                    </p:set>
                                    <p:animEffect filter="fade" transition="in">
                                      <p:cBhvr>
                                        <p:cTn dur="1000"/>
                                        <p:tgtEl>
                                          <p:spTgt spid="7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74"/>
                                        </p:tgtEl>
                                        <p:attrNameLst>
                                          <p:attrName>style.visibility</p:attrName>
                                        </p:attrNameLst>
                                      </p:cBhvr>
                                      <p:to>
                                        <p:strVal val="visible"/>
                                      </p:to>
                                    </p:set>
                                    <p:anim calcmode="lin" valueType="num">
                                      <p:cBhvr additive="base">
                                        <p:cTn dur="1000"/>
                                        <p:tgtEl>
                                          <p:spTgt spid="77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775"/>
                                        </p:tgtEl>
                                        <p:attrNameLst>
                                          <p:attrName>style.visibility</p:attrName>
                                        </p:attrNameLst>
                                      </p:cBhvr>
                                      <p:to>
                                        <p:strVal val="visible"/>
                                      </p:to>
                                    </p:set>
                                    <p:animEffect filter="fade" transition="in">
                                      <p:cBhvr>
                                        <p:cTn dur="1000"/>
                                        <p:tgtEl>
                                          <p:spTgt spid="7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xit" presetID="2" presetSubtype="2">
                                  <p:stCondLst>
                                    <p:cond delay="0"/>
                                  </p:stCondLst>
                                  <p:childTnLst>
                                    <p:anim calcmode="lin" valueType="num">
                                      <p:cBhvr additive="base">
                                        <p:cTn dur="1000"/>
                                        <p:tgtEl>
                                          <p:spTgt spid="778"/>
                                        </p:tgtEl>
                                        <p:attrNameLst>
                                          <p:attrName>ppt_x</p:attrName>
                                        </p:attrNameLst>
                                      </p:cBhvr>
                                      <p:tavLst>
                                        <p:tav fmla="" tm="0">
                                          <p:val>
                                            <p:strVal val="#ppt_x"/>
                                          </p:val>
                                        </p:tav>
                                        <p:tav fmla="" tm="100000">
                                          <p:val>
                                            <p:strVal val="#ppt_x+1"/>
                                          </p:val>
                                        </p:tav>
                                      </p:tavLst>
                                    </p:anim>
                                    <p:set>
                                      <p:cBhvr>
                                        <p:cTn dur="1" fill="hold">
                                          <p:stCondLst>
                                            <p:cond delay="1000"/>
                                          </p:stCondLst>
                                        </p:cTn>
                                        <p:tgtEl>
                                          <p:spTgt spid="778"/>
                                        </p:tgtEl>
                                        <p:attrNameLst>
                                          <p:attrName>style.visibility</p:attrName>
                                        </p:attrNameLst>
                                      </p:cBhvr>
                                      <p:to>
                                        <p:strVal val="hidden"/>
                                      </p:to>
                                    </p:set>
                                  </p:childTnLst>
                                </p:cTn>
                              </p:par>
                              <p:par>
                                <p:cTn fill="hold" nodeType="withEffect" presetClass="entr" presetID="10" presetSubtype="0">
                                  <p:stCondLst>
                                    <p:cond delay="0"/>
                                  </p:stCondLst>
                                  <p:childTnLst>
                                    <p:set>
                                      <p:cBhvr>
                                        <p:cTn dur="1" fill="hold">
                                          <p:stCondLst>
                                            <p:cond delay="0"/>
                                          </p:stCondLst>
                                        </p:cTn>
                                        <p:tgtEl>
                                          <p:spTgt spid="779"/>
                                        </p:tgtEl>
                                        <p:attrNameLst>
                                          <p:attrName>style.visibility</p:attrName>
                                        </p:attrNameLst>
                                      </p:cBhvr>
                                      <p:to>
                                        <p:strVal val="visible"/>
                                      </p:to>
                                    </p:set>
                                    <p:animEffect filter="fade" transition="in">
                                      <p:cBhvr>
                                        <p:cTn dur="1000"/>
                                        <p:tgtEl>
                                          <p:spTgt spid="77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80"/>
                                        </p:tgtEl>
                                        <p:attrNameLst>
                                          <p:attrName>style.visibility</p:attrName>
                                        </p:attrNameLst>
                                      </p:cBhvr>
                                      <p:to>
                                        <p:strVal val="visible"/>
                                      </p:to>
                                    </p:set>
                                    <p:animEffect filter="fade" transition="in">
                                      <p:cBhvr>
                                        <p:cTn dur="1000"/>
                                        <p:tgtEl>
                                          <p:spTgt spid="7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84" name="Shape 784"/>
        <p:cNvGrpSpPr/>
        <p:nvPr/>
      </p:nvGrpSpPr>
      <p:grpSpPr>
        <a:xfrm>
          <a:off x="0" y="0"/>
          <a:ext cx="0" cy="0"/>
          <a:chOff x="0" y="0"/>
          <a:chExt cx="0" cy="0"/>
        </a:xfrm>
      </p:grpSpPr>
      <p:pic>
        <p:nvPicPr>
          <p:cNvPr id="785" name="Google Shape;785;p72"/>
          <p:cNvPicPr preferRelativeResize="0"/>
          <p:nvPr/>
        </p:nvPicPr>
        <p:blipFill rotWithShape="1">
          <a:blip r:embed="rId4">
            <a:alphaModFix/>
          </a:blip>
          <a:srcRect b="0" l="0" r="0" t="0"/>
          <a:stretch/>
        </p:blipFill>
        <p:spPr>
          <a:xfrm rot="3546977">
            <a:off x="2510427" y="3203098"/>
            <a:ext cx="1563246" cy="3559255"/>
          </a:xfrm>
          <a:prstGeom prst="rect">
            <a:avLst/>
          </a:prstGeom>
          <a:noFill/>
          <a:ln>
            <a:noFill/>
          </a:ln>
        </p:spPr>
      </p:pic>
      <p:pic>
        <p:nvPicPr>
          <p:cNvPr id="786" name="Google Shape;786;p72"/>
          <p:cNvPicPr preferRelativeResize="0"/>
          <p:nvPr/>
        </p:nvPicPr>
        <p:blipFill rotWithShape="1">
          <a:blip r:embed="rId5">
            <a:alphaModFix/>
          </a:blip>
          <a:srcRect b="0" l="0" r="0" t="0"/>
          <a:stretch/>
        </p:blipFill>
        <p:spPr>
          <a:xfrm rot="-6654943">
            <a:off x="-62764" y="-507963"/>
            <a:ext cx="1807264" cy="4383968"/>
          </a:xfrm>
          <a:prstGeom prst="rect">
            <a:avLst/>
          </a:prstGeom>
          <a:noFill/>
          <a:ln>
            <a:noFill/>
          </a:ln>
        </p:spPr>
      </p:pic>
      <p:pic>
        <p:nvPicPr>
          <p:cNvPr id="787" name="Google Shape;787;p72"/>
          <p:cNvPicPr preferRelativeResize="0"/>
          <p:nvPr/>
        </p:nvPicPr>
        <p:blipFill rotWithShape="1">
          <a:blip r:embed="rId6">
            <a:alphaModFix/>
          </a:blip>
          <a:srcRect b="0" l="0" r="0" t="0"/>
          <a:stretch/>
        </p:blipFill>
        <p:spPr>
          <a:xfrm rot="-10560241">
            <a:off x="-703615" y="568186"/>
            <a:ext cx="3579634" cy="2566506"/>
          </a:xfrm>
          <a:prstGeom prst="rect">
            <a:avLst/>
          </a:prstGeom>
          <a:noFill/>
          <a:ln>
            <a:noFill/>
          </a:ln>
        </p:spPr>
      </p:pic>
      <p:sp>
        <p:nvSpPr>
          <p:cNvPr id="788" name="Google Shape;788;p72"/>
          <p:cNvSpPr txBox="1"/>
          <p:nvPr>
            <p:ph type="title"/>
          </p:nvPr>
        </p:nvSpPr>
        <p:spPr>
          <a:xfrm>
            <a:off x="713225" y="2423575"/>
            <a:ext cx="2574900" cy="20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88"/>
                                        </p:tgtEl>
                                        <p:attrNameLst>
                                          <p:attrName>style.visibility</p:attrName>
                                        </p:attrNameLst>
                                      </p:cBhvr>
                                      <p:to>
                                        <p:strVal val="visible"/>
                                      </p:to>
                                    </p:set>
                                    <p:anim calcmode="lin" valueType="num">
                                      <p:cBhvr additive="base">
                                        <p:cTn dur="1000"/>
                                        <p:tgtEl>
                                          <p:spTgt spid="78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92" name="Shape 792"/>
        <p:cNvGrpSpPr/>
        <p:nvPr/>
      </p:nvGrpSpPr>
      <p:grpSpPr>
        <a:xfrm>
          <a:off x="0" y="0"/>
          <a:ext cx="0" cy="0"/>
          <a:chOff x="0" y="0"/>
          <a:chExt cx="0" cy="0"/>
        </a:xfrm>
      </p:grpSpPr>
      <p:sp>
        <p:nvSpPr>
          <p:cNvPr id="793" name="Google Shape;793;p73"/>
          <p:cNvSpPr txBox="1"/>
          <p:nvPr>
            <p:ph type="title"/>
          </p:nvPr>
        </p:nvSpPr>
        <p:spPr>
          <a:xfrm>
            <a:off x="4984225" y="768100"/>
            <a:ext cx="3446400" cy="11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picture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xit" presetID="2" presetSubtype="2">
                                  <p:stCondLst>
                                    <p:cond delay="0"/>
                                  </p:stCondLst>
                                  <p:childTnLst>
                                    <p:anim calcmode="lin" valueType="num">
                                      <p:cBhvr additive="base">
                                        <p:cTn dur="1000"/>
                                        <p:tgtEl>
                                          <p:spTgt spid="793"/>
                                        </p:tgtEl>
                                        <p:attrNameLst>
                                          <p:attrName>ppt_x</p:attrName>
                                        </p:attrNameLst>
                                      </p:cBhvr>
                                      <p:tavLst>
                                        <p:tav fmla="" tm="0">
                                          <p:val>
                                            <p:strVal val="#ppt_x"/>
                                          </p:val>
                                        </p:tav>
                                        <p:tav fmla="" tm="100000">
                                          <p:val>
                                            <p:strVal val="#ppt_x+1"/>
                                          </p:val>
                                        </p:tav>
                                      </p:tavLst>
                                    </p:anim>
                                    <p:set>
                                      <p:cBhvr>
                                        <p:cTn dur="1" fill="hold">
                                          <p:stCondLst>
                                            <p:cond delay="1000"/>
                                          </p:stCondLst>
                                        </p:cTn>
                                        <p:tgtEl>
                                          <p:spTgt spid="793"/>
                                        </p:tgtEl>
                                        <p:attrNameLst>
                                          <p:attrName>style.visibility</p:attrName>
                                        </p:attrNameLst>
                                      </p:cBhvr>
                                      <p:to>
                                        <p:strVal val="hidden"/>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7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Evolution</a:t>
            </a:r>
            <a:endParaRPr/>
          </a:p>
        </p:txBody>
      </p:sp>
      <p:sp>
        <p:nvSpPr>
          <p:cNvPr id="799" name="Google Shape;799;p74"/>
          <p:cNvSpPr txBox="1"/>
          <p:nvPr/>
        </p:nvSpPr>
        <p:spPr>
          <a:xfrm>
            <a:off x="899850" y="3731600"/>
            <a:ext cx="3542400" cy="643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Karla"/>
                <a:ea typeface="Karla"/>
                <a:cs typeface="Karla"/>
                <a:sym typeface="Karla"/>
              </a:rPr>
              <a:t>To modify this graph, click on it, follow the link, change the data and paste the new graph here, replacing this one. </a:t>
            </a:r>
            <a:r>
              <a:rPr b="1" lang="en" sz="1000">
                <a:solidFill>
                  <a:schemeClr val="dk1"/>
                </a:solidFill>
                <a:uFill>
                  <a:noFill/>
                </a:uFill>
                <a:latin typeface="Karla"/>
                <a:ea typeface="Karla"/>
                <a:cs typeface="Karla"/>
                <a:sym typeface="Karla"/>
                <a:hlinkClick r:id="rId3">
                  <a:extLst>
                    <a:ext uri="{A12FA001-AC4F-418D-AE19-62706E023703}">
                      <ahyp:hlinkClr val="tx"/>
                    </a:ext>
                  </a:extLst>
                </a:hlinkClick>
              </a:rPr>
              <a:t>You can see how to modify the graph here</a:t>
            </a:r>
            <a:endParaRPr b="1" sz="1000">
              <a:solidFill>
                <a:schemeClr val="dk1"/>
              </a:solidFill>
              <a:latin typeface="Karla"/>
              <a:ea typeface="Karla"/>
              <a:cs typeface="Karla"/>
              <a:sym typeface="Karla"/>
            </a:endParaRPr>
          </a:p>
        </p:txBody>
      </p:sp>
      <p:sp>
        <p:nvSpPr>
          <p:cNvPr id="800" name="Google Shape;800;p74"/>
          <p:cNvSpPr/>
          <p:nvPr/>
        </p:nvSpPr>
        <p:spPr>
          <a:xfrm>
            <a:off x="5404775" y="1661480"/>
            <a:ext cx="243000" cy="243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4"/>
          <p:cNvSpPr txBox="1"/>
          <p:nvPr>
            <p:ph idx="4294967295" type="title"/>
          </p:nvPr>
        </p:nvSpPr>
        <p:spPr>
          <a:xfrm>
            <a:off x="4572000" y="1884863"/>
            <a:ext cx="19086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Mercury</a:t>
            </a:r>
            <a:endParaRPr sz="2200"/>
          </a:p>
        </p:txBody>
      </p:sp>
      <p:sp>
        <p:nvSpPr>
          <p:cNvPr id="802" name="Google Shape;802;p74"/>
          <p:cNvSpPr txBox="1"/>
          <p:nvPr>
            <p:ph idx="4294967295" type="subTitle"/>
          </p:nvPr>
        </p:nvSpPr>
        <p:spPr>
          <a:xfrm>
            <a:off x="4572000" y="2244725"/>
            <a:ext cx="19086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smallest planet</a:t>
            </a:r>
            <a:endParaRPr/>
          </a:p>
        </p:txBody>
      </p:sp>
      <p:sp>
        <p:nvSpPr>
          <p:cNvPr id="803" name="Google Shape;803;p74"/>
          <p:cNvSpPr/>
          <p:nvPr/>
        </p:nvSpPr>
        <p:spPr>
          <a:xfrm>
            <a:off x="7343550" y="1661480"/>
            <a:ext cx="243000" cy="243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4"/>
          <p:cNvSpPr txBox="1"/>
          <p:nvPr>
            <p:ph idx="4294967295" type="title"/>
          </p:nvPr>
        </p:nvSpPr>
        <p:spPr>
          <a:xfrm>
            <a:off x="6510775" y="1884863"/>
            <a:ext cx="19086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Venus</a:t>
            </a:r>
            <a:endParaRPr sz="2200"/>
          </a:p>
        </p:txBody>
      </p:sp>
      <p:sp>
        <p:nvSpPr>
          <p:cNvPr id="805" name="Google Shape;805;p74"/>
          <p:cNvSpPr txBox="1"/>
          <p:nvPr>
            <p:ph idx="4294967295" type="subTitle"/>
          </p:nvPr>
        </p:nvSpPr>
        <p:spPr>
          <a:xfrm>
            <a:off x="6510775" y="2244725"/>
            <a:ext cx="19086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a nice name, but it’s hot</a:t>
            </a:r>
            <a:endParaRPr/>
          </a:p>
        </p:txBody>
      </p:sp>
      <p:sp>
        <p:nvSpPr>
          <p:cNvPr id="806" name="Google Shape;806;p74"/>
          <p:cNvSpPr/>
          <p:nvPr/>
        </p:nvSpPr>
        <p:spPr>
          <a:xfrm>
            <a:off x="5404775" y="3149837"/>
            <a:ext cx="243000" cy="243000"/>
          </a:xfrm>
          <a:prstGeom prst="ellipse">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4"/>
          <p:cNvSpPr txBox="1"/>
          <p:nvPr>
            <p:ph idx="4294967295" type="title"/>
          </p:nvPr>
        </p:nvSpPr>
        <p:spPr>
          <a:xfrm>
            <a:off x="4572000" y="3363405"/>
            <a:ext cx="19086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Mars</a:t>
            </a:r>
            <a:endParaRPr sz="2200"/>
          </a:p>
        </p:txBody>
      </p:sp>
      <p:sp>
        <p:nvSpPr>
          <p:cNvPr id="808" name="Google Shape;808;p74"/>
          <p:cNvSpPr txBox="1"/>
          <p:nvPr>
            <p:ph idx="4294967295" type="subTitle"/>
          </p:nvPr>
        </p:nvSpPr>
        <p:spPr>
          <a:xfrm>
            <a:off x="4572000" y="3723266"/>
            <a:ext cx="19086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cold </a:t>
            </a:r>
            <a:endParaRPr/>
          </a:p>
        </p:txBody>
      </p:sp>
      <p:sp>
        <p:nvSpPr>
          <p:cNvPr id="809" name="Google Shape;809;p74"/>
          <p:cNvSpPr/>
          <p:nvPr/>
        </p:nvSpPr>
        <p:spPr>
          <a:xfrm>
            <a:off x="7343550" y="3149837"/>
            <a:ext cx="243000" cy="243000"/>
          </a:xfrm>
          <a:prstGeom prst="ellipse">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74"/>
          <p:cNvSpPr txBox="1"/>
          <p:nvPr>
            <p:ph idx="4294967295" type="title"/>
          </p:nvPr>
        </p:nvSpPr>
        <p:spPr>
          <a:xfrm>
            <a:off x="6510775" y="3363405"/>
            <a:ext cx="19086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Jupiter</a:t>
            </a:r>
            <a:endParaRPr sz="2200"/>
          </a:p>
        </p:txBody>
      </p:sp>
      <p:sp>
        <p:nvSpPr>
          <p:cNvPr id="811" name="Google Shape;811;p74"/>
          <p:cNvSpPr txBox="1"/>
          <p:nvPr>
            <p:ph idx="4294967295" type="subTitle"/>
          </p:nvPr>
        </p:nvSpPr>
        <p:spPr>
          <a:xfrm>
            <a:off x="6510775" y="3723266"/>
            <a:ext cx="19086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Jupiter is the biggest planet</a:t>
            </a:r>
            <a:endParaRPr/>
          </a:p>
        </p:txBody>
      </p:sp>
      <p:pic>
        <p:nvPicPr>
          <p:cNvPr id="812" name="Google Shape;812;p74" title="Chart">
            <a:hlinkClick r:id="rId4"/>
          </p:cNvPr>
          <p:cNvPicPr preferRelativeResize="0"/>
          <p:nvPr/>
        </p:nvPicPr>
        <p:blipFill>
          <a:blip r:embed="rId5">
            <a:alphaModFix/>
          </a:blip>
          <a:stretch>
            <a:fillRect/>
          </a:stretch>
        </p:blipFill>
        <p:spPr>
          <a:xfrm>
            <a:off x="823648" y="1557114"/>
            <a:ext cx="3615300" cy="2236163"/>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00"/>
                                        </p:tgtEl>
                                        <p:attrNameLst>
                                          <p:attrName>style.visibility</p:attrName>
                                        </p:attrNameLst>
                                      </p:cBhvr>
                                      <p:to>
                                        <p:strVal val="visible"/>
                                      </p:to>
                                    </p:set>
                                    <p:anim calcmode="lin" valueType="num">
                                      <p:cBhvr additive="base">
                                        <p:cTn dur="1000"/>
                                        <p:tgtEl>
                                          <p:spTgt spid="80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01"/>
                                        </p:tgtEl>
                                        <p:attrNameLst>
                                          <p:attrName>style.visibility</p:attrName>
                                        </p:attrNameLst>
                                      </p:cBhvr>
                                      <p:to>
                                        <p:strVal val="visible"/>
                                      </p:to>
                                    </p:set>
                                    <p:animEffect filter="fade" transition="in">
                                      <p:cBhvr>
                                        <p:cTn dur="1000"/>
                                        <p:tgtEl>
                                          <p:spTgt spid="801"/>
                                        </p:tgtEl>
                                      </p:cBhvr>
                                    </p:animEffect>
                                  </p:childTnLst>
                                </p:cTn>
                              </p:par>
                              <p:par>
                                <p:cTn fill="hold" nodeType="withEffect" presetClass="entr" presetID="10" presetSubtype="0">
                                  <p:stCondLst>
                                    <p:cond delay="0"/>
                                  </p:stCondLst>
                                  <p:childTnLst>
                                    <p:set>
                                      <p:cBhvr>
                                        <p:cTn dur="1" fill="hold">
                                          <p:stCondLst>
                                            <p:cond delay="0"/>
                                          </p:stCondLst>
                                        </p:cTn>
                                        <p:tgtEl>
                                          <p:spTgt spid="802"/>
                                        </p:tgtEl>
                                        <p:attrNameLst>
                                          <p:attrName>style.visibility</p:attrName>
                                        </p:attrNameLst>
                                      </p:cBhvr>
                                      <p:to>
                                        <p:strVal val="visible"/>
                                      </p:to>
                                    </p:set>
                                    <p:animEffect filter="fade" transition="in">
                                      <p:cBhvr>
                                        <p:cTn dur="1000"/>
                                        <p:tgtEl>
                                          <p:spTgt spid="80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03"/>
                                        </p:tgtEl>
                                        <p:attrNameLst>
                                          <p:attrName>style.visibility</p:attrName>
                                        </p:attrNameLst>
                                      </p:cBhvr>
                                      <p:to>
                                        <p:strVal val="visible"/>
                                      </p:to>
                                    </p:set>
                                    <p:anim calcmode="lin" valueType="num">
                                      <p:cBhvr additive="base">
                                        <p:cTn dur="1000"/>
                                        <p:tgtEl>
                                          <p:spTgt spid="803"/>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04"/>
                                        </p:tgtEl>
                                        <p:attrNameLst>
                                          <p:attrName>style.visibility</p:attrName>
                                        </p:attrNameLst>
                                      </p:cBhvr>
                                      <p:to>
                                        <p:strVal val="visible"/>
                                      </p:to>
                                    </p:set>
                                    <p:animEffect filter="fade" transition="in">
                                      <p:cBhvr>
                                        <p:cTn dur="1000"/>
                                        <p:tgtEl>
                                          <p:spTgt spid="804"/>
                                        </p:tgtEl>
                                      </p:cBhvr>
                                    </p:animEffect>
                                  </p:childTnLst>
                                </p:cTn>
                              </p:par>
                              <p:par>
                                <p:cTn fill="hold" nodeType="withEffect" presetClass="entr" presetID="10" presetSubtype="0">
                                  <p:stCondLst>
                                    <p:cond delay="0"/>
                                  </p:stCondLst>
                                  <p:childTnLst>
                                    <p:set>
                                      <p:cBhvr>
                                        <p:cTn dur="1" fill="hold">
                                          <p:stCondLst>
                                            <p:cond delay="0"/>
                                          </p:stCondLst>
                                        </p:cTn>
                                        <p:tgtEl>
                                          <p:spTgt spid="805"/>
                                        </p:tgtEl>
                                        <p:attrNameLst>
                                          <p:attrName>style.visibility</p:attrName>
                                        </p:attrNameLst>
                                      </p:cBhvr>
                                      <p:to>
                                        <p:strVal val="visible"/>
                                      </p:to>
                                    </p:set>
                                    <p:animEffect filter="fade" transition="in">
                                      <p:cBhvr>
                                        <p:cTn dur="900"/>
                                        <p:tgtEl>
                                          <p:spTgt spid="80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06"/>
                                        </p:tgtEl>
                                        <p:attrNameLst>
                                          <p:attrName>style.visibility</p:attrName>
                                        </p:attrNameLst>
                                      </p:cBhvr>
                                      <p:to>
                                        <p:strVal val="visible"/>
                                      </p:to>
                                    </p:set>
                                    <p:anim calcmode="lin" valueType="num">
                                      <p:cBhvr additive="base">
                                        <p:cTn dur="1000"/>
                                        <p:tgtEl>
                                          <p:spTgt spid="80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07"/>
                                        </p:tgtEl>
                                        <p:attrNameLst>
                                          <p:attrName>style.visibility</p:attrName>
                                        </p:attrNameLst>
                                      </p:cBhvr>
                                      <p:to>
                                        <p:strVal val="visible"/>
                                      </p:to>
                                    </p:set>
                                    <p:animEffect filter="fade" transition="in">
                                      <p:cBhvr>
                                        <p:cTn dur="1000"/>
                                        <p:tgtEl>
                                          <p:spTgt spid="807"/>
                                        </p:tgtEl>
                                      </p:cBhvr>
                                    </p:animEffect>
                                  </p:childTnLst>
                                </p:cTn>
                              </p:par>
                              <p:par>
                                <p:cTn fill="hold" nodeType="withEffect" presetClass="entr" presetID="10" presetSubtype="0">
                                  <p:stCondLst>
                                    <p:cond delay="0"/>
                                  </p:stCondLst>
                                  <p:childTnLst>
                                    <p:set>
                                      <p:cBhvr>
                                        <p:cTn dur="1" fill="hold">
                                          <p:stCondLst>
                                            <p:cond delay="0"/>
                                          </p:stCondLst>
                                        </p:cTn>
                                        <p:tgtEl>
                                          <p:spTgt spid="808"/>
                                        </p:tgtEl>
                                        <p:attrNameLst>
                                          <p:attrName>style.visibility</p:attrName>
                                        </p:attrNameLst>
                                      </p:cBhvr>
                                      <p:to>
                                        <p:strVal val="visible"/>
                                      </p:to>
                                    </p:set>
                                    <p:animEffect filter="fade" transition="in">
                                      <p:cBhvr>
                                        <p:cTn dur="1000"/>
                                        <p:tgtEl>
                                          <p:spTgt spid="80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09"/>
                                        </p:tgtEl>
                                        <p:attrNameLst>
                                          <p:attrName>style.visibility</p:attrName>
                                        </p:attrNameLst>
                                      </p:cBhvr>
                                      <p:to>
                                        <p:strVal val="visible"/>
                                      </p:to>
                                    </p:set>
                                    <p:anim calcmode="lin" valueType="num">
                                      <p:cBhvr additive="base">
                                        <p:cTn dur="1000"/>
                                        <p:tgtEl>
                                          <p:spTgt spid="809"/>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10"/>
                                        </p:tgtEl>
                                        <p:attrNameLst>
                                          <p:attrName>style.visibility</p:attrName>
                                        </p:attrNameLst>
                                      </p:cBhvr>
                                      <p:to>
                                        <p:strVal val="visible"/>
                                      </p:to>
                                    </p:set>
                                    <p:animEffect filter="fade" transition="in">
                                      <p:cBhvr>
                                        <p:cTn dur="1000"/>
                                        <p:tgtEl>
                                          <p:spTgt spid="810"/>
                                        </p:tgtEl>
                                      </p:cBhvr>
                                    </p:animEffect>
                                  </p:childTnLst>
                                </p:cTn>
                              </p:par>
                              <p:par>
                                <p:cTn fill="hold" nodeType="withEffect" presetClass="entr" presetID="10" presetSubtype="0">
                                  <p:stCondLst>
                                    <p:cond delay="0"/>
                                  </p:stCondLst>
                                  <p:childTnLst>
                                    <p:set>
                                      <p:cBhvr>
                                        <p:cTn dur="1" fill="hold">
                                          <p:stCondLst>
                                            <p:cond delay="0"/>
                                          </p:stCondLst>
                                        </p:cTn>
                                        <p:tgtEl>
                                          <p:spTgt spid="811"/>
                                        </p:tgtEl>
                                        <p:attrNameLst>
                                          <p:attrName>style.visibility</p:attrName>
                                        </p:attrNameLst>
                                      </p:cBhvr>
                                      <p:to>
                                        <p:strVal val="visible"/>
                                      </p:to>
                                    </p:set>
                                    <p:animEffect filter="fade" transition="in">
                                      <p:cBhvr>
                                        <p:cTn dur="1000"/>
                                        <p:tgtEl>
                                          <p:spTgt spid="8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 name="Shape 816"/>
        <p:cNvGrpSpPr/>
        <p:nvPr/>
      </p:nvGrpSpPr>
      <p:grpSpPr>
        <a:xfrm>
          <a:off x="0" y="0"/>
          <a:ext cx="0" cy="0"/>
          <a:chOff x="0" y="0"/>
          <a:chExt cx="0" cy="0"/>
        </a:xfrm>
      </p:grpSpPr>
      <p:sp>
        <p:nvSpPr>
          <p:cNvPr id="817" name="Google Shape;817;p7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Evolution</a:t>
            </a:r>
            <a:endParaRPr/>
          </a:p>
        </p:txBody>
      </p:sp>
      <p:sp>
        <p:nvSpPr>
          <p:cNvPr id="818" name="Google Shape;818;p75"/>
          <p:cNvSpPr txBox="1"/>
          <p:nvPr/>
        </p:nvSpPr>
        <p:spPr>
          <a:xfrm>
            <a:off x="2837250" y="3884000"/>
            <a:ext cx="3469500" cy="643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Karla"/>
                <a:ea typeface="Karla"/>
                <a:cs typeface="Karla"/>
                <a:sym typeface="Karla"/>
              </a:rPr>
              <a:t>To modify this graph, click on it, follow the link, change the data and paste the new graph here, replacing this one. </a:t>
            </a:r>
            <a:r>
              <a:rPr b="1" lang="en" sz="1000">
                <a:solidFill>
                  <a:schemeClr val="dk1"/>
                </a:solidFill>
                <a:latin typeface="Karla"/>
                <a:ea typeface="Karla"/>
                <a:cs typeface="Karla"/>
                <a:sym typeface="Karla"/>
              </a:rPr>
              <a:t>Learn</a:t>
            </a:r>
            <a:r>
              <a:rPr b="1" lang="en" sz="1000">
                <a:solidFill>
                  <a:schemeClr val="dk1"/>
                </a:solidFill>
                <a:uFill>
                  <a:noFill/>
                </a:uFill>
                <a:latin typeface="Karla"/>
                <a:ea typeface="Karla"/>
                <a:cs typeface="Karla"/>
                <a:sym typeface="Karla"/>
                <a:hlinkClick r:id="rId3">
                  <a:extLst>
                    <a:ext uri="{A12FA001-AC4F-418D-AE19-62706E023703}">
                      <ahyp:hlinkClr val="tx"/>
                    </a:ext>
                  </a:extLst>
                </a:hlinkClick>
              </a:rPr>
              <a:t> how to modify the graph here</a:t>
            </a:r>
            <a:endParaRPr b="1" sz="1000">
              <a:solidFill>
                <a:schemeClr val="dk1"/>
              </a:solidFill>
              <a:latin typeface="Karla"/>
              <a:ea typeface="Karla"/>
              <a:cs typeface="Karla"/>
              <a:sym typeface="Karla"/>
            </a:endParaRPr>
          </a:p>
        </p:txBody>
      </p:sp>
      <p:sp>
        <p:nvSpPr>
          <p:cNvPr id="819" name="Google Shape;819;p75"/>
          <p:cNvSpPr txBox="1"/>
          <p:nvPr>
            <p:ph idx="4294967295" type="title"/>
          </p:nvPr>
        </p:nvSpPr>
        <p:spPr>
          <a:xfrm>
            <a:off x="718925" y="2067819"/>
            <a:ext cx="1908600" cy="4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Mercury</a:t>
            </a:r>
            <a:endParaRPr sz="2200"/>
          </a:p>
        </p:txBody>
      </p:sp>
      <p:sp>
        <p:nvSpPr>
          <p:cNvPr id="820" name="Google Shape;820;p75"/>
          <p:cNvSpPr txBox="1"/>
          <p:nvPr>
            <p:ph idx="4294967295" type="subTitle"/>
          </p:nvPr>
        </p:nvSpPr>
        <p:spPr>
          <a:xfrm>
            <a:off x="718925" y="2427681"/>
            <a:ext cx="1908600" cy="632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Mercury is the smallest planet</a:t>
            </a:r>
            <a:endParaRPr/>
          </a:p>
        </p:txBody>
      </p:sp>
      <p:sp>
        <p:nvSpPr>
          <p:cNvPr id="821" name="Google Shape;821;p75"/>
          <p:cNvSpPr txBox="1"/>
          <p:nvPr>
            <p:ph idx="4294967295" type="title"/>
          </p:nvPr>
        </p:nvSpPr>
        <p:spPr>
          <a:xfrm>
            <a:off x="6516475" y="2083419"/>
            <a:ext cx="1908600" cy="48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Venus</a:t>
            </a:r>
            <a:endParaRPr sz="2200"/>
          </a:p>
        </p:txBody>
      </p:sp>
      <p:sp>
        <p:nvSpPr>
          <p:cNvPr id="822" name="Google Shape;822;p75"/>
          <p:cNvSpPr txBox="1"/>
          <p:nvPr>
            <p:ph idx="4294967295" type="subTitle"/>
          </p:nvPr>
        </p:nvSpPr>
        <p:spPr>
          <a:xfrm>
            <a:off x="6516475" y="2443281"/>
            <a:ext cx="1908600" cy="632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Venus has a nice name, but it’s hot</a:t>
            </a:r>
            <a:endParaRPr/>
          </a:p>
        </p:txBody>
      </p:sp>
      <p:sp>
        <p:nvSpPr>
          <p:cNvPr id="823" name="Google Shape;823;p75"/>
          <p:cNvSpPr txBox="1"/>
          <p:nvPr>
            <p:ph idx="4294967295" type="title"/>
          </p:nvPr>
        </p:nvSpPr>
        <p:spPr>
          <a:xfrm>
            <a:off x="2841625" y="3369100"/>
            <a:ext cx="789300" cy="42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2018</a:t>
            </a:r>
            <a:endParaRPr sz="2200"/>
          </a:p>
        </p:txBody>
      </p:sp>
      <p:sp>
        <p:nvSpPr>
          <p:cNvPr id="824" name="Google Shape;824;p75"/>
          <p:cNvSpPr txBox="1"/>
          <p:nvPr>
            <p:ph idx="4294967295" type="title"/>
          </p:nvPr>
        </p:nvSpPr>
        <p:spPr>
          <a:xfrm>
            <a:off x="3738101" y="3369100"/>
            <a:ext cx="789300" cy="42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2019</a:t>
            </a:r>
            <a:endParaRPr sz="2200"/>
          </a:p>
        </p:txBody>
      </p:sp>
      <p:sp>
        <p:nvSpPr>
          <p:cNvPr id="825" name="Google Shape;825;p75"/>
          <p:cNvSpPr txBox="1"/>
          <p:nvPr>
            <p:ph idx="4294967295" type="title"/>
          </p:nvPr>
        </p:nvSpPr>
        <p:spPr>
          <a:xfrm>
            <a:off x="4646375" y="3369100"/>
            <a:ext cx="789300" cy="42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2020</a:t>
            </a:r>
            <a:endParaRPr sz="2200"/>
          </a:p>
        </p:txBody>
      </p:sp>
      <p:sp>
        <p:nvSpPr>
          <p:cNvPr id="826" name="Google Shape;826;p75"/>
          <p:cNvSpPr txBox="1"/>
          <p:nvPr>
            <p:ph idx="4294967295" type="title"/>
          </p:nvPr>
        </p:nvSpPr>
        <p:spPr>
          <a:xfrm>
            <a:off x="5556454" y="3369100"/>
            <a:ext cx="789300" cy="42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2021</a:t>
            </a:r>
            <a:endParaRPr sz="2200"/>
          </a:p>
        </p:txBody>
      </p:sp>
      <p:sp>
        <p:nvSpPr>
          <p:cNvPr id="827" name="Google Shape;827;p75"/>
          <p:cNvSpPr/>
          <p:nvPr/>
        </p:nvSpPr>
        <p:spPr>
          <a:xfrm>
            <a:off x="805050" y="1898462"/>
            <a:ext cx="420000" cy="227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75"/>
          <p:cNvSpPr/>
          <p:nvPr/>
        </p:nvSpPr>
        <p:spPr>
          <a:xfrm>
            <a:off x="7917629" y="1898462"/>
            <a:ext cx="420000" cy="227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9" name="Google Shape;829;p75" title="Chart">
            <a:hlinkClick r:id="rId4"/>
          </p:cNvPr>
          <p:cNvPicPr preferRelativeResize="0"/>
          <p:nvPr/>
        </p:nvPicPr>
        <p:blipFill rotWithShape="1">
          <a:blip r:embed="rId5">
            <a:alphaModFix/>
          </a:blip>
          <a:srcRect b="8624" l="13193" r="8883" t="7813"/>
          <a:stretch/>
        </p:blipFill>
        <p:spPr>
          <a:xfrm>
            <a:off x="2888673" y="1154800"/>
            <a:ext cx="3393201" cy="2249876"/>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17"/>
                                        </p:tgtEl>
                                        <p:attrNameLst>
                                          <p:attrName>style.visibility</p:attrName>
                                        </p:attrNameLst>
                                      </p:cBhvr>
                                      <p:to>
                                        <p:strVal val="visible"/>
                                      </p:to>
                                    </p:set>
                                    <p:anim calcmode="lin" valueType="num">
                                      <p:cBhvr additive="base">
                                        <p:cTn dur="1000"/>
                                        <p:tgtEl>
                                          <p:spTgt spid="817"/>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23"/>
                                        </p:tgtEl>
                                        <p:attrNameLst>
                                          <p:attrName>style.visibility</p:attrName>
                                        </p:attrNameLst>
                                      </p:cBhvr>
                                      <p:to>
                                        <p:strVal val="visible"/>
                                      </p:to>
                                    </p:set>
                                    <p:animEffect filter="fade" transition="in">
                                      <p:cBhvr>
                                        <p:cTn dur="1000"/>
                                        <p:tgtEl>
                                          <p:spTgt spid="823"/>
                                        </p:tgtEl>
                                      </p:cBhvr>
                                    </p:animEffect>
                                  </p:childTnLst>
                                </p:cTn>
                              </p:par>
                              <p:par>
                                <p:cTn fill="hold" nodeType="withEffect" presetClass="entr" presetID="10" presetSubtype="0">
                                  <p:stCondLst>
                                    <p:cond delay="0"/>
                                  </p:stCondLst>
                                  <p:childTnLst>
                                    <p:set>
                                      <p:cBhvr>
                                        <p:cTn dur="1" fill="hold">
                                          <p:stCondLst>
                                            <p:cond delay="0"/>
                                          </p:stCondLst>
                                        </p:cTn>
                                        <p:tgtEl>
                                          <p:spTgt spid="824"/>
                                        </p:tgtEl>
                                        <p:attrNameLst>
                                          <p:attrName>style.visibility</p:attrName>
                                        </p:attrNameLst>
                                      </p:cBhvr>
                                      <p:to>
                                        <p:strVal val="visible"/>
                                      </p:to>
                                    </p:set>
                                    <p:animEffect filter="fade" transition="in">
                                      <p:cBhvr>
                                        <p:cTn dur="1000"/>
                                        <p:tgtEl>
                                          <p:spTgt spid="824"/>
                                        </p:tgtEl>
                                      </p:cBhvr>
                                    </p:animEffect>
                                  </p:childTnLst>
                                </p:cTn>
                              </p:par>
                              <p:par>
                                <p:cTn fill="hold" nodeType="withEffect" presetClass="entr" presetID="10" presetSubtype="0">
                                  <p:stCondLst>
                                    <p:cond delay="0"/>
                                  </p:stCondLst>
                                  <p:childTnLst>
                                    <p:set>
                                      <p:cBhvr>
                                        <p:cTn dur="1" fill="hold">
                                          <p:stCondLst>
                                            <p:cond delay="0"/>
                                          </p:stCondLst>
                                        </p:cTn>
                                        <p:tgtEl>
                                          <p:spTgt spid="825"/>
                                        </p:tgtEl>
                                        <p:attrNameLst>
                                          <p:attrName>style.visibility</p:attrName>
                                        </p:attrNameLst>
                                      </p:cBhvr>
                                      <p:to>
                                        <p:strVal val="visible"/>
                                      </p:to>
                                    </p:set>
                                    <p:animEffect filter="fade" transition="in">
                                      <p:cBhvr>
                                        <p:cTn dur="1000"/>
                                        <p:tgtEl>
                                          <p:spTgt spid="825"/>
                                        </p:tgtEl>
                                      </p:cBhvr>
                                    </p:animEffect>
                                  </p:childTnLst>
                                </p:cTn>
                              </p:par>
                              <p:par>
                                <p:cTn fill="hold" nodeType="withEffect" presetClass="entr" presetID="10" presetSubtype="0">
                                  <p:stCondLst>
                                    <p:cond delay="0"/>
                                  </p:stCondLst>
                                  <p:childTnLst>
                                    <p:set>
                                      <p:cBhvr>
                                        <p:cTn dur="1" fill="hold">
                                          <p:stCondLst>
                                            <p:cond delay="0"/>
                                          </p:stCondLst>
                                        </p:cTn>
                                        <p:tgtEl>
                                          <p:spTgt spid="826"/>
                                        </p:tgtEl>
                                        <p:attrNameLst>
                                          <p:attrName>style.visibility</p:attrName>
                                        </p:attrNameLst>
                                      </p:cBhvr>
                                      <p:to>
                                        <p:strVal val="visible"/>
                                      </p:to>
                                    </p:set>
                                    <p:animEffect filter="fade" transition="in">
                                      <p:cBhvr>
                                        <p:cTn dur="1000"/>
                                        <p:tgtEl>
                                          <p:spTgt spid="82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9"/>
                                        </p:tgtEl>
                                        <p:attrNameLst>
                                          <p:attrName>style.visibility</p:attrName>
                                        </p:attrNameLst>
                                      </p:cBhvr>
                                      <p:to>
                                        <p:strVal val="visible"/>
                                      </p:to>
                                    </p:set>
                                    <p:animEffect filter="fade" transition="in">
                                      <p:cBhvr>
                                        <p:cTn dur="1000"/>
                                        <p:tgtEl>
                                          <p:spTgt spid="819"/>
                                        </p:tgtEl>
                                      </p:cBhvr>
                                    </p:animEffect>
                                  </p:childTnLst>
                                </p:cTn>
                              </p:par>
                              <p:par>
                                <p:cTn fill="hold" nodeType="withEffect" presetClass="entr" presetID="10" presetSubtype="0">
                                  <p:stCondLst>
                                    <p:cond delay="0"/>
                                  </p:stCondLst>
                                  <p:childTnLst>
                                    <p:set>
                                      <p:cBhvr>
                                        <p:cTn dur="1" fill="hold">
                                          <p:stCondLst>
                                            <p:cond delay="0"/>
                                          </p:stCondLst>
                                        </p:cTn>
                                        <p:tgtEl>
                                          <p:spTgt spid="820"/>
                                        </p:tgtEl>
                                        <p:attrNameLst>
                                          <p:attrName>style.visibility</p:attrName>
                                        </p:attrNameLst>
                                      </p:cBhvr>
                                      <p:to>
                                        <p:strVal val="visible"/>
                                      </p:to>
                                    </p:set>
                                    <p:animEffect filter="fade" transition="in">
                                      <p:cBhvr>
                                        <p:cTn dur="1000"/>
                                        <p:tgtEl>
                                          <p:spTgt spid="8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1"/>
                                        </p:tgtEl>
                                        <p:attrNameLst>
                                          <p:attrName>style.visibility</p:attrName>
                                        </p:attrNameLst>
                                      </p:cBhvr>
                                      <p:to>
                                        <p:strVal val="visible"/>
                                      </p:to>
                                    </p:set>
                                    <p:animEffect filter="fade" transition="in">
                                      <p:cBhvr>
                                        <p:cTn dur="1000"/>
                                        <p:tgtEl>
                                          <p:spTgt spid="821"/>
                                        </p:tgtEl>
                                      </p:cBhvr>
                                    </p:animEffect>
                                  </p:childTnLst>
                                </p:cTn>
                              </p:par>
                              <p:par>
                                <p:cTn fill="hold" nodeType="withEffect" presetClass="entr" presetID="10" presetSubtype="0">
                                  <p:stCondLst>
                                    <p:cond delay="0"/>
                                  </p:stCondLst>
                                  <p:childTnLst>
                                    <p:set>
                                      <p:cBhvr>
                                        <p:cTn dur="1" fill="hold">
                                          <p:stCondLst>
                                            <p:cond delay="0"/>
                                          </p:stCondLst>
                                        </p:cTn>
                                        <p:tgtEl>
                                          <p:spTgt spid="822"/>
                                        </p:tgtEl>
                                        <p:attrNameLst>
                                          <p:attrName>style.visibility</p:attrName>
                                        </p:attrNameLst>
                                      </p:cBhvr>
                                      <p:to>
                                        <p:strVal val="visible"/>
                                      </p:to>
                                    </p:set>
                                    <p:animEffect filter="fade" transition="in">
                                      <p:cBhvr>
                                        <p:cTn dur="1000"/>
                                        <p:tgtEl>
                                          <p:spTgt spid="8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pic>
        <p:nvPicPr>
          <p:cNvPr id="834" name="Google Shape;834;p76" title="Chart">
            <a:hlinkClick r:id="rId3"/>
          </p:cNvPr>
          <p:cNvPicPr preferRelativeResize="0"/>
          <p:nvPr/>
        </p:nvPicPr>
        <p:blipFill>
          <a:blip r:embed="rId4">
            <a:alphaModFix/>
          </a:blip>
          <a:stretch>
            <a:fillRect/>
          </a:stretch>
        </p:blipFill>
        <p:spPr>
          <a:xfrm>
            <a:off x="3334875" y="1463218"/>
            <a:ext cx="2474250" cy="2298365"/>
          </a:xfrm>
          <a:prstGeom prst="rect">
            <a:avLst/>
          </a:prstGeom>
          <a:noFill/>
          <a:ln>
            <a:noFill/>
          </a:ln>
        </p:spPr>
      </p:pic>
      <p:sp>
        <p:nvSpPr>
          <p:cNvPr id="835" name="Google Shape;835;p76"/>
          <p:cNvSpPr txBox="1"/>
          <p:nvPr>
            <p:ph idx="4294967295" type="title"/>
          </p:nvPr>
        </p:nvSpPr>
        <p:spPr>
          <a:xfrm>
            <a:off x="6510775" y="2768713"/>
            <a:ext cx="1908600" cy="4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35%</a:t>
            </a:r>
            <a:endParaRPr sz="2200"/>
          </a:p>
        </p:txBody>
      </p:sp>
      <p:sp>
        <p:nvSpPr>
          <p:cNvPr id="836" name="Google Shape;836;p76"/>
          <p:cNvSpPr txBox="1"/>
          <p:nvPr>
            <p:ph idx="4294967295" type="subTitle"/>
          </p:nvPr>
        </p:nvSpPr>
        <p:spPr>
          <a:xfrm>
            <a:off x="6510775" y="3117838"/>
            <a:ext cx="1908600" cy="632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Jupiter is </a:t>
            </a:r>
            <a:r>
              <a:rPr lang="en"/>
              <a:t>the biggest planet</a:t>
            </a:r>
            <a:endParaRPr/>
          </a:p>
        </p:txBody>
      </p:sp>
      <p:cxnSp>
        <p:nvCxnSpPr>
          <p:cNvPr id="837" name="Google Shape;837;p76"/>
          <p:cNvCxnSpPr>
            <a:stCxn id="835" idx="1"/>
          </p:cNvCxnSpPr>
          <p:nvPr/>
        </p:nvCxnSpPr>
        <p:spPr>
          <a:xfrm flipH="1">
            <a:off x="5031775" y="3013063"/>
            <a:ext cx="1479000" cy="423000"/>
          </a:xfrm>
          <a:prstGeom prst="bentConnector3">
            <a:avLst>
              <a:gd fmla="val 50000" name="adj1"/>
            </a:avLst>
          </a:prstGeom>
          <a:noFill/>
          <a:ln cap="flat" cmpd="sng" w="9525">
            <a:solidFill>
              <a:schemeClr val="dk1"/>
            </a:solidFill>
            <a:prstDash val="solid"/>
            <a:round/>
            <a:headEnd len="med" w="med" type="none"/>
            <a:tailEnd len="med" w="med" type="none"/>
          </a:ln>
        </p:spPr>
      </p:cxnSp>
      <p:sp>
        <p:nvSpPr>
          <p:cNvPr id="838" name="Google Shape;838;p76"/>
          <p:cNvSpPr txBox="1"/>
          <p:nvPr>
            <p:ph idx="4294967295" type="title"/>
          </p:nvPr>
        </p:nvSpPr>
        <p:spPr>
          <a:xfrm>
            <a:off x="724600" y="2768713"/>
            <a:ext cx="1908600" cy="48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25%</a:t>
            </a:r>
            <a:endParaRPr sz="2200"/>
          </a:p>
        </p:txBody>
      </p:sp>
      <p:sp>
        <p:nvSpPr>
          <p:cNvPr id="839" name="Google Shape;839;p76"/>
          <p:cNvSpPr txBox="1"/>
          <p:nvPr>
            <p:ph idx="4294967295" type="subTitle"/>
          </p:nvPr>
        </p:nvSpPr>
        <p:spPr>
          <a:xfrm>
            <a:off x="724600" y="3117838"/>
            <a:ext cx="1908600" cy="632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Despite being red, Mars is cold </a:t>
            </a:r>
            <a:endParaRPr/>
          </a:p>
        </p:txBody>
      </p:sp>
      <p:cxnSp>
        <p:nvCxnSpPr>
          <p:cNvPr id="840" name="Google Shape;840;p76"/>
          <p:cNvCxnSpPr/>
          <p:nvPr/>
        </p:nvCxnSpPr>
        <p:spPr>
          <a:xfrm flipH="1" rot="10800000">
            <a:off x="2633200" y="2807263"/>
            <a:ext cx="1123500" cy="205800"/>
          </a:xfrm>
          <a:prstGeom prst="bentConnector3">
            <a:avLst>
              <a:gd fmla="val 50000" name="adj1"/>
            </a:avLst>
          </a:prstGeom>
          <a:noFill/>
          <a:ln cap="flat" cmpd="sng" w="9525">
            <a:solidFill>
              <a:schemeClr val="dk1"/>
            </a:solidFill>
            <a:prstDash val="solid"/>
            <a:round/>
            <a:headEnd len="med" w="med" type="none"/>
            <a:tailEnd len="med" w="med" type="none"/>
          </a:ln>
        </p:spPr>
      </p:cxnSp>
      <p:sp>
        <p:nvSpPr>
          <p:cNvPr id="841" name="Google Shape;841;p76"/>
          <p:cNvSpPr txBox="1"/>
          <p:nvPr>
            <p:ph idx="4294967295" type="title"/>
          </p:nvPr>
        </p:nvSpPr>
        <p:spPr>
          <a:xfrm>
            <a:off x="6510775" y="1395657"/>
            <a:ext cx="1908600" cy="4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30%</a:t>
            </a:r>
            <a:endParaRPr sz="2200"/>
          </a:p>
        </p:txBody>
      </p:sp>
      <p:sp>
        <p:nvSpPr>
          <p:cNvPr id="842" name="Google Shape;842;p76"/>
          <p:cNvSpPr txBox="1"/>
          <p:nvPr>
            <p:ph idx="4294967295" type="subTitle"/>
          </p:nvPr>
        </p:nvSpPr>
        <p:spPr>
          <a:xfrm>
            <a:off x="6510775" y="1744782"/>
            <a:ext cx="1908600" cy="632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Venus has a nice name, but it’s hot</a:t>
            </a:r>
            <a:endParaRPr/>
          </a:p>
        </p:txBody>
      </p:sp>
      <p:cxnSp>
        <p:nvCxnSpPr>
          <p:cNvPr id="843" name="Google Shape;843;p76"/>
          <p:cNvCxnSpPr/>
          <p:nvPr/>
        </p:nvCxnSpPr>
        <p:spPr>
          <a:xfrm flipH="1">
            <a:off x="5311375" y="1640007"/>
            <a:ext cx="1199400" cy="451200"/>
          </a:xfrm>
          <a:prstGeom prst="bentConnector3">
            <a:avLst>
              <a:gd fmla="val 50000" name="adj1"/>
            </a:avLst>
          </a:prstGeom>
          <a:noFill/>
          <a:ln cap="flat" cmpd="sng" w="9525">
            <a:solidFill>
              <a:schemeClr val="dk1"/>
            </a:solidFill>
            <a:prstDash val="solid"/>
            <a:round/>
            <a:headEnd len="med" w="med" type="none"/>
            <a:tailEnd len="med" w="med" type="none"/>
          </a:ln>
        </p:spPr>
      </p:cxnSp>
      <p:sp>
        <p:nvSpPr>
          <p:cNvPr id="844" name="Google Shape;844;p76"/>
          <p:cNvSpPr txBox="1"/>
          <p:nvPr>
            <p:ph idx="4294967295" type="title"/>
          </p:nvPr>
        </p:nvSpPr>
        <p:spPr>
          <a:xfrm>
            <a:off x="724575" y="1395657"/>
            <a:ext cx="1908600" cy="48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10%</a:t>
            </a:r>
            <a:endParaRPr sz="2200"/>
          </a:p>
        </p:txBody>
      </p:sp>
      <p:sp>
        <p:nvSpPr>
          <p:cNvPr id="845" name="Google Shape;845;p76"/>
          <p:cNvSpPr txBox="1"/>
          <p:nvPr>
            <p:ph idx="4294967295" type="subTitle"/>
          </p:nvPr>
        </p:nvSpPr>
        <p:spPr>
          <a:xfrm>
            <a:off x="724600" y="1744782"/>
            <a:ext cx="1908600" cy="632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Mercury is the smallest planet</a:t>
            </a:r>
            <a:endParaRPr/>
          </a:p>
        </p:txBody>
      </p:sp>
      <p:cxnSp>
        <p:nvCxnSpPr>
          <p:cNvPr id="846" name="Google Shape;846;p76"/>
          <p:cNvCxnSpPr/>
          <p:nvPr/>
        </p:nvCxnSpPr>
        <p:spPr>
          <a:xfrm>
            <a:off x="2633200" y="1640007"/>
            <a:ext cx="1630200" cy="171600"/>
          </a:xfrm>
          <a:prstGeom prst="bentConnector3">
            <a:avLst>
              <a:gd fmla="val 50000" name="adj1"/>
            </a:avLst>
          </a:prstGeom>
          <a:noFill/>
          <a:ln cap="flat" cmpd="sng" w="9525">
            <a:solidFill>
              <a:schemeClr val="dk1"/>
            </a:solidFill>
            <a:prstDash val="solid"/>
            <a:round/>
            <a:headEnd len="med" w="med" type="none"/>
            <a:tailEnd len="med" w="med" type="none"/>
          </a:ln>
        </p:spPr>
      </p:cxnSp>
      <p:sp>
        <p:nvSpPr>
          <p:cNvPr id="847" name="Google Shape;847;p7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Prevalence</a:t>
            </a:r>
            <a:endParaRPr/>
          </a:p>
        </p:txBody>
      </p:sp>
      <p:sp>
        <p:nvSpPr>
          <p:cNvPr id="848" name="Google Shape;848;p76"/>
          <p:cNvSpPr txBox="1"/>
          <p:nvPr/>
        </p:nvSpPr>
        <p:spPr>
          <a:xfrm>
            <a:off x="2823775" y="3884000"/>
            <a:ext cx="3469500" cy="643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Karla"/>
                <a:ea typeface="Karla"/>
                <a:cs typeface="Karla"/>
                <a:sym typeface="Karla"/>
              </a:rPr>
              <a:t>To modify this graph, click on it, follow the link, change the data and paste the new graph here, replacing this one. </a:t>
            </a:r>
            <a:r>
              <a:rPr b="1" lang="en" sz="1000">
                <a:solidFill>
                  <a:schemeClr val="dk1"/>
                </a:solidFill>
                <a:latin typeface="Karla"/>
                <a:ea typeface="Karla"/>
                <a:cs typeface="Karla"/>
                <a:sym typeface="Karla"/>
              </a:rPr>
              <a:t>Learn</a:t>
            </a:r>
            <a:r>
              <a:rPr b="1" lang="en" sz="1000">
                <a:solidFill>
                  <a:schemeClr val="dk1"/>
                </a:solidFill>
                <a:uFill>
                  <a:noFill/>
                </a:uFill>
                <a:latin typeface="Karla"/>
                <a:ea typeface="Karla"/>
                <a:cs typeface="Karla"/>
                <a:sym typeface="Karla"/>
                <a:hlinkClick r:id="rId5">
                  <a:extLst>
                    <a:ext uri="{A12FA001-AC4F-418D-AE19-62706E023703}">
                      <ahyp:hlinkClr val="tx"/>
                    </a:ext>
                  </a:extLst>
                </a:hlinkClick>
              </a:rPr>
              <a:t> how to modify the graph here</a:t>
            </a:r>
            <a:endParaRPr b="1" sz="1000">
              <a:solidFill>
                <a:schemeClr val="dk1"/>
              </a:solidFill>
              <a:latin typeface="Karla"/>
              <a:ea typeface="Karla"/>
              <a:cs typeface="Karla"/>
              <a:sym typeface="Karla"/>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47"/>
                                        </p:tgtEl>
                                        <p:attrNameLst>
                                          <p:attrName>style.visibility</p:attrName>
                                        </p:attrNameLst>
                                      </p:cBhvr>
                                      <p:to>
                                        <p:strVal val="visible"/>
                                      </p:to>
                                    </p:set>
                                    <p:anim calcmode="lin" valueType="num">
                                      <p:cBhvr additive="base">
                                        <p:cTn dur="1000"/>
                                        <p:tgtEl>
                                          <p:spTgt spid="84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44"/>
                                        </p:tgtEl>
                                        <p:attrNameLst>
                                          <p:attrName>style.visibility</p:attrName>
                                        </p:attrNameLst>
                                      </p:cBhvr>
                                      <p:to>
                                        <p:strVal val="visible"/>
                                      </p:to>
                                    </p:set>
                                    <p:animEffect filter="fade" transition="in">
                                      <p:cBhvr>
                                        <p:cTn dur="1000"/>
                                        <p:tgtEl>
                                          <p:spTgt spid="844"/>
                                        </p:tgtEl>
                                      </p:cBhvr>
                                    </p:animEffect>
                                  </p:childTnLst>
                                </p:cTn>
                              </p:par>
                              <p:par>
                                <p:cTn fill="hold" nodeType="withEffect" presetClass="entr" presetID="10" presetSubtype="0">
                                  <p:stCondLst>
                                    <p:cond delay="0"/>
                                  </p:stCondLst>
                                  <p:childTnLst>
                                    <p:set>
                                      <p:cBhvr>
                                        <p:cTn dur="1" fill="hold">
                                          <p:stCondLst>
                                            <p:cond delay="0"/>
                                          </p:stCondLst>
                                        </p:cTn>
                                        <p:tgtEl>
                                          <p:spTgt spid="846"/>
                                        </p:tgtEl>
                                        <p:attrNameLst>
                                          <p:attrName>style.visibility</p:attrName>
                                        </p:attrNameLst>
                                      </p:cBhvr>
                                      <p:to>
                                        <p:strVal val="visible"/>
                                      </p:to>
                                    </p:set>
                                    <p:animEffect filter="fade" transition="in">
                                      <p:cBhvr>
                                        <p:cTn dur="1000"/>
                                        <p:tgtEl>
                                          <p:spTgt spid="846"/>
                                        </p:tgtEl>
                                      </p:cBhvr>
                                    </p:animEffect>
                                  </p:childTnLst>
                                </p:cTn>
                              </p:par>
                              <p:par>
                                <p:cTn fill="hold" nodeType="withEffect" presetClass="entr" presetID="10" presetSubtype="0">
                                  <p:stCondLst>
                                    <p:cond delay="0"/>
                                  </p:stCondLst>
                                  <p:childTnLst>
                                    <p:set>
                                      <p:cBhvr>
                                        <p:cTn dur="1" fill="hold">
                                          <p:stCondLst>
                                            <p:cond delay="0"/>
                                          </p:stCondLst>
                                        </p:cTn>
                                        <p:tgtEl>
                                          <p:spTgt spid="845"/>
                                        </p:tgtEl>
                                        <p:attrNameLst>
                                          <p:attrName>style.visibility</p:attrName>
                                        </p:attrNameLst>
                                      </p:cBhvr>
                                      <p:to>
                                        <p:strVal val="visible"/>
                                      </p:to>
                                    </p:set>
                                    <p:animEffect filter="fade" transition="in">
                                      <p:cBhvr>
                                        <p:cTn dur="1000"/>
                                        <p:tgtEl>
                                          <p:spTgt spid="8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41"/>
                                        </p:tgtEl>
                                        <p:attrNameLst>
                                          <p:attrName>style.visibility</p:attrName>
                                        </p:attrNameLst>
                                      </p:cBhvr>
                                      <p:to>
                                        <p:strVal val="visible"/>
                                      </p:to>
                                    </p:set>
                                    <p:anim calcmode="lin" valueType="num">
                                      <p:cBhvr additive="base">
                                        <p:cTn dur="1000"/>
                                        <p:tgtEl>
                                          <p:spTgt spid="84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42"/>
                                        </p:tgtEl>
                                        <p:attrNameLst>
                                          <p:attrName>style.visibility</p:attrName>
                                        </p:attrNameLst>
                                      </p:cBhvr>
                                      <p:to>
                                        <p:strVal val="visible"/>
                                      </p:to>
                                    </p:set>
                                    <p:animEffect filter="fade" transition="in">
                                      <p:cBhvr>
                                        <p:cTn dur="1000"/>
                                        <p:tgtEl>
                                          <p:spTgt spid="842"/>
                                        </p:tgtEl>
                                      </p:cBhvr>
                                    </p:animEffect>
                                  </p:childTnLst>
                                </p:cTn>
                              </p:par>
                              <p:par>
                                <p:cTn fill="hold" nodeType="withEffect" presetClass="entr" presetID="10" presetSubtype="0">
                                  <p:stCondLst>
                                    <p:cond delay="0"/>
                                  </p:stCondLst>
                                  <p:childTnLst>
                                    <p:set>
                                      <p:cBhvr>
                                        <p:cTn dur="1" fill="hold">
                                          <p:stCondLst>
                                            <p:cond delay="0"/>
                                          </p:stCondLst>
                                        </p:cTn>
                                        <p:tgtEl>
                                          <p:spTgt spid="843"/>
                                        </p:tgtEl>
                                        <p:attrNameLst>
                                          <p:attrName>style.visibility</p:attrName>
                                        </p:attrNameLst>
                                      </p:cBhvr>
                                      <p:to>
                                        <p:strVal val="visible"/>
                                      </p:to>
                                    </p:set>
                                    <p:animEffect filter="fade" transition="in">
                                      <p:cBhvr>
                                        <p:cTn dur="1000"/>
                                        <p:tgtEl>
                                          <p:spTgt spid="84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8"/>
                                        </p:tgtEl>
                                        <p:attrNameLst>
                                          <p:attrName>style.visibility</p:attrName>
                                        </p:attrNameLst>
                                      </p:cBhvr>
                                      <p:to>
                                        <p:strVal val="visible"/>
                                      </p:to>
                                    </p:set>
                                    <p:animEffect filter="fade" transition="in">
                                      <p:cBhvr>
                                        <p:cTn dur="1000"/>
                                        <p:tgtEl>
                                          <p:spTgt spid="838"/>
                                        </p:tgtEl>
                                      </p:cBhvr>
                                    </p:animEffect>
                                  </p:childTnLst>
                                </p:cTn>
                              </p:par>
                              <p:par>
                                <p:cTn fill="hold" nodeType="withEffect" presetClass="entr" presetID="10" presetSubtype="0">
                                  <p:stCondLst>
                                    <p:cond delay="0"/>
                                  </p:stCondLst>
                                  <p:childTnLst>
                                    <p:set>
                                      <p:cBhvr>
                                        <p:cTn dur="1" fill="hold">
                                          <p:stCondLst>
                                            <p:cond delay="0"/>
                                          </p:stCondLst>
                                        </p:cTn>
                                        <p:tgtEl>
                                          <p:spTgt spid="839"/>
                                        </p:tgtEl>
                                        <p:attrNameLst>
                                          <p:attrName>style.visibility</p:attrName>
                                        </p:attrNameLst>
                                      </p:cBhvr>
                                      <p:to>
                                        <p:strVal val="visible"/>
                                      </p:to>
                                    </p:set>
                                    <p:animEffect filter="fade" transition="in">
                                      <p:cBhvr>
                                        <p:cTn dur="1000"/>
                                        <p:tgtEl>
                                          <p:spTgt spid="839"/>
                                        </p:tgtEl>
                                      </p:cBhvr>
                                    </p:animEffect>
                                  </p:childTnLst>
                                </p:cTn>
                              </p:par>
                              <p:par>
                                <p:cTn fill="hold" nodeType="withEffect" presetClass="entr" presetID="10" presetSubtype="0">
                                  <p:stCondLst>
                                    <p:cond delay="0"/>
                                  </p:stCondLst>
                                  <p:childTnLst>
                                    <p:set>
                                      <p:cBhvr>
                                        <p:cTn dur="1" fill="hold">
                                          <p:stCondLst>
                                            <p:cond delay="0"/>
                                          </p:stCondLst>
                                        </p:cTn>
                                        <p:tgtEl>
                                          <p:spTgt spid="840"/>
                                        </p:tgtEl>
                                        <p:attrNameLst>
                                          <p:attrName>style.visibility</p:attrName>
                                        </p:attrNameLst>
                                      </p:cBhvr>
                                      <p:to>
                                        <p:strVal val="visible"/>
                                      </p:to>
                                    </p:set>
                                    <p:animEffect filter="fade" transition="in">
                                      <p:cBhvr>
                                        <p:cTn dur="1000"/>
                                        <p:tgtEl>
                                          <p:spTgt spid="8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5"/>
                                        </p:tgtEl>
                                        <p:attrNameLst>
                                          <p:attrName>style.visibility</p:attrName>
                                        </p:attrNameLst>
                                      </p:cBhvr>
                                      <p:to>
                                        <p:strVal val="visible"/>
                                      </p:to>
                                    </p:set>
                                    <p:animEffect filter="fade" transition="in">
                                      <p:cBhvr>
                                        <p:cTn dur="1000"/>
                                        <p:tgtEl>
                                          <p:spTgt spid="835"/>
                                        </p:tgtEl>
                                      </p:cBhvr>
                                    </p:animEffect>
                                  </p:childTnLst>
                                </p:cTn>
                              </p:par>
                              <p:par>
                                <p:cTn fill="hold" nodeType="withEffect" presetClass="entr" presetID="10" presetSubtype="0">
                                  <p:stCondLst>
                                    <p:cond delay="0"/>
                                  </p:stCondLst>
                                  <p:childTnLst>
                                    <p:set>
                                      <p:cBhvr>
                                        <p:cTn dur="1" fill="hold">
                                          <p:stCondLst>
                                            <p:cond delay="0"/>
                                          </p:stCondLst>
                                        </p:cTn>
                                        <p:tgtEl>
                                          <p:spTgt spid="836"/>
                                        </p:tgtEl>
                                        <p:attrNameLst>
                                          <p:attrName>style.visibility</p:attrName>
                                        </p:attrNameLst>
                                      </p:cBhvr>
                                      <p:to>
                                        <p:strVal val="visible"/>
                                      </p:to>
                                    </p:set>
                                    <p:animEffect filter="fade" transition="in">
                                      <p:cBhvr>
                                        <p:cTn dur="1000"/>
                                        <p:tgtEl>
                                          <p:spTgt spid="836"/>
                                        </p:tgtEl>
                                      </p:cBhvr>
                                    </p:animEffect>
                                  </p:childTnLst>
                                </p:cTn>
                              </p:par>
                              <p:par>
                                <p:cTn fill="hold" nodeType="withEffect" presetClass="entr" presetID="10" presetSubtype="0">
                                  <p:stCondLst>
                                    <p:cond delay="0"/>
                                  </p:stCondLst>
                                  <p:childTnLst>
                                    <p:set>
                                      <p:cBhvr>
                                        <p:cTn dur="1" fill="hold">
                                          <p:stCondLst>
                                            <p:cond delay="0"/>
                                          </p:stCondLst>
                                        </p:cTn>
                                        <p:tgtEl>
                                          <p:spTgt spid="837"/>
                                        </p:tgtEl>
                                        <p:attrNameLst>
                                          <p:attrName>style.visibility</p:attrName>
                                        </p:attrNameLst>
                                      </p:cBhvr>
                                      <p:to>
                                        <p:strVal val="visible"/>
                                      </p:to>
                                    </p:set>
                                    <p:animEffect filter="fade" transition="in">
                                      <p:cBhvr>
                                        <p:cTn dur="1000"/>
                                        <p:tgtEl>
                                          <p:spTgt spid="83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 name="Shape 852"/>
        <p:cNvGrpSpPr/>
        <p:nvPr/>
      </p:nvGrpSpPr>
      <p:grpSpPr>
        <a:xfrm>
          <a:off x="0" y="0"/>
          <a:ext cx="0" cy="0"/>
          <a:chOff x="0" y="0"/>
          <a:chExt cx="0" cy="0"/>
        </a:xfrm>
      </p:grpSpPr>
      <p:sp>
        <p:nvSpPr>
          <p:cNvPr id="853" name="Google Shape;853;p7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Prevalence</a:t>
            </a:r>
            <a:endParaRPr/>
          </a:p>
          <a:p>
            <a:pPr indent="0" lvl="0" marL="0" rtl="0" algn="ctr">
              <a:spcBef>
                <a:spcPts val="0"/>
              </a:spcBef>
              <a:spcAft>
                <a:spcPts val="0"/>
              </a:spcAft>
              <a:buNone/>
            </a:pPr>
            <a:r>
              <a:t/>
            </a:r>
            <a:endParaRPr/>
          </a:p>
        </p:txBody>
      </p:sp>
      <p:sp>
        <p:nvSpPr>
          <p:cNvPr id="854" name="Google Shape;854;p77"/>
          <p:cNvSpPr txBox="1"/>
          <p:nvPr>
            <p:ph idx="4294967295" type="subTitle"/>
          </p:nvPr>
        </p:nvSpPr>
        <p:spPr>
          <a:xfrm>
            <a:off x="713225" y="3951275"/>
            <a:ext cx="3133800" cy="572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b="1" lang="en" sz="1200">
                <a:uFill>
                  <a:noFill/>
                </a:uFill>
                <a:hlinkClick r:id="rId3"/>
              </a:rPr>
              <a:t>For more info, click here</a:t>
            </a:r>
            <a:endParaRPr b="1" sz="1200"/>
          </a:p>
        </p:txBody>
      </p:sp>
      <p:sp>
        <p:nvSpPr>
          <p:cNvPr id="855" name="Google Shape;855;p77"/>
          <p:cNvSpPr txBox="1"/>
          <p:nvPr>
            <p:ph idx="4294967295" type="title"/>
          </p:nvPr>
        </p:nvSpPr>
        <p:spPr>
          <a:xfrm>
            <a:off x="4282225" y="2906205"/>
            <a:ext cx="19086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Mars</a:t>
            </a:r>
            <a:endParaRPr sz="2200"/>
          </a:p>
        </p:txBody>
      </p:sp>
      <p:sp>
        <p:nvSpPr>
          <p:cNvPr id="856" name="Google Shape;856;p77"/>
          <p:cNvSpPr txBox="1"/>
          <p:nvPr>
            <p:ph idx="4294967295" type="subTitle"/>
          </p:nvPr>
        </p:nvSpPr>
        <p:spPr>
          <a:xfrm>
            <a:off x="4282225" y="3266066"/>
            <a:ext cx="19086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cold </a:t>
            </a:r>
            <a:endParaRPr/>
          </a:p>
        </p:txBody>
      </p:sp>
      <p:sp>
        <p:nvSpPr>
          <p:cNvPr id="857" name="Google Shape;857;p77"/>
          <p:cNvSpPr txBox="1"/>
          <p:nvPr>
            <p:ph idx="4294967295" type="title"/>
          </p:nvPr>
        </p:nvSpPr>
        <p:spPr>
          <a:xfrm>
            <a:off x="6523051" y="2906205"/>
            <a:ext cx="19086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Jupiter</a:t>
            </a:r>
            <a:endParaRPr sz="2200"/>
          </a:p>
        </p:txBody>
      </p:sp>
      <p:sp>
        <p:nvSpPr>
          <p:cNvPr id="858" name="Google Shape;858;p77"/>
          <p:cNvSpPr txBox="1"/>
          <p:nvPr>
            <p:ph idx="4294967295" type="subTitle"/>
          </p:nvPr>
        </p:nvSpPr>
        <p:spPr>
          <a:xfrm>
            <a:off x="6523051" y="3266066"/>
            <a:ext cx="19086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Jupiter is the biggest planet</a:t>
            </a:r>
            <a:endParaRPr/>
          </a:p>
        </p:txBody>
      </p:sp>
      <p:sp>
        <p:nvSpPr>
          <p:cNvPr id="859" name="Google Shape;859;p77"/>
          <p:cNvSpPr txBox="1"/>
          <p:nvPr>
            <p:ph idx="4294967295" type="title"/>
          </p:nvPr>
        </p:nvSpPr>
        <p:spPr>
          <a:xfrm>
            <a:off x="4282225" y="1486675"/>
            <a:ext cx="1908600" cy="10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5000">
                <a:solidFill>
                  <a:schemeClr val="dk2"/>
                </a:solidFill>
              </a:rPr>
              <a:t>45</a:t>
            </a:r>
            <a:r>
              <a:rPr lang="en" sz="5000">
                <a:solidFill>
                  <a:schemeClr val="dk2"/>
                </a:solidFill>
              </a:rPr>
              <a:t>%</a:t>
            </a:r>
            <a:endParaRPr sz="5000">
              <a:solidFill>
                <a:schemeClr val="dk2"/>
              </a:solidFill>
            </a:endParaRPr>
          </a:p>
        </p:txBody>
      </p:sp>
      <p:cxnSp>
        <p:nvCxnSpPr>
          <p:cNvPr id="860" name="Google Shape;860;p77"/>
          <p:cNvCxnSpPr>
            <a:stCxn id="859" idx="2"/>
            <a:endCxn id="855" idx="0"/>
          </p:cNvCxnSpPr>
          <p:nvPr/>
        </p:nvCxnSpPr>
        <p:spPr>
          <a:xfrm>
            <a:off x="5236525" y="2488975"/>
            <a:ext cx="0" cy="417300"/>
          </a:xfrm>
          <a:prstGeom prst="straightConnector1">
            <a:avLst/>
          </a:prstGeom>
          <a:noFill/>
          <a:ln cap="flat" cmpd="sng" w="9525">
            <a:solidFill>
              <a:schemeClr val="dk2"/>
            </a:solidFill>
            <a:prstDash val="solid"/>
            <a:round/>
            <a:headEnd len="med" w="med" type="none"/>
            <a:tailEnd len="med" w="med" type="none"/>
          </a:ln>
        </p:spPr>
      </p:cxnSp>
      <p:sp>
        <p:nvSpPr>
          <p:cNvPr id="861" name="Google Shape;861;p77"/>
          <p:cNvSpPr txBox="1"/>
          <p:nvPr>
            <p:ph idx="4294967295" type="title"/>
          </p:nvPr>
        </p:nvSpPr>
        <p:spPr>
          <a:xfrm>
            <a:off x="6523051" y="1486675"/>
            <a:ext cx="1908600" cy="10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5000">
                <a:solidFill>
                  <a:srgbClr val="666666"/>
                </a:solidFill>
              </a:rPr>
              <a:t>55</a:t>
            </a:r>
            <a:r>
              <a:rPr lang="en" sz="5000">
                <a:solidFill>
                  <a:srgbClr val="666666"/>
                </a:solidFill>
              </a:rPr>
              <a:t>%</a:t>
            </a:r>
            <a:endParaRPr sz="5000">
              <a:solidFill>
                <a:srgbClr val="666666"/>
              </a:solidFill>
            </a:endParaRPr>
          </a:p>
        </p:txBody>
      </p:sp>
      <p:cxnSp>
        <p:nvCxnSpPr>
          <p:cNvPr id="862" name="Google Shape;862;p77"/>
          <p:cNvCxnSpPr>
            <a:stCxn id="861" idx="2"/>
          </p:cNvCxnSpPr>
          <p:nvPr/>
        </p:nvCxnSpPr>
        <p:spPr>
          <a:xfrm>
            <a:off x="7477351" y="2488975"/>
            <a:ext cx="0" cy="417300"/>
          </a:xfrm>
          <a:prstGeom prst="straightConnector1">
            <a:avLst/>
          </a:prstGeom>
          <a:noFill/>
          <a:ln cap="flat" cmpd="sng" w="9525">
            <a:solidFill>
              <a:schemeClr val="dk2"/>
            </a:solidFill>
            <a:prstDash val="solid"/>
            <a:round/>
            <a:headEnd len="med" w="med" type="none"/>
            <a:tailEnd len="med" w="med" type="none"/>
          </a:ln>
        </p:spPr>
      </p:cxnSp>
      <p:pic>
        <p:nvPicPr>
          <p:cNvPr id="863" name="Google Shape;863;p77" title="Chart">
            <a:hlinkClick r:id="rId4"/>
          </p:cNvPr>
          <p:cNvPicPr preferRelativeResize="0"/>
          <p:nvPr/>
        </p:nvPicPr>
        <p:blipFill rotWithShape="1">
          <a:blip r:embed="rId5">
            <a:alphaModFix/>
          </a:blip>
          <a:srcRect b="0" l="18047" r="18047" t="0"/>
          <a:stretch/>
        </p:blipFill>
        <p:spPr>
          <a:xfrm>
            <a:off x="829600" y="1193325"/>
            <a:ext cx="2845425" cy="27530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53"/>
                                        </p:tgtEl>
                                        <p:attrNameLst>
                                          <p:attrName>style.visibility</p:attrName>
                                        </p:attrNameLst>
                                      </p:cBhvr>
                                      <p:to>
                                        <p:strVal val="visible"/>
                                      </p:to>
                                    </p:set>
                                    <p:anim calcmode="lin" valueType="num">
                                      <p:cBhvr additive="base">
                                        <p:cTn dur="1000"/>
                                        <p:tgtEl>
                                          <p:spTgt spid="85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55"/>
                                        </p:tgtEl>
                                        <p:attrNameLst>
                                          <p:attrName>style.visibility</p:attrName>
                                        </p:attrNameLst>
                                      </p:cBhvr>
                                      <p:to>
                                        <p:strVal val="visible"/>
                                      </p:to>
                                    </p:set>
                                    <p:anim calcmode="lin" valueType="num">
                                      <p:cBhvr additive="base">
                                        <p:cTn dur="1000"/>
                                        <p:tgtEl>
                                          <p:spTgt spid="85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56"/>
                                        </p:tgtEl>
                                        <p:attrNameLst>
                                          <p:attrName>style.visibility</p:attrName>
                                        </p:attrNameLst>
                                      </p:cBhvr>
                                      <p:to>
                                        <p:strVal val="visible"/>
                                      </p:to>
                                    </p:set>
                                    <p:animEffect filter="fade" transition="in">
                                      <p:cBhvr>
                                        <p:cTn dur="1000"/>
                                        <p:tgtEl>
                                          <p:spTgt spid="856"/>
                                        </p:tgtEl>
                                      </p:cBhvr>
                                    </p:animEffect>
                                  </p:childTnLst>
                                </p:cTn>
                              </p:par>
                              <p:par>
                                <p:cTn fill="hold" nodeType="withEffect" presetClass="entr" presetID="10" presetSubtype="0">
                                  <p:stCondLst>
                                    <p:cond delay="0"/>
                                  </p:stCondLst>
                                  <p:childTnLst>
                                    <p:set>
                                      <p:cBhvr>
                                        <p:cTn dur="1" fill="hold">
                                          <p:stCondLst>
                                            <p:cond delay="0"/>
                                          </p:stCondLst>
                                        </p:cTn>
                                        <p:tgtEl>
                                          <p:spTgt spid="859"/>
                                        </p:tgtEl>
                                        <p:attrNameLst>
                                          <p:attrName>style.visibility</p:attrName>
                                        </p:attrNameLst>
                                      </p:cBhvr>
                                      <p:to>
                                        <p:strVal val="visible"/>
                                      </p:to>
                                    </p:set>
                                    <p:animEffect filter="fade" transition="in">
                                      <p:cBhvr>
                                        <p:cTn dur="1000"/>
                                        <p:tgtEl>
                                          <p:spTgt spid="859"/>
                                        </p:tgtEl>
                                      </p:cBhvr>
                                    </p:animEffect>
                                  </p:childTnLst>
                                </p:cTn>
                              </p:par>
                              <p:par>
                                <p:cTn fill="hold" nodeType="withEffect" presetClass="entr" presetID="10" presetSubtype="0">
                                  <p:stCondLst>
                                    <p:cond delay="0"/>
                                  </p:stCondLst>
                                  <p:childTnLst>
                                    <p:set>
                                      <p:cBhvr>
                                        <p:cTn dur="1" fill="hold">
                                          <p:stCondLst>
                                            <p:cond delay="0"/>
                                          </p:stCondLst>
                                        </p:cTn>
                                        <p:tgtEl>
                                          <p:spTgt spid="860"/>
                                        </p:tgtEl>
                                        <p:attrNameLst>
                                          <p:attrName>style.visibility</p:attrName>
                                        </p:attrNameLst>
                                      </p:cBhvr>
                                      <p:to>
                                        <p:strVal val="visible"/>
                                      </p:to>
                                    </p:set>
                                    <p:animEffect filter="fade" transition="in">
                                      <p:cBhvr>
                                        <p:cTn dur="1000"/>
                                        <p:tgtEl>
                                          <p:spTgt spid="86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857"/>
                                        </p:tgtEl>
                                        <p:attrNameLst>
                                          <p:attrName>style.visibility</p:attrName>
                                        </p:attrNameLst>
                                      </p:cBhvr>
                                      <p:to>
                                        <p:strVal val="visible"/>
                                      </p:to>
                                    </p:set>
                                    <p:anim calcmode="lin" valueType="num">
                                      <p:cBhvr additive="base">
                                        <p:cTn dur="1000"/>
                                        <p:tgtEl>
                                          <p:spTgt spid="857"/>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858"/>
                                        </p:tgtEl>
                                        <p:attrNameLst>
                                          <p:attrName>style.visibility</p:attrName>
                                        </p:attrNameLst>
                                      </p:cBhvr>
                                      <p:to>
                                        <p:strVal val="visible"/>
                                      </p:to>
                                    </p:set>
                                    <p:animEffect filter="fade" transition="in">
                                      <p:cBhvr>
                                        <p:cTn dur="1000"/>
                                        <p:tgtEl>
                                          <p:spTgt spid="858"/>
                                        </p:tgtEl>
                                      </p:cBhvr>
                                    </p:animEffect>
                                  </p:childTnLst>
                                </p:cTn>
                              </p:par>
                              <p:par>
                                <p:cTn fill="hold" nodeType="withEffect" presetClass="entr" presetID="10" presetSubtype="0">
                                  <p:stCondLst>
                                    <p:cond delay="0"/>
                                  </p:stCondLst>
                                  <p:childTnLst>
                                    <p:set>
                                      <p:cBhvr>
                                        <p:cTn dur="1" fill="hold">
                                          <p:stCondLst>
                                            <p:cond delay="0"/>
                                          </p:stCondLst>
                                        </p:cTn>
                                        <p:tgtEl>
                                          <p:spTgt spid="861"/>
                                        </p:tgtEl>
                                        <p:attrNameLst>
                                          <p:attrName>style.visibility</p:attrName>
                                        </p:attrNameLst>
                                      </p:cBhvr>
                                      <p:to>
                                        <p:strVal val="visible"/>
                                      </p:to>
                                    </p:set>
                                    <p:animEffect filter="fade" transition="in">
                                      <p:cBhvr>
                                        <p:cTn dur="1000"/>
                                        <p:tgtEl>
                                          <p:spTgt spid="861"/>
                                        </p:tgtEl>
                                      </p:cBhvr>
                                    </p:animEffect>
                                  </p:childTnLst>
                                </p:cTn>
                              </p:par>
                              <p:par>
                                <p:cTn fill="hold" nodeType="withEffect" presetClass="entr" presetID="10" presetSubtype="0">
                                  <p:stCondLst>
                                    <p:cond delay="0"/>
                                  </p:stCondLst>
                                  <p:childTnLst>
                                    <p:set>
                                      <p:cBhvr>
                                        <p:cTn dur="1" fill="hold">
                                          <p:stCondLst>
                                            <p:cond delay="0"/>
                                          </p:stCondLst>
                                        </p:cTn>
                                        <p:tgtEl>
                                          <p:spTgt spid="862"/>
                                        </p:tgtEl>
                                        <p:attrNameLst>
                                          <p:attrName>style.visibility</p:attrName>
                                        </p:attrNameLst>
                                      </p:cBhvr>
                                      <p:to>
                                        <p:strVal val="visible"/>
                                      </p:to>
                                    </p:set>
                                    <p:animEffect filter="fade" transition="in">
                                      <p:cBhvr>
                                        <p:cTn dur="1000"/>
                                        <p:tgtEl>
                                          <p:spTgt spid="8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 name="Shape 867"/>
        <p:cNvGrpSpPr/>
        <p:nvPr/>
      </p:nvGrpSpPr>
      <p:grpSpPr>
        <a:xfrm>
          <a:off x="0" y="0"/>
          <a:ext cx="0" cy="0"/>
          <a:chOff x="0" y="0"/>
          <a:chExt cx="0" cy="0"/>
        </a:xfrm>
      </p:grpSpPr>
      <p:sp>
        <p:nvSpPr>
          <p:cNvPr id="868" name="Google Shape;868;p7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869" name="Google Shape;869;p78"/>
          <p:cNvSpPr txBox="1"/>
          <p:nvPr>
            <p:ph idx="1" type="body"/>
          </p:nvPr>
        </p:nvSpPr>
        <p:spPr>
          <a:xfrm>
            <a:off x="783424" y="3371190"/>
            <a:ext cx="3556500" cy="91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a cold place, not hot. It’s full of iron oxide dust, which give its reddish cast”</a:t>
            </a:r>
            <a:endParaRPr/>
          </a:p>
        </p:txBody>
      </p:sp>
      <p:sp>
        <p:nvSpPr>
          <p:cNvPr id="870" name="Google Shape;870;p78"/>
          <p:cNvSpPr txBox="1"/>
          <p:nvPr>
            <p:ph idx="2" type="body"/>
          </p:nvPr>
        </p:nvSpPr>
        <p:spPr>
          <a:xfrm>
            <a:off x="4804117" y="3371190"/>
            <a:ext cx="3556500" cy="91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a gas giant and the biggest in </a:t>
            </a:r>
            <a:r>
              <a:rPr lang="en"/>
              <a:t>the Solar</a:t>
            </a:r>
            <a:r>
              <a:rPr lang="en"/>
              <a:t> System. It’s the fourth-brightest object in the sky”</a:t>
            </a:r>
            <a:endParaRPr/>
          </a:p>
        </p:txBody>
      </p:sp>
      <p:sp>
        <p:nvSpPr>
          <p:cNvPr id="871" name="Google Shape;871;p78"/>
          <p:cNvSpPr txBox="1"/>
          <p:nvPr>
            <p:ph idx="3" type="title"/>
          </p:nvPr>
        </p:nvSpPr>
        <p:spPr>
          <a:xfrm>
            <a:off x="783425" y="3003077"/>
            <a:ext cx="35565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Dr. Jenna Doe</a:t>
            </a:r>
            <a:endParaRPr/>
          </a:p>
        </p:txBody>
      </p:sp>
      <p:sp>
        <p:nvSpPr>
          <p:cNvPr id="872" name="Google Shape;872;p78"/>
          <p:cNvSpPr txBox="1"/>
          <p:nvPr>
            <p:ph idx="4" type="title"/>
          </p:nvPr>
        </p:nvSpPr>
        <p:spPr>
          <a:xfrm>
            <a:off x="4804122" y="3003077"/>
            <a:ext cx="35565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Dr. John James</a:t>
            </a:r>
            <a:endParaRPr/>
          </a:p>
        </p:txBody>
      </p:sp>
      <p:pic>
        <p:nvPicPr>
          <p:cNvPr id="873" name="Google Shape;873;p78"/>
          <p:cNvPicPr preferRelativeResize="0"/>
          <p:nvPr/>
        </p:nvPicPr>
        <p:blipFill rotWithShape="1">
          <a:blip r:embed="rId3">
            <a:alphaModFix/>
          </a:blip>
          <a:srcRect b="0" l="0" r="0" t="0"/>
          <a:stretch/>
        </p:blipFill>
        <p:spPr>
          <a:xfrm>
            <a:off x="1841224" y="1523750"/>
            <a:ext cx="1440900" cy="1440900"/>
          </a:xfrm>
          <a:prstGeom prst="ellipse">
            <a:avLst/>
          </a:prstGeom>
          <a:noFill/>
          <a:ln>
            <a:noFill/>
          </a:ln>
        </p:spPr>
      </p:pic>
      <p:pic>
        <p:nvPicPr>
          <p:cNvPr id="874" name="Google Shape;874;p78"/>
          <p:cNvPicPr preferRelativeResize="0"/>
          <p:nvPr/>
        </p:nvPicPr>
        <p:blipFill rotWithShape="1">
          <a:blip r:embed="rId4">
            <a:alphaModFix/>
          </a:blip>
          <a:srcRect b="0" l="0" r="0" t="0"/>
          <a:stretch/>
        </p:blipFill>
        <p:spPr>
          <a:xfrm>
            <a:off x="5861917" y="1523750"/>
            <a:ext cx="1440900" cy="14409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68"/>
                                        </p:tgtEl>
                                        <p:attrNameLst>
                                          <p:attrName>style.visibility</p:attrName>
                                        </p:attrNameLst>
                                      </p:cBhvr>
                                      <p:to>
                                        <p:strVal val="visible"/>
                                      </p:to>
                                    </p:set>
                                    <p:anim calcmode="lin" valueType="num">
                                      <p:cBhvr additive="base">
                                        <p:cTn dur="1000"/>
                                        <p:tgtEl>
                                          <p:spTgt spid="86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69"/>
                                        </p:tgtEl>
                                        <p:attrNameLst>
                                          <p:attrName>style.visibility</p:attrName>
                                        </p:attrNameLst>
                                      </p:cBhvr>
                                      <p:to>
                                        <p:strVal val="visible"/>
                                      </p:to>
                                    </p:set>
                                    <p:anim calcmode="lin" valueType="num">
                                      <p:cBhvr additive="base">
                                        <p:cTn dur="1000"/>
                                        <p:tgtEl>
                                          <p:spTgt spid="869"/>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71"/>
                                        </p:tgtEl>
                                        <p:attrNameLst>
                                          <p:attrName>style.visibility</p:attrName>
                                        </p:attrNameLst>
                                      </p:cBhvr>
                                      <p:to>
                                        <p:strVal val="visible"/>
                                      </p:to>
                                    </p:set>
                                    <p:animEffect filter="fade" transition="in">
                                      <p:cBhvr>
                                        <p:cTn dur="1000"/>
                                        <p:tgtEl>
                                          <p:spTgt spid="871"/>
                                        </p:tgtEl>
                                      </p:cBhvr>
                                    </p:animEffect>
                                  </p:childTnLst>
                                </p:cTn>
                              </p:par>
                              <p:par>
                                <p:cTn fill="hold" nodeType="withEffect" presetClass="entr" presetID="10" presetSubtype="0">
                                  <p:stCondLst>
                                    <p:cond delay="0"/>
                                  </p:stCondLst>
                                  <p:childTnLst>
                                    <p:set>
                                      <p:cBhvr>
                                        <p:cTn dur="1" fill="hold">
                                          <p:stCondLst>
                                            <p:cond delay="0"/>
                                          </p:stCondLst>
                                        </p:cTn>
                                        <p:tgtEl>
                                          <p:spTgt spid="873"/>
                                        </p:tgtEl>
                                        <p:attrNameLst>
                                          <p:attrName>style.visibility</p:attrName>
                                        </p:attrNameLst>
                                      </p:cBhvr>
                                      <p:to>
                                        <p:strVal val="visible"/>
                                      </p:to>
                                    </p:set>
                                    <p:animEffect filter="fade" transition="in">
                                      <p:cBhvr>
                                        <p:cTn dur="1000"/>
                                        <p:tgtEl>
                                          <p:spTgt spid="87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70"/>
                                        </p:tgtEl>
                                        <p:attrNameLst>
                                          <p:attrName>style.visibility</p:attrName>
                                        </p:attrNameLst>
                                      </p:cBhvr>
                                      <p:to>
                                        <p:strVal val="visible"/>
                                      </p:to>
                                    </p:set>
                                    <p:anim calcmode="lin" valueType="num">
                                      <p:cBhvr additive="base">
                                        <p:cTn dur="1000"/>
                                        <p:tgtEl>
                                          <p:spTgt spid="870"/>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72"/>
                                        </p:tgtEl>
                                        <p:attrNameLst>
                                          <p:attrName>style.visibility</p:attrName>
                                        </p:attrNameLst>
                                      </p:cBhvr>
                                      <p:to>
                                        <p:strVal val="visible"/>
                                      </p:to>
                                    </p:set>
                                    <p:animEffect filter="fade" transition="in">
                                      <p:cBhvr>
                                        <p:cTn dur="1000"/>
                                        <p:tgtEl>
                                          <p:spTgt spid="872"/>
                                        </p:tgtEl>
                                      </p:cBhvr>
                                    </p:animEffect>
                                  </p:childTnLst>
                                </p:cTn>
                              </p:par>
                              <p:par>
                                <p:cTn fill="hold" nodeType="withEffect" presetClass="entr" presetID="10" presetSubtype="0">
                                  <p:stCondLst>
                                    <p:cond delay="0"/>
                                  </p:stCondLst>
                                  <p:childTnLst>
                                    <p:set>
                                      <p:cBhvr>
                                        <p:cTn dur="1" fill="hold">
                                          <p:stCondLst>
                                            <p:cond delay="0"/>
                                          </p:stCondLst>
                                        </p:cTn>
                                        <p:tgtEl>
                                          <p:spTgt spid="874"/>
                                        </p:tgtEl>
                                        <p:attrNameLst>
                                          <p:attrName>style.visibility</p:attrName>
                                        </p:attrNameLst>
                                      </p:cBhvr>
                                      <p:to>
                                        <p:strVal val="visible"/>
                                      </p:to>
                                    </p:set>
                                    <p:animEffect filter="fade" transition="in">
                                      <p:cBhvr>
                                        <p:cTn dur="1000"/>
                                        <p:tgtEl>
                                          <p:spTgt spid="8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 name="Shape 878"/>
        <p:cNvGrpSpPr/>
        <p:nvPr/>
      </p:nvGrpSpPr>
      <p:grpSpPr>
        <a:xfrm>
          <a:off x="0" y="0"/>
          <a:ext cx="0" cy="0"/>
          <a:chOff x="0" y="0"/>
          <a:chExt cx="0" cy="0"/>
        </a:xfrm>
      </p:grpSpPr>
      <p:sp>
        <p:nvSpPr>
          <p:cNvPr id="879" name="Google Shape;879;p79"/>
          <p:cNvSpPr/>
          <p:nvPr/>
        </p:nvSpPr>
        <p:spPr>
          <a:xfrm rot="10800000">
            <a:off x="11009250" y="1335402"/>
            <a:ext cx="1108500" cy="1108500"/>
          </a:xfrm>
          <a:prstGeom prst="arc">
            <a:avLst>
              <a:gd fmla="val 16200000" name="adj1"/>
              <a:gd fmla="val 15359453" name="adj2"/>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79"/>
          <p:cNvSpPr txBox="1"/>
          <p:nvPr>
            <p:ph idx="1" type="subTitle"/>
          </p:nvPr>
        </p:nvSpPr>
        <p:spPr>
          <a:xfrm>
            <a:off x="909500" y="3222500"/>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Mercury is the smallest planet</a:t>
            </a:r>
            <a:endParaRPr/>
          </a:p>
        </p:txBody>
      </p:sp>
      <p:sp>
        <p:nvSpPr>
          <p:cNvPr id="881" name="Google Shape;881;p79"/>
          <p:cNvSpPr txBox="1"/>
          <p:nvPr>
            <p:ph type="title"/>
          </p:nvPr>
        </p:nvSpPr>
        <p:spPr>
          <a:xfrm>
            <a:off x="909500" y="2823375"/>
            <a:ext cx="2169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82" name="Google Shape;882;p79"/>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Discussion</a:t>
            </a:r>
            <a:endParaRPr/>
          </a:p>
        </p:txBody>
      </p:sp>
      <p:sp>
        <p:nvSpPr>
          <p:cNvPr id="883" name="Google Shape;883;p79"/>
          <p:cNvSpPr txBox="1"/>
          <p:nvPr>
            <p:ph idx="3" type="title"/>
          </p:nvPr>
        </p:nvSpPr>
        <p:spPr>
          <a:xfrm>
            <a:off x="3487200" y="2823375"/>
            <a:ext cx="2169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84" name="Google Shape;884;p79"/>
          <p:cNvSpPr txBox="1"/>
          <p:nvPr>
            <p:ph idx="4" type="subTitle"/>
          </p:nvPr>
        </p:nvSpPr>
        <p:spPr>
          <a:xfrm>
            <a:off x="3487200" y="3222500"/>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Despite being red, Mars is cold</a:t>
            </a:r>
            <a:endParaRPr/>
          </a:p>
        </p:txBody>
      </p:sp>
      <p:sp>
        <p:nvSpPr>
          <p:cNvPr id="885" name="Google Shape;885;p79"/>
          <p:cNvSpPr txBox="1"/>
          <p:nvPr>
            <p:ph idx="5" type="title"/>
          </p:nvPr>
        </p:nvSpPr>
        <p:spPr>
          <a:xfrm>
            <a:off x="6064900" y="2823375"/>
            <a:ext cx="2169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86" name="Google Shape;886;p79"/>
          <p:cNvSpPr txBox="1"/>
          <p:nvPr>
            <p:ph idx="6" type="subTitle"/>
          </p:nvPr>
        </p:nvSpPr>
        <p:spPr>
          <a:xfrm>
            <a:off x="6064900" y="3222500"/>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Venus has a nice name, but it’s hot</a:t>
            </a:r>
            <a:endParaRPr/>
          </a:p>
        </p:txBody>
      </p:sp>
      <p:grpSp>
        <p:nvGrpSpPr>
          <p:cNvPr id="887" name="Google Shape;887;p79"/>
          <p:cNvGrpSpPr/>
          <p:nvPr/>
        </p:nvGrpSpPr>
        <p:grpSpPr>
          <a:xfrm>
            <a:off x="6833597" y="1815324"/>
            <a:ext cx="632222" cy="807447"/>
            <a:chOff x="5800725" y="3785989"/>
            <a:chExt cx="277644" cy="354594"/>
          </a:xfrm>
        </p:grpSpPr>
        <p:sp>
          <p:nvSpPr>
            <p:cNvPr id="888" name="Google Shape;888;p7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7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7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7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79"/>
          <p:cNvGrpSpPr/>
          <p:nvPr/>
        </p:nvGrpSpPr>
        <p:grpSpPr>
          <a:xfrm>
            <a:off x="4273491" y="1824377"/>
            <a:ext cx="597018" cy="789340"/>
            <a:chOff x="5355653" y="2881493"/>
            <a:chExt cx="262184" cy="346643"/>
          </a:xfrm>
        </p:grpSpPr>
        <p:sp>
          <p:nvSpPr>
            <p:cNvPr id="896" name="Google Shape;896;p7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79"/>
          <p:cNvGrpSpPr/>
          <p:nvPr/>
        </p:nvGrpSpPr>
        <p:grpSpPr>
          <a:xfrm>
            <a:off x="1674947" y="1812294"/>
            <a:ext cx="636478" cy="813506"/>
            <a:chOff x="4897750" y="2415639"/>
            <a:chExt cx="279513" cy="357255"/>
          </a:xfrm>
        </p:grpSpPr>
        <p:sp>
          <p:nvSpPr>
            <p:cNvPr id="902" name="Google Shape;902;p7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7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82"/>
                                        </p:tgtEl>
                                        <p:attrNameLst>
                                          <p:attrName>style.visibility</p:attrName>
                                        </p:attrNameLst>
                                      </p:cBhvr>
                                      <p:to>
                                        <p:strVal val="visible"/>
                                      </p:to>
                                    </p:set>
                                    <p:anim calcmode="lin" valueType="num">
                                      <p:cBhvr additive="base">
                                        <p:cTn dur="1000"/>
                                        <p:tgtEl>
                                          <p:spTgt spid="88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79"/>
                                        </p:tgtEl>
                                        <p:attrNameLst>
                                          <p:attrName>style.visibility</p:attrName>
                                        </p:attrNameLst>
                                      </p:cBhvr>
                                      <p:to>
                                        <p:strVal val="visible"/>
                                      </p:to>
                                    </p:set>
                                    <p:anim calcmode="lin" valueType="num">
                                      <p:cBhvr additive="base">
                                        <p:cTn dur="1000"/>
                                        <p:tgtEl>
                                          <p:spTgt spid="879"/>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80"/>
                                        </p:tgtEl>
                                        <p:attrNameLst>
                                          <p:attrName>style.visibility</p:attrName>
                                        </p:attrNameLst>
                                      </p:cBhvr>
                                      <p:to>
                                        <p:strVal val="visible"/>
                                      </p:to>
                                    </p:set>
                                    <p:animEffect filter="fade" transition="in">
                                      <p:cBhvr>
                                        <p:cTn dur="1000"/>
                                        <p:tgtEl>
                                          <p:spTgt spid="880"/>
                                        </p:tgtEl>
                                      </p:cBhvr>
                                    </p:animEffect>
                                  </p:childTnLst>
                                </p:cTn>
                              </p:par>
                              <p:par>
                                <p:cTn fill="hold" nodeType="withEffect" presetClass="entr" presetID="10" presetSubtype="0">
                                  <p:stCondLst>
                                    <p:cond delay="0"/>
                                  </p:stCondLst>
                                  <p:childTnLst>
                                    <p:set>
                                      <p:cBhvr>
                                        <p:cTn dur="1" fill="hold">
                                          <p:stCondLst>
                                            <p:cond delay="0"/>
                                          </p:stCondLst>
                                        </p:cTn>
                                        <p:tgtEl>
                                          <p:spTgt spid="881"/>
                                        </p:tgtEl>
                                        <p:attrNameLst>
                                          <p:attrName>style.visibility</p:attrName>
                                        </p:attrNameLst>
                                      </p:cBhvr>
                                      <p:to>
                                        <p:strVal val="visible"/>
                                      </p:to>
                                    </p:set>
                                    <p:animEffect filter="fade" transition="in">
                                      <p:cBhvr>
                                        <p:cTn dur="1000"/>
                                        <p:tgtEl>
                                          <p:spTgt spid="881"/>
                                        </p:tgtEl>
                                      </p:cBhvr>
                                    </p:animEffect>
                                  </p:childTnLst>
                                </p:cTn>
                              </p:par>
                              <p:par>
                                <p:cTn fill="hold" nodeType="withEffect" presetClass="entr" presetID="10" presetSubtype="0">
                                  <p:stCondLst>
                                    <p:cond delay="0"/>
                                  </p:stCondLst>
                                  <p:childTnLst>
                                    <p:set>
                                      <p:cBhvr>
                                        <p:cTn dur="1" fill="hold">
                                          <p:stCondLst>
                                            <p:cond delay="0"/>
                                          </p:stCondLst>
                                        </p:cTn>
                                        <p:tgtEl>
                                          <p:spTgt spid="901"/>
                                        </p:tgtEl>
                                        <p:attrNameLst>
                                          <p:attrName>style.visibility</p:attrName>
                                        </p:attrNameLst>
                                      </p:cBhvr>
                                      <p:to>
                                        <p:strVal val="visible"/>
                                      </p:to>
                                    </p:set>
                                    <p:animEffect filter="fade" transition="in">
                                      <p:cBhvr>
                                        <p:cTn dur="1000"/>
                                        <p:tgtEl>
                                          <p:spTgt spid="901"/>
                                        </p:tgtEl>
                                      </p:cBhvr>
                                    </p:animEffect>
                                  </p:childTnLst>
                                </p:cTn>
                              </p:par>
                              <p:par>
                                <p:cTn fill="hold" nodeType="withEffect" presetClass="entr" presetID="10" presetSubtype="0">
                                  <p:stCondLst>
                                    <p:cond delay="0"/>
                                  </p:stCondLst>
                                  <p:childTnLst>
                                    <p:set>
                                      <p:cBhvr>
                                        <p:cTn dur="1" fill="hold">
                                          <p:stCondLst>
                                            <p:cond delay="0"/>
                                          </p:stCondLst>
                                        </p:cTn>
                                        <p:tgtEl>
                                          <p:spTgt spid="883"/>
                                        </p:tgtEl>
                                        <p:attrNameLst>
                                          <p:attrName>style.visibility</p:attrName>
                                        </p:attrNameLst>
                                      </p:cBhvr>
                                      <p:to>
                                        <p:strVal val="visible"/>
                                      </p:to>
                                    </p:set>
                                    <p:animEffect filter="fade" transition="in">
                                      <p:cBhvr>
                                        <p:cTn dur="1000"/>
                                        <p:tgtEl>
                                          <p:spTgt spid="883"/>
                                        </p:tgtEl>
                                      </p:cBhvr>
                                    </p:animEffect>
                                  </p:childTnLst>
                                </p:cTn>
                              </p:par>
                              <p:par>
                                <p:cTn fill="hold" nodeType="withEffect" presetClass="entr" presetID="10" presetSubtype="0">
                                  <p:stCondLst>
                                    <p:cond delay="0"/>
                                  </p:stCondLst>
                                  <p:childTnLst>
                                    <p:set>
                                      <p:cBhvr>
                                        <p:cTn dur="1" fill="hold">
                                          <p:stCondLst>
                                            <p:cond delay="0"/>
                                          </p:stCondLst>
                                        </p:cTn>
                                        <p:tgtEl>
                                          <p:spTgt spid="884"/>
                                        </p:tgtEl>
                                        <p:attrNameLst>
                                          <p:attrName>style.visibility</p:attrName>
                                        </p:attrNameLst>
                                      </p:cBhvr>
                                      <p:to>
                                        <p:strVal val="visible"/>
                                      </p:to>
                                    </p:set>
                                    <p:animEffect filter="fade" transition="in">
                                      <p:cBhvr>
                                        <p:cTn dur="1000"/>
                                        <p:tgtEl>
                                          <p:spTgt spid="884"/>
                                        </p:tgtEl>
                                      </p:cBhvr>
                                    </p:animEffect>
                                  </p:childTnLst>
                                </p:cTn>
                              </p:par>
                              <p:par>
                                <p:cTn fill="hold" nodeType="withEffect" presetClass="entr" presetID="10" presetSubtype="0">
                                  <p:stCondLst>
                                    <p:cond delay="0"/>
                                  </p:stCondLst>
                                  <p:childTnLst>
                                    <p:set>
                                      <p:cBhvr>
                                        <p:cTn dur="1" fill="hold">
                                          <p:stCondLst>
                                            <p:cond delay="0"/>
                                          </p:stCondLst>
                                        </p:cTn>
                                        <p:tgtEl>
                                          <p:spTgt spid="895"/>
                                        </p:tgtEl>
                                        <p:attrNameLst>
                                          <p:attrName>style.visibility</p:attrName>
                                        </p:attrNameLst>
                                      </p:cBhvr>
                                      <p:to>
                                        <p:strVal val="visible"/>
                                      </p:to>
                                    </p:set>
                                    <p:animEffect filter="fade" transition="in">
                                      <p:cBhvr>
                                        <p:cTn dur="1000"/>
                                        <p:tgtEl>
                                          <p:spTgt spid="89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85"/>
                                        </p:tgtEl>
                                        <p:attrNameLst>
                                          <p:attrName>style.visibility</p:attrName>
                                        </p:attrNameLst>
                                      </p:cBhvr>
                                      <p:to>
                                        <p:strVal val="visible"/>
                                      </p:to>
                                    </p:set>
                                    <p:anim calcmode="lin" valueType="num">
                                      <p:cBhvr additive="base">
                                        <p:cTn dur="1000"/>
                                        <p:tgtEl>
                                          <p:spTgt spid="885"/>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87"/>
                                        </p:tgtEl>
                                        <p:attrNameLst>
                                          <p:attrName>style.visibility</p:attrName>
                                        </p:attrNameLst>
                                      </p:cBhvr>
                                      <p:to>
                                        <p:strVal val="visible"/>
                                      </p:to>
                                    </p:set>
                                    <p:animEffect filter="fade" transition="in">
                                      <p:cBhvr>
                                        <p:cTn dur="1000"/>
                                        <p:tgtEl>
                                          <p:spTgt spid="8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3" name="Shape 913"/>
        <p:cNvGrpSpPr/>
        <p:nvPr/>
      </p:nvGrpSpPr>
      <p:grpSpPr>
        <a:xfrm>
          <a:off x="0" y="0"/>
          <a:ext cx="0" cy="0"/>
          <a:chOff x="0" y="0"/>
          <a:chExt cx="0" cy="0"/>
        </a:xfrm>
      </p:grpSpPr>
      <p:sp>
        <p:nvSpPr>
          <p:cNvPr id="914" name="Google Shape;914;p80"/>
          <p:cNvSpPr txBox="1"/>
          <p:nvPr>
            <p:ph type="title"/>
          </p:nvPr>
        </p:nvSpPr>
        <p:spPr>
          <a:xfrm>
            <a:off x="1763725" y="1623625"/>
            <a:ext cx="5616600" cy="140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915" name="Google Shape;915;p80"/>
          <p:cNvSpPr txBox="1"/>
          <p:nvPr>
            <p:ph idx="1" type="body"/>
          </p:nvPr>
        </p:nvSpPr>
        <p:spPr>
          <a:xfrm>
            <a:off x="1763725" y="3115134"/>
            <a:ext cx="5616600" cy="4896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14"/>
                                        </p:tgtEl>
                                        <p:attrNameLst>
                                          <p:attrName>style.visibility</p:attrName>
                                        </p:attrNameLst>
                                      </p:cBhvr>
                                      <p:to>
                                        <p:strVal val="visible"/>
                                      </p:to>
                                    </p:set>
                                    <p:animEffect filter="fade" transition="in">
                                      <p:cBhvr>
                                        <p:cTn dur="1000"/>
                                        <p:tgtEl>
                                          <p:spTgt spid="914"/>
                                        </p:tgtEl>
                                      </p:cBhvr>
                                    </p:animEffect>
                                  </p:childTnLst>
                                </p:cTn>
                              </p:par>
                              <p:par>
                                <p:cTn fill="hold" nodeType="withEffect" presetClass="entr" presetID="10" presetSubtype="0">
                                  <p:stCondLst>
                                    <p:cond delay="0"/>
                                  </p:stCondLst>
                                  <p:childTnLst>
                                    <p:set>
                                      <p:cBhvr>
                                        <p:cTn dur="1" fill="hold">
                                          <p:stCondLst>
                                            <p:cond delay="0"/>
                                          </p:stCondLst>
                                        </p:cTn>
                                        <p:tgtEl>
                                          <p:spTgt spid="915"/>
                                        </p:tgtEl>
                                        <p:attrNameLst>
                                          <p:attrName>style.visibility</p:attrName>
                                        </p:attrNameLst>
                                      </p:cBhvr>
                                      <p:to>
                                        <p:strVal val="visible"/>
                                      </p:to>
                                    </p:set>
                                    <p:animEffect filter="fade" transition="in">
                                      <p:cBhvr>
                                        <p:cTn dur="1000"/>
                                        <p:tgtEl>
                                          <p:spTgt spid="9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 name="Shape 919"/>
        <p:cNvGrpSpPr/>
        <p:nvPr/>
      </p:nvGrpSpPr>
      <p:grpSpPr>
        <a:xfrm>
          <a:off x="0" y="0"/>
          <a:ext cx="0" cy="0"/>
          <a:chOff x="0" y="0"/>
          <a:chExt cx="0" cy="0"/>
        </a:xfrm>
      </p:grpSpPr>
      <p:sp>
        <p:nvSpPr>
          <p:cNvPr id="920" name="Google Shape;920;p81"/>
          <p:cNvSpPr txBox="1"/>
          <p:nvPr>
            <p:ph type="title"/>
          </p:nvPr>
        </p:nvSpPr>
        <p:spPr>
          <a:xfrm>
            <a:off x="713225" y="1581200"/>
            <a:ext cx="4437000" cy="140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754,000</a:t>
            </a:r>
            <a:endParaRPr/>
          </a:p>
        </p:txBody>
      </p:sp>
      <p:sp>
        <p:nvSpPr>
          <p:cNvPr id="921" name="Google Shape;921;p81"/>
          <p:cNvSpPr txBox="1"/>
          <p:nvPr>
            <p:ph idx="1" type="body"/>
          </p:nvPr>
        </p:nvSpPr>
        <p:spPr>
          <a:xfrm>
            <a:off x="713225" y="3072700"/>
            <a:ext cx="4437000" cy="48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Big numbers catch your audience’s attention</a:t>
            </a:r>
            <a:endParaRPr/>
          </a:p>
          <a:p>
            <a:pPr indent="0" lvl="0" marL="0" rtl="0" algn="l">
              <a:spcBef>
                <a:spcPts val="1200"/>
              </a:spcBef>
              <a:spcAft>
                <a:spcPts val="120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920"/>
                                        </p:tgtEl>
                                        <p:attrNameLst>
                                          <p:attrName>style.visibility</p:attrName>
                                        </p:attrNameLst>
                                      </p:cBhvr>
                                      <p:to>
                                        <p:strVal val="visible"/>
                                      </p:to>
                                    </p:set>
                                    <p:anim calcmode="lin" valueType="num">
                                      <p:cBhvr additive="base">
                                        <p:cTn dur="1000"/>
                                        <p:tgtEl>
                                          <p:spTgt spid="920"/>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21"/>
                                        </p:tgtEl>
                                        <p:attrNameLst>
                                          <p:attrName>style.visibility</p:attrName>
                                        </p:attrNameLst>
                                      </p:cBhvr>
                                      <p:to>
                                        <p:strVal val="visible"/>
                                      </p:to>
                                    </p:set>
                                    <p:animEffect filter="fade" transition="in">
                                      <p:cBhvr>
                                        <p:cTn dur="1000"/>
                                        <p:tgtEl>
                                          <p:spTgt spid="92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 name="Shape 925"/>
        <p:cNvGrpSpPr/>
        <p:nvPr/>
      </p:nvGrpSpPr>
      <p:grpSpPr>
        <a:xfrm>
          <a:off x="0" y="0"/>
          <a:ext cx="0" cy="0"/>
          <a:chOff x="0" y="0"/>
          <a:chExt cx="0" cy="0"/>
        </a:xfrm>
      </p:grpSpPr>
      <p:sp>
        <p:nvSpPr>
          <p:cNvPr id="926" name="Google Shape;926;p82"/>
          <p:cNvSpPr txBox="1"/>
          <p:nvPr>
            <p:ph type="title"/>
          </p:nvPr>
        </p:nvSpPr>
        <p:spPr>
          <a:xfrm>
            <a:off x="4222625" y="1553350"/>
            <a:ext cx="4046400" cy="60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 summary</a:t>
            </a:r>
            <a:endParaRPr/>
          </a:p>
        </p:txBody>
      </p:sp>
      <p:sp>
        <p:nvSpPr>
          <p:cNvPr id="927" name="Google Shape;927;p82"/>
          <p:cNvSpPr txBox="1"/>
          <p:nvPr>
            <p:ph idx="1" type="body"/>
          </p:nvPr>
        </p:nvSpPr>
        <p:spPr>
          <a:xfrm>
            <a:off x="4222625" y="2214132"/>
            <a:ext cx="4046400" cy="1434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closest planet to the Sun and the smallest one in the Solar </a:t>
            </a:r>
            <a:r>
              <a:rPr lang="en"/>
              <a:t>System—it’s</a:t>
            </a:r>
            <a:r>
              <a:rPr lang="en"/>
              <a:t> only a bit larger than the Moon. The planet’s name has nothing to do with the liquid metal</a:t>
            </a:r>
            <a:endParaRPr/>
          </a:p>
        </p:txBody>
      </p:sp>
      <p:pic>
        <p:nvPicPr>
          <p:cNvPr id="928" name="Google Shape;928;p82"/>
          <p:cNvPicPr preferRelativeResize="0"/>
          <p:nvPr/>
        </p:nvPicPr>
        <p:blipFill rotWithShape="1">
          <a:blip r:embed="rId3">
            <a:alphaModFix/>
          </a:blip>
          <a:srcRect b="0" l="33738" r="-413" t="0"/>
          <a:stretch/>
        </p:blipFill>
        <p:spPr>
          <a:xfrm flipH="1">
            <a:off x="1003125" y="1087950"/>
            <a:ext cx="2967000" cy="2967600"/>
          </a:xfrm>
          <a:prstGeom prst="ellipse">
            <a:avLst/>
          </a:prstGeom>
          <a:noFill/>
          <a:ln>
            <a:noFill/>
          </a:ln>
        </p:spPr>
      </p:pic>
      <p:pic>
        <p:nvPicPr>
          <p:cNvPr id="929" name="Google Shape;929;p82"/>
          <p:cNvPicPr preferRelativeResize="0"/>
          <p:nvPr/>
        </p:nvPicPr>
        <p:blipFill rotWithShape="1">
          <a:blip r:embed="rId4">
            <a:alphaModFix/>
          </a:blip>
          <a:srcRect b="0" l="0" r="0" t="0"/>
          <a:stretch/>
        </p:blipFill>
        <p:spPr>
          <a:xfrm rot="-1639246">
            <a:off x="941800" y="2746450"/>
            <a:ext cx="1733751" cy="39474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26"/>
                                        </p:tgtEl>
                                        <p:attrNameLst>
                                          <p:attrName>style.visibility</p:attrName>
                                        </p:attrNameLst>
                                      </p:cBhvr>
                                      <p:to>
                                        <p:strVal val="visible"/>
                                      </p:to>
                                    </p:set>
                                    <p:anim calcmode="lin" valueType="num">
                                      <p:cBhvr additive="base">
                                        <p:cTn dur="1000"/>
                                        <p:tgtEl>
                                          <p:spTgt spid="92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927"/>
                                        </p:tgtEl>
                                        <p:attrNameLst>
                                          <p:attrName>style.visibility</p:attrName>
                                        </p:attrNameLst>
                                      </p:cBhvr>
                                      <p:to>
                                        <p:strVal val="visible"/>
                                      </p:to>
                                    </p:set>
                                    <p:animEffect filter="fade" transition="in">
                                      <p:cBhvr>
                                        <p:cTn dur="1000"/>
                                        <p:tgtEl>
                                          <p:spTgt spid="92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928"/>
                                        </p:tgtEl>
                                        <p:attrNameLst>
                                          <p:attrName>style.visibility</p:attrName>
                                        </p:attrNameLst>
                                      </p:cBhvr>
                                      <p:to>
                                        <p:strVal val="visible"/>
                                      </p:to>
                                    </p:set>
                                    <p:anim calcmode="lin" valueType="num">
                                      <p:cBhvr additive="base">
                                        <p:cTn dur="1000"/>
                                        <p:tgtEl>
                                          <p:spTgt spid="928"/>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29"/>
                                        </p:tgtEl>
                                        <p:attrNameLst>
                                          <p:attrName>style.visibility</p:attrName>
                                        </p:attrNameLst>
                                      </p:cBhvr>
                                      <p:to>
                                        <p:strVal val="visible"/>
                                      </p:to>
                                    </p:set>
                                    <p:animEffect filter="fade" transition="in">
                                      <p:cBhvr>
                                        <p:cTn dur="1000"/>
                                        <p:tgtEl>
                                          <p:spTgt spid="9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 name="Shape 933"/>
        <p:cNvGrpSpPr/>
        <p:nvPr/>
      </p:nvGrpSpPr>
      <p:grpSpPr>
        <a:xfrm>
          <a:off x="0" y="0"/>
          <a:ext cx="0" cy="0"/>
          <a:chOff x="0" y="0"/>
          <a:chExt cx="0" cy="0"/>
        </a:xfrm>
      </p:grpSpPr>
      <p:sp>
        <p:nvSpPr>
          <p:cNvPr id="934" name="Google Shape;934;p83"/>
          <p:cNvSpPr txBox="1"/>
          <p:nvPr>
            <p:ph type="title"/>
          </p:nvPr>
        </p:nvSpPr>
        <p:spPr>
          <a:xfrm>
            <a:off x="2548800" y="2057313"/>
            <a:ext cx="4046400" cy="60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Discussion summary</a:t>
            </a:r>
            <a:endParaRPr/>
          </a:p>
        </p:txBody>
      </p:sp>
      <p:sp>
        <p:nvSpPr>
          <p:cNvPr id="935" name="Google Shape;935;p83"/>
          <p:cNvSpPr txBox="1"/>
          <p:nvPr>
            <p:ph idx="1" type="body"/>
          </p:nvPr>
        </p:nvSpPr>
        <p:spPr>
          <a:xfrm>
            <a:off x="2548800" y="2718094"/>
            <a:ext cx="4046400" cy="1434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Mercury is the closest planet to the Sun and the smallest one in the Solar </a:t>
            </a:r>
            <a:r>
              <a:rPr lang="en"/>
              <a:t>System—it’s</a:t>
            </a:r>
            <a:r>
              <a:rPr lang="en"/>
              <a:t> only a bit larger than the Moon. The planet’s name has nothing to do with the liquid metal</a:t>
            </a:r>
            <a:endParaRPr/>
          </a:p>
        </p:txBody>
      </p:sp>
      <p:grpSp>
        <p:nvGrpSpPr>
          <p:cNvPr id="936" name="Google Shape;936;p83"/>
          <p:cNvGrpSpPr/>
          <p:nvPr/>
        </p:nvGrpSpPr>
        <p:grpSpPr>
          <a:xfrm>
            <a:off x="4333417" y="1221152"/>
            <a:ext cx="477158" cy="601790"/>
            <a:chOff x="8010427" y="3348503"/>
            <a:chExt cx="278795" cy="351615"/>
          </a:xfrm>
        </p:grpSpPr>
        <p:sp>
          <p:nvSpPr>
            <p:cNvPr id="937" name="Google Shape;937;p8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8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8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8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34"/>
                                        </p:tgtEl>
                                        <p:attrNameLst>
                                          <p:attrName>style.visibility</p:attrName>
                                        </p:attrNameLst>
                                      </p:cBhvr>
                                      <p:to>
                                        <p:strVal val="visible"/>
                                      </p:to>
                                    </p:set>
                                    <p:anim calcmode="lin" valueType="num">
                                      <p:cBhvr additive="base">
                                        <p:cTn dur="1000"/>
                                        <p:tgtEl>
                                          <p:spTgt spid="93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35"/>
                                        </p:tgtEl>
                                        <p:attrNameLst>
                                          <p:attrName>style.visibility</p:attrName>
                                        </p:attrNameLst>
                                      </p:cBhvr>
                                      <p:to>
                                        <p:strVal val="visible"/>
                                      </p:to>
                                    </p:set>
                                    <p:animEffect filter="fade" transition="in">
                                      <p:cBhvr>
                                        <p:cTn dur="1000"/>
                                        <p:tgtEl>
                                          <p:spTgt spid="93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36"/>
                                        </p:tgtEl>
                                        <p:attrNameLst>
                                          <p:attrName>style.visibility</p:attrName>
                                        </p:attrNameLst>
                                      </p:cBhvr>
                                      <p:to>
                                        <p:strVal val="visible"/>
                                      </p:to>
                                    </p:set>
                                    <p:anim calcmode="lin" valueType="num">
                                      <p:cBhvr additive="base">
                                        <p:cTn dur="1000"/>
                                        <p:tgtEl>
                                          <p:spTgt spid="93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4" name="Shape 944"/>
        <p:cNvGrpSpPr/>
        <p:nvPr/>
      </p:nvGrpSpPr>
      <p:grpSpPr>
        <a:xfrm>
          <a:off x="0" y="0"/>
          <a:ext cx="0" cy="0"/>
          <a:chOff x="0" y="0"/>
          <a:chExt cx="0" cy="0"/>
        </a:xfrm>
      </p:grpSpPr>
      <p:sp>
        <p:nvSpPr>
          <p:cNvPr id="945" name="Google Shape;945;p84"/>
          <p:cNvSpPr txBox="1"/>
          <p:nvPr>
            <p:ph type="title"/>
          </p:nvPr>
        </p:nvSpPr>
        <p:spPr>
          <a:xfrm>
            <a:off x="4227250" y="2501200"/>
            <a:ext cx="4203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946" name="Google Shape;946;p84"/>
          <p:cNvSpPr txBox="1"/>
          <p:nvPr>
            <p:ph idx="1" type="subTitle"/>
          </p:nvPr>
        </p:nvSpPr>
        <p:spPr>
          <a:xfrm>
            <a:off x="4227250" y="3257276"/>
            <a:ext cx="4203600" cy="60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enter a subtitle here if you need it</a:t>
            </a:r>
            <a:endParaRPr/>
          </a:p>
        </p:txBody>
      </p:sp>
      <p:sp>
        <p:nvSpPr>
          <p:cNvPr id="947" name="Google Shape;947;p84"/>
          <p:cNvSpPr txBox="1"/>
          <p:nvPr>
            <p:ph idx="2" type="title"/>
          </p:nvPr>
        </p:nvSpPr>
        <p:spPr>
          <a:xfrm>
            <a:off x="5159950" y="1138775"/>
            <a:ext cx="2338200" cy="13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45"/>
                                        </p:tgtEl>
                                        <p:attrNameLst>
                                          <p:attrName>style.visibility</p:attrName>
                                        </p:attrNameLst>
                                      </p:cBhvr>
                                      <p:to>
                                        <p:strVal val="visible"/>
                                      </p:to>
                                    </p:set>
                                    <p:animEffect filter="fade" transition="in">
                                      <p:cBhvr>
                                        <p:cTn dur="1000"/>
                                        <p:tgtEl>
                                          <p:spTgt spid="945"/>
                                        </p:tgtEl>
                                      </p:cBhvr>
                                    </p:animEffect>
                                  </p:childTnLst>
                                </p:cTn>
                              </p:par>
                              <p:par>
                                <p:cTn fill="hold" nodeType="withEffect" presetClass="entr" presetID="10" presetSubtype="0">
                                  <p:stCondLst>
                                    <p:cond delay="0"/>
                                  </p:stCondLst>
                                  <p:childTnLst>
                                    <p:set>
                                      <p:cBhvr>
                                        <p:cTn dur="1" fill="hold">
                                          <p:stCondLst>
                                            <p:cond delay="0"/>
                                          </p:stCondLst>
                                        </p:cTn>
                                        <p:tgtEl>
                                          <p:spTgt spid="946"/>
                                        </p:tgtEl>
                                        <p:attrNameLst>
                                          <p:attrName>style.visibility</p:attrName>
                                        </p:attrNameLst>
                                      </p:cBhvr>
                                      <p:to>
                                        <p:strVal val="visible"/>
                                      </p:to>
                                    </p:set>
                                    <p:animEffect filter="fade" transition="in">
                                      <p:cBhvr>
                                        <p:cTn dur="1000"/>
                                        <p:tgtEl>
                                          <p:spTgt spid="946"/>
                                        </p:tgtEl>
                                      </p:cBhvr>
                                    </p:animEffect>
                                  </p:childTnLst>
                                </p:cTn>
                              </p:par>
                              <p:par>
                                <p:cTn fill="hold" nodeType="withEffect" presetClass="entr" presetID="10" presetSubtype="0">
                                  <p:stCondLst>
                                    <p:cond delay="0"/>
                                  </p:stCondLst>
                                  <p:childTnLst>
                                    <p:set>
                                      <p:cBhvr>
                                        <p:cTn dur="1" fill="hold">
                                          <p:stCondLst>
                                            <p:cond delay="0"/>
                                          </p:stCondLst>
                                        </p:cTn>
                                        <p:tgtEl>
                                          <p:spTgt spid="947"/>
                                        </p:tgtEl>
                                        <p:attrNameLst>
                                          <p:attrName>style.visibility</p:attrName>
                                        </p:attrNameLst>
                                      </p:cBhvr>
                                      <p:to>
                                        <p:strVal val="visible"/>
                                      </p:to>
                                    </p:set>
                                    <p:animEffect filter="fade" transition="in">
                                      <p:cBhvr>
                                        <p:cTn dur="1000"/>
                                        <p:tgtEl>
                                          <p:spTgt spid="94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 name="Shape 951"/>
        <p:cNvGrpSpPr/>
        <p:nvPr/>
      </p:nvGrpSpPr>
      <p:grpSpPr>
        <a:xfrm>
          <a:off x="0" y="0"/>
          <a:ext cx="0" cy="0"/>
          <a:chOff x="0" y="0"/>
          <a:chExt cx="0" cy="0"/>
        </a:xfrm>
      </p:grpSpPr>
      <p:sp>
        <p:nvSpPr>
          <p:cNvPr id="952" name="Google Shape;952;p8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Comparison</a:t>
            </a:r>
            <a:endParaRPr/>
          </a:p>
        </p:txBody>
      </p:sp>
      <p:graphicFrame>
        <p:nvGraphicFramePr>
          <p:cNvPr id="953" name="Google Shape;953;p85"/>
          <p:cNvGraphicFramePr/>
          <p:nvPr/>
        </p:nvGraphicFramePr>
        <p:xfrm>
          <a:off x="1567488" y="1411250"/>
          <a:ext cx="3000000" cy="3000000"/>
        </p:xfrm>
        <a:graphic>
          <a:graphicData uri="http://schemas.openxmlformats.org/drawingml/2006/table">
            <a:tbl>
              <a:tblPr>
                <a:noFill/>
                <a:tableStyleId>{89FBEA96-C8E7-43C8-8308-72618AA3E878}</a:tableStyleId>
              </a:tblPr>
              <a:tblGrid>
                <a:gridCol w="709025"/>
                <a:gridCol w="1325000"/>
                <a:gridCol w="1325000"/>
                <a:gridCol w="1325000"/>
                <a:gridCol w="1325000"/>
              </a:tblGrid>
              <a:tr h="609800">
                <a:tc>
                  <a:txBody>
                    <a:bodyPr/>
                    <a:lstStyle/>
                    <a:p>
                      <a:pPr indent="0" lvl="0" marL="0" rtl="0" algn="ctr">
                        <a:spcBef>
                          <a:spcPts val="0"/>
                        </a:spcBef>
                        <a:spcAft>
                          <a:spcPts val="0"/>
                        </a:spcAft>
                        <a:buNone/>
                      </a:pPr>
                      <a:r>
                        <a:t/>
                      </a:r>
                      <a:endParaRPr sz="2200">
                        <a:latin typeface="DM Serif Display"/>
                        <a:ea typeface="DM Serif Display"/>
                        <a:cs typeface="DM Serif Display"/>
                        <a:sym typeface="DM Serif Display"/>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Jupiter</a:t>
                      </a:r>
                      <a:endParaRPr sz="2200">
                        <a:solidFill>
                          <a:schemeClr val="dk1"/>
                        </a:solidFill>
                        <a:latin typeface="DM Serif Display"/>
                        <a:ea typeface="DM Serif Display"/>
                        <a:cs typeface="DM Serif Display"/>
                        <a:sym typeface="DM Serif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Mercury</a:t>
                      </a:r>
                      <a:endParaRPr sz="2200">
                        <a:solidFill>
                          <a:schemeClr val="dk1"/>
                        </a:solidFill>
                        <a:latin typeface="DM Serif Display"/>
                        <a:ea typeface="DM Serif Display"/>
                        <a:cs typeface="DM Serif Display"/>
                        <a:sym typeface="DM Serif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Venus</a:t>
                      </a:r>
                      <a:endParaRPr sz="2200">
                        <a:solidFill>
                          <a:schemeClr val="dk1"/>
                        </a:solidFill>
                        <a:latin typeface="DM Serif Display"/>
                        <a:ea typeface="DM Serif Display"/>
                        <a:cs typeface="DM Serif Display"/>
                        <a:sym typeface="DM Serif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Mars</a:t>
                      </a:r>
                      <a:endParaRPr sz="2200">
                        <a:solidFill>
                          <a:schemeClr val="dk1"/>
                        </a:solidFill>
                        <a:latin typeface="DM Serif Display"/>
                        <a:ea typeface="DM Serif Display"/>
                        <a:cs typeface="DM Serif Display"/>
                        <a:sym typeface="DM Serif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225">
                <a:tc>
                  <a:txBody>
                    <a:bodyPr/>
                    <a:lstStyle/>
                    <a:p>
                      <a:pPr indent="0" lvl="0" marL="0" rtl="0" algn="ctr">
                        <a:spcBef>
                          <a:spcPts val="0"/>
                        </a:spcBef>
                        <a:spcAft>
                          <a:spcPts val="0"/>
                        </a:spcAft>
                        <a:buNone/>
                      </a:pPr>
                      <a:r>
                        <a:t/>
                      </a:r>
                      <a:endParaRPr sz="1600">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225">
                <a:tc>
                  <a:txBody>
                    <a:bodyPr/>
                    <a:lstStyle/>
                    <a:p>
                      <a:pPr indent="0" lvl="0" marL="0" rtl="0" algn="ctr">
                        <a:spcBef>
                          <a:spcPts val="0"/>
                        </a:spcBef>
                        <a:spcAft>
                          <a:spcPts val="0"/>
                        </a:spcAft>
                        <a:buNone/>
                      </a:pPr>
                      <a:r>
                        <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225">
                <a:tc>
                  <a:txBody>
                    <a:bodyPr/>
                    <a:lstStyle/>
                    <a:p>
                      <a:pPr indent="0" lvl="0" marL="0" rtl="0" algn="ctr">
                        <a:spcBef>
                          <a:spcPts val="0"/>
                        </a:spcBef>
                        <a:spcAft>
                          <a:spcPts val="0"/>
                        </a:spcAft>
                        <a:buNone/>
                      </a:pPr>
                      <a:r>
                        <a:t/>
                      </a:r>
                      <a:endParaRPr sz="1600">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225">
                <a:tc>
                  <a:txBody>
                    <a:bodyPr/>
                    <a:lstStyle/>
                    <a:p>
                      <a:pPr indent="0" lvl="0" marL="0" rtl="0" algn="ctr">
                        <a:spcBef>
                          <a:spcPts val="0"/>
                        </a:spcBef>
                        <a:spcAft>
                          <a:spcPts val="0"/>
                        </a:spcAft>
                        <a:buNone/>
                      </a:pPr>
                      <a:r>
                        <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225">
                <a:tc>
                  <a:txBody>
                    <a:bodyPr/>
                    <a:lstStyle/>
                    <a:p>
                      <a:pPr indent="0" lvl="0" marL="0" rtl="0" algn="ctr">
                        <a:spcBef>
                          <a:spcPts val="0"/>
                        </a:spcBef>
                        <a:spcAft>
                          <a:spcPts val="0"/>
                        </a:spcAft>
                        <a:buNone/>
                      </a:pPr>
                      <a:r>
                        <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Yes</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Karla"/>
                          <a:ea typeface="Karla"/>
                          <a:cs typeface="Karla"/>
                          <a:sym typeface="Karla"/>
                        </a:rPr>
                        <a:t>No</a:t>
                      </a:r>
                      <a:endParaRPr sz="16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954" name="Google Shape;954;p85"/>
          <p:cNvGrpSpPr/>
          <p:nvPr/>
        </p:nvGrpSpPr>
        <p:grpSpPr>
          <a:xfrm>
            <a:off x="1794737" y="4087188"/>
            <a:ext cx="260223" cy="353527"/>
            <a:chOff x="6266525" y="3807788"/>
            <a:chExt cx="260223" cy="353527"/>
          </a:xfrm>
        </p:grpSpPr>
        <p:sp>
          <p:nvSpPr>
            <p:cNvPr id="955" name="Google Shape;955;p8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8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8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8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85"/>
          <p:cNvGrpSpPr/>
          <p:nvPr/>
        </p:nvGrpSpPr>
        <p:grpSpPr>
          <a:xfrm>
            <a:off x="1749042" y="3604168"/>
            <a:ext cx="351615" cy="350373"/>
            <a:chOff x="6203579" y="3348981"/>
            <a:chExt cx="351615" cy="350373"/>
          </a:xfrm>
        </p:grpSpPr>
        <p:sp>
          <p:nvSpPr>
            <p:cNvPr id="960" name="Google Shape;960;p8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8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8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8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8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85"/>
          <p:cNvGrpSpPr/>
          <p:nvPr/>
        </p:nvGrpSpPr>
        <p:grpSpPr>
          <a:xfrm>
            <a:off x="1740318" y="2615633"/>
            <a:ext cx="369072" cy="317467"/>
            <a:chOff x="6196730" y="1525346"/>
            <a:chExt cx="369072" cy="317467"/>
          </a:xfrm>
        </p:grpSpPr>
        <p:sp>
          <p:nvSpPr>
            <p:cNvPr id="966" name="Google Shape;966;p8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8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8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85"/>
          <p:cNvGrpSpPr/>
          <p:nvPr/>
        </p:nvGrpSpPr>
        <p:grpSpPr>
          <a:xfrm>
            <a:off x="1745063" y="2094220"/>
            <a:ext cx="359579" cy="355852"/>
            <a:chOff x="5309250" y="2903170"/>
            <a:chExt cx="359579" cy="355852"/>
          </a:xfrm>
        </p:grpSpPr>
        <p:sp>
          <p:nvSpPr>
            <p:cNvPr id="970" name="Google Shape;970;p8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8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8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85"/>
          <p:cNvGrpSpPr/>
          <p:nvPr/>
        </p:nvGrpSpPr>
        <p:grpSpPr>
          <a:xfrm>
            <a:off x="1758471" y="3151607"/>
            <a:ext cx="332761" cy="234066"/>
            <a:chOff x="7989683" y="2350207"/>
            <a:chExt cx="332761" cy="234066"/>
          </a:xfrm>
        </p:grpSpPr>
        <p:sp>
          <p:nvSpPr>
            <p:cNvPr id="974" name="Google Shape;974;p8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8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8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8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8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8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52"/>
                                        </p:tgtEl>
                                        <p:attrNameLst>
                                          <p:attrName>style.visibility</p:attrName>
                                        </p:attrNameLst>
                                      </p:cBhvr>
                                      <p:to>
                                        <p:strVal val="visible"/>
                                      </p:to>
                                    </p:set>
                                    <p:anim calcmode="lin" valueType="num">
                                      <p:cBhvr additive="base">
                                        <p:cTn dur="1000"/>
                                        <p:tgtEl>
                                          <p:spTgt spid="95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53"/>
                                        </p:tgtEl>
                                        <p:attrNameLst>
                                          <p:attrName>style.visibility</p:attrName>
                                        </p:attrNameLst>
                                      </p:cBhvr>
                                      <p:to>
                                        <p:strVal val="visible"/>
                                      </p:to>
                                    </p:set>
                                    <p:anim calcmode="lin" valueType="num">
                                      <p:cBhvr additive="base">
                                        <p:cTn dur="1000"/>
                                        <p:tgtEl>
                                          <p:spTgt spid="953"/>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954"/>
                                        </p:tgtEl>
                                        <p:attrNameLst>
                                          <p:attrName>style.visibility</p:attrName>
                                        </p:attrNameLst>
                                      </p:cBhvr>
                                      <p:to>
                                        <p:strVal val="visible"/>
                                      </p:to>
                                    </p:set>
                                    <p:animEffect filter="fade" transition="in">
                                      <p:cBhvr>
                                        <p:cTn dur="1000"/>
                                        <p:tgtEl>
                                          <p:spTgt spid="954"/>
                                        </p:tgtEl>
                                      </p:cBhvr>
                                    </p:animEffect>
                                  </p:childTnLst>
                                </p:cTn>
                              </p:par>
                              <p:par>
                                <p:cTn fill="hold" nodeType="withEffect" presetClass="entr" presetID="10" presetSubtype="0">
                                  <p:stCondLst>
                                    <p:cond delay="0"/>
                                  </p:stCondLst>
                                  <p:childTnLst>
                                    <p:set>
                                      <p:cBhvr>
                                        <p:cTn dur="1" fill="hold">
                                          <p:stCondLst>
                                            <p:cond delay="0"/>
                                          </p:stCondLst>
                                        </p:cTn>
                                        <p:tgtEl>
                                          <p:spTgt spid="959"/>
                                        </p:tgtEl>
                                        <p:attrNameLst>
                                          <p:attrName>style.visibility</p:attrName>
                                        </p:attrNameLst>
                                      </p:cBhvr>
                                      <p:to>
                                        <p:strVal val="visible"/>
                                      </p:to>
                                    </p:set>
                                    <p:animEffect filter="fade" transition="in">
                                      <p:cBhvr>
                                        <p:cTn dur="1000"/>
                                        <p:tgtEl>
                                          <p:spTgt spid="959"/>
                                        </p:tgtEl>
                                      </p:cBhvr>
                                    </p:animEffect>
                                  </p:childTnLst>
                                </p:cTn>
                              </p:par>
                              <p:par>
                                <p:cTn fill="hold" nodeType="withEffect" presetClass="entr" presetID="10" presetSubtype="0">
                                  <p:stCondLst>
                                    <p:cond delay="0"/>
                                  </p:stCondLst>
                                  <p:childTnLst>
                                    <p:set>
                                      <p:cBhvr>
                                        <p:cTn dur="1" fill="hold">
                                          <p:stCondLst>
                                            <p:cond delay="0"/>
                                          </p:stCondLst>
                                        </p:cTn>
                                        <p:tgtEl>
                                          <p:spTgt spid="965"/>
                                        </p:tgtEl>
                                        <p:attrNameLst>
                                          <p:attrName>style.visibility</p:attrName>
                                        </p:attrNameLst>
                                      </p:cBhvr>
                                      <p:to>
                                        <p:strVal val="visible"/>
                                      </p:to>
                                    </p:set>
                                    <p:animEffect filter="fade" transition="in">
                                      <p:cBhvr>
                                        <p:cTn dur="1000"/>
                                        <p:tgtEl>
                                          <p:spTgt spid="965"/>
                                        </p:tgtEl>
                                      </p:cBhvr>
                                    </p:animEffect>
                                  </p:childTnLst>
                                </p:cTn>
                              </p:par>
                              <p:par>
                                <p:cTn fill="hold" nodeType="withEffect" presetClass="entr" presetID="10" presetSubtype="0">
                                  <p:stCondLst>
                                    <p:cond delay="0"/>
                                  </p:stCondLst>
                                  <p:childTnLst>
                                    <p:set>
                                      <p:cBhvr>
                                        <p:cTn dur="1" fill="hold">
                                          <p:stCondLst>
                                            <p:cond delay="0"/>
                                          </p:stCondLst>
                                        </p:cTn>
                                        <p:tgtEl>
                                          <p:spTgt spid="969"/>
                                        </p:tgtEl>
                                        <p:attrNameLst>
                                          <p:attrName>style.visibility</p:attrName>
                                        </p:attrNameLst>
                                      </p:cBhvr>
                                      <p:to>
                                        <p:strVal val="visible"/>
                                      </p:to>
                                    </p:set>
                                    <p:animEffect filter="fade" transition="in">
                                      <p:cBhvr>
                                        <p:cTn dur="1000"/>
                                        <p:tgtEl>
                                          <p:spTgt spid="969"/>
                                        </p:tgtEl>
                                      </p:cBhvr>
                                    </p:animEffect>
                                  </p:childTnLst>
                                </p:cTn>
                              </p:par>
                              <p:par>
                                <p:cTn fill="hold" nodeType="withEffect" presetClass="entr" presetID="10" presetSubtype="0">
                                  <p:stCondLst>
                                    <p:cond delay="0"/>
                                  </p:stCondLst>
                                  <p:childTnLst>
                                    <p:set>
                                      <p:cBhvr>
                                        <p:cTn dur="1" fill="hold">
                                          <p:stCondLst>
                                            <p:cond delay="0"/>
                                          </p:stCondLst>
                                        </p:cTn>
                                        <p:tgtEl>
                                          <p:spTgt spid="973"/>
                                        </p:tgtEl>
                                        <p:attrNameLst>
                                          <p:attrName>style.visibility</p:attrName>
                                        </p:attrNameLst>
                                      </p:cBhvr>
                                      <p:to>
                                        <p:strVal val="visible"/>
                                      </p:to>
                                    </p:set>
                                    <p:animEffect filter="fade" transition="in">
                                      <p:cBhvr>
                                        <p:cTn dur="1000"/>
                                        <p:tgtEl>
                                          <p:spTgt spid="9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sp>
        <p:nvSpPr>
          <p:cNvPr id="984" name="Google Shape;984;p8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Comparison</a:t>
            </a:r>
            <a:endParaRPr/>
          </a:p>
        </p:txBody>
      </p:sp>
      <p:graphicFrame>
        <p:nvGraphicFramePr>
          <p:cNvPr id="985" name="Google Shape;985;p86"/>
          <p:cNvGraphicFramePr/>
          <p:nvPr/>
        </p:nvGraphicFramePr>
        <p:xfrm>
          <a:off x="1241025" y="1581825"/>
          <a:ext cx="3000000" cy="3000000"/>
        </p:xfrm>
        <a:graphic>
          <a:graphicData uri="http://schemas.openxmlformats.org/drawingml/2006/table">
            <a:tbl>
              <a:tblPr>
                <a:noFill/>
                <a:tableStyleId>{89FBEA96-C8E7-43C8-8308-72618AA3E878}</a:tableStyleId>
              </a:tblPr>
              <a:tblGrid>
                <a:gridCol w="1371900"/>
                <a:gridCol w="1371900"/>
                <a:gridCol w="1371900"/>
                <a:gridCol w="1371900"/>
                <a:gridCol w="1371900"/>
              </a:tblGrid>
              <a:tr h="521900">
                <a:tc>
                  <a:txBody>
                    <a:bodyPr/>
                    <a:lstStyle/>
                    <a:p>
                      <a:pPr indent="0" lvl="0" marL="0" rtl="0" algn="l">
                        <a:spcBef>
                          <a:spcPts val="0"/>
                        </a:spcBef>
                        <a:spcAft>
                          <a:spcPts val="0"/>
                        </a:spcAft>
                        <a:buNone/>
                      </a:pPr>
                      <a:r>
                        <a:t/>
                      </a:r>
                      <a:endParaRPr>
                        <a:solidFill>
                          <a:schemeClr val="lt1"/>
                        </a:solidFill>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2200">
                          <a:solidFill>
                            <a:schemeClr val="lt1"/>
                          </a:solidFill>
                          <a:latin typeface="DM Serif Display"/>
                          <a:ea typeface="DM Serif Display"/>
                          <a:cs typeface="DM Serif Display"/>
                          <a:sym typeface="DM Serif Display"/>
                        </a:rPr>
                        <a:t>John S</a:t>
                      </a:r>
                      <a:endParaRPr>
                        <a:solidFill>
                          <a:schemeClr val="lt1"/>
                        </a:solidFill>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2200">
                          <a:solidFill>
                            <a:schemeClr val="lt1"/>
                          </a:solidFill>
                          <a:latin typeface="DM Serif Display"/>
                          <a:ea typeface="DM Serif Display"/>
                          <a:cs typeface="DM Serif Display"/>
                          <a:sym typeface="DM Serif Display"/>
                        </a:rPr>
                        <a:t>Frank M</a:t>
                      </a:r>
                      <a:endParaRPr>
                        <a:solidFill>
                          <a:schemeClr val="lt1"/>
                        </a:solidFill>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2200">
                          <a:solidFill>
                            <a:schemeClr val="lt1"/>
                          </a:solidFill>
                          <a:latin typeface="DM Serif Display"/>
                          <a:ea typeface="DM Serif Display"/>
                          <a:cs typeface="DM Serif Display"/>
                          <a:sym typeface="DM Serif Display"/>
                        </a:rPr>
                        <a:t>Mike M</a:t>
                      </a:r>
                      <a:endParaRPr>
                        <a:solidFill>
                          <a:schemeClr val="lt1"/>
                        </a:solidFill>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Clr>
                          <a:schemeClr val="dk1"/>
                        </a:buClr>
                        <a:buSzPts val="1100"/>
                        <a:buFont typeface="Arial"/>
                        <a:buNone/>
                      </a:pPr>
                      <a:r>
                        <a:rPr lang="en" sz="2200">
                          <a:solidFill>
                            <a:schemeClr val="lt1"/>
                          </a:solidFill>
                          <a:latin typeface="DM Serif Display"/>
                          <a:ea typeface="DM Serif Display"/>
                          <a:cs typeface="DM Serif Display"/>
                          <a:sym typeface="DM Serif Display"/>
                        </a:rPr>
                        <a:t>Danny</a:t>
                      </a:r>
                      <a:r>
                        <a:rPr lang="en" sz="2200">
                          <a:solidFill>
                            <a:schemeClr val="lt1"/>
                          </a:solidFill>
                          <a:latin typeface="DM Serif Display"/>
                          <a:ea typeface="DM Serif Display"/>
                          <a:cs typeface="DM Serif Display"/>
                          <a:sym typeface="DM Serif Display"/>
                        </a:rPr>
                        <a:t> F</a:t>
                      </a:r>
                      <a:endParaRPr sz="2200">
                        <a:solidFill>
                          <a:schemeClr val="lt1"/>
                        </a:solidFill>
                        <a:latin typeface="DM Serif Display"/>
                        <a:ea typeface="DM Serif Display"/>
                        <a:cs typeface="DM Serif Display"/>
                        <a:sym typeface="DM Serif Display"/>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r>
              <a:tr h="754150">
                <a:tc>
                  <a:txBody>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Mercury</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754150">
                <a:tc>
                  <a:txBody>
                    <a:bodyPr/>
                    <a:lstStyle/>
                    <a:p>
                      <a:pPr indent="0" lvl="0" marL="0" rtl="0" algn="ctr">
                        <a:spcBef>
                          <a:spcPts val="0"/>
                        </a:spcBef>
                        <a:spcAft>
                          <a:spcPts val="0"/>
                        </a:spcAft>
                        <a:buClr>
                          <a:schemeClr val="dk1"/>
                        </a:buClr>
                        <a:buSzPts val="1100"/>
                        <a:buFont typeface="Arial"/>
                        <a:buNone/>
                      </a:pPr>
                      <a:r>
                        <a:rPr lang="en" sz="2200">
                          <a:solidFill>
                            <a:schemeClr val="dk1"/>
                          </a:solidFill>
                          <a:latin typeface="DM Serif Display"/>
                          <a:ea typeface="DM Serif Display"/>
                          <a:cs typeface="DM Serif Display"/>
                          <a:sym typeface="DM Serif Display"/>
                        </a:rPr>
                        <a:t>Mars</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754150">
                <a:tc>
                  <a:txBody>
                    <a:bodyPr/>
                    <a:lstStyle/>
                    <a:p>
                      <a:pPr indent="0" lvl="0" marL="0" rtl="0" algn="ctr">
                        <a:spcBef>
                          <a:spcPts val="0"/>
                        </a:spcBef>
                        <a:spcAft>
                          <a:spcPts val="0"/>
                        </a:spcAft>
                        <a:buClr>
                          <a:schemeClr val="dk1"/>
                        </a:buClr>
                        <a:buSzPts val="1100"/>
                        <a:buFont typeface="Arial"/>
                        <a:buNone/>
                      </a:pPr>
                      <a:r>
                        <a:rPr lang="en" sz="2200">
                          <a:solidFill>
                            <a:schemeClr val="dk1"/>
                          </a:solidFill>
                          <a:latin typeface="DM Serif Display"/>
                          <a:ea typeface="DM Serif Display"/>
                          <a:cs typeface="DM Serif Display"/>
                          <a:sym typeface="DM Serif Display"/>
                        </a:rPr>
                        <a:t>Saturn</a:t>
                      </a:r>
                      <a:endParaRPr sz="2200">
                        <a:solidFill>
                          <a:schemeClr val="dk1"/>
                        </a:solidFill>
                        <a:latin typeface="DM Serif Display"/>
                        <a:ea typeface="DM Serif Display"/>
                        <a:cs typeface="DM Serif Display"/>
                        <a:sym typeface="DM Serif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986" name="Google Shape;986;p86"/>
          <p:cNvGrpSpPr/>
          <p:nvPr/>
        </p:nvGrpSpPr>
        <p:grpSpPr>
          <a:xfrm>
            <a:off x="3087774" y="2360515"/>
            <a:ext cx="366312" cy="273201"/>
            <a:chOff x="5216456" y="3725484"/>
            <a:chExt cx="356196" cy="265631"/>
          </a:xfrm>
        </p:grpSpPr>
        <p:sp>
          <p:nvSpPr>
            <p:cNvPr id="987" name="Google Shape;987;p8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8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86"/>
          <p:cNvGrpSpPr/>
          <p:nvPr/>
        </p:nvGrpSpPr>
        <p:grpSpPr>
          <a:xfrm>
            <a:off x="3107596" y="3061714"/>
            <a:ext cx="326666" cy="327841"/>
            <a:chOff x="5779408" y="3699191"/>
            <a:chExt cx="317645" cy="318757"/>
          </a:xfrm>
        </p:grpSpPr>
        <p:sp>
          <p:nvSpPr>
            <p:cNvPr id="990" name="Google Shape;990;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86"/>
          <p:cNvGrpSpPr/>
          <p:nvPr/>
        </p:nvGrpSpPr>
        <p:grpSpPr>
          <a:xfrm>
            <a:off x="5889850" y="2333195"/>
            <a:ext cx="326666" cy="327841"/>
            <a:chOff x="5779408" y="3699191"/>
            <a:chExt cx="317645" cy="318757"/>
          </a:xfrm>
        </p:grpSpPr>
        <p:sp>
          <p:nvSpPr>
            <p:cNvPr id="993" name="Google Shape;993;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86"/>
          <p:cNvGrpSpPr/>
          <p:nvPr/>
        </p:nvGrpSpPr>
        <p:grpSpPr>
          <a:xfrm>
            <a:off x="4521013" y="2333195"/>
            <a:ext cx="326666" cy="327841"/>
            <a:chOff x="5779408" y="3699191"/>
            <a:chExt cx="317645" cy="318757"/>
          </a:xfrm>
        </p:grpSpPr>
        <p:sp>
          <p:nvSpPr>
            <p:cNvPr id="996" name="Google Shape;996;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86"/>
          <p:cNvGrpSpPr/>
          <p:nvPr/>
        </p:nvGrpSpPr>
        <p:grpSpPr>
          <a:xfrm>
            <a:off x="4501190" y="3089034"/>
            <a:ext cx="366312" cy="273201"/>
            <a:chOff x="5216456" y="3725484"/>
            <a:chExt cx="356196" cy="265631"/>
          </a:xfrm>
        </p:grpSpPr>
        <p:sp>
          <p:nvSpPr>
            <p:cNvPr id="999" name="Google Shape;999;p8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8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86"/>
          <p:cNvGrpSpPr/>
          <p:nvPr/>
        </p:nvGrpSpPr>
        <p:grpSpPr>
          <a:xfrm>
            <a:off x="5870036" y="3089034"/>
            <a:ext cx="366312" cy="273201"/>
            <a:chOff x="5216456" y="3725484"/>
            <a:chExt cx="356196" cy="265631"/>
          </a:xfrm>
        </p:grpSpPr>
        <p:sp>
          <p:nvSpPr>
            <p:cNvPr id="1002" name="Google Shape;1002;p8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8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86"/>
          <p:cNvGrpSpPr/>
          <p:nvPr/>
        </p:nvGrpSpPr>
        <p:grpSpPr>
          <a:xfrm>
            <a:off x="7220062" y="2360515"/>
            <a:ext cx="366312" cy="273201"/>
            <a:chOff x="5216456" y="3725484"/>
            <a:chExt cx="356196" cy="265631"/>
          </a:xfrm>
        </p:grpSpPr>
        <p:sp>
          <p:nvSpPr>
            <p:cNvPr id="1005" name="Google Shape;1005;p8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8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86"/>
          <p:cNvGrpSpPr/>
          <p:nvPr/>
        </p:nvGrpSpPr>
        <p:grpSpPr>
          <a:xfrm>
            <a:off x="7239887" y="3061714"/>
            <a:ext cx="326666" cy="327841"/>
            <a:chOff x="5779408" y="3699191"/>
            <a:chExt cx="317645" cy="318757"/>
          </a:xfrm>
        </p:grpSpPr>
        <p:sp>
          <p:nvSpPr>
            <p:cNvPr id="1008" name="Google Shape;1008;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86"/>
          <p:cNvGrpSpPr/>
          <p:nvPr/>
        </p:nvGrpSpPr>
        <p:grpSpPr>
          <a:xfrm>
            <a:off x="3107596" y="3803889"/>
            <a:ext cx="326666" cy="327841"/>
            <a:chOff x="5779408" y="3699191"/>
            <a:chExt cx="317645" cy="318757"/>
          </a:xfrm>
        </p:grpSpPr>
        <p:sp>
          <p:nvSpPr>
            <p:cNvPr id="1011" name="Google Shape;1011;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86"/>
          <p:cNvGrpSpPr/>
          <p:nvPr/>
        </p:nvGrpSpPr>
        <p:grpSpPr>
          <a:xfrm>
            <a:off x="5870036" y="3831209"/>
            <a:ext cx="366312" cy="273201"/>
            <a:chOff x="5216456" y="3725484"/>
            <a:chExt cx="356196" cy="265631"/>
          </a:xfrm>
        </p:grpSpPr>
        <p:sp>
          <p:nvSpPr>
            <p:cNvPr id="1014" name="Google Shape;1014;p8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86"/>
          <p:cNvGrpSpPr/>
          <p:nvPr/>
        </p:nvGrpSpPr>
        <p:grpSpPr>
          <a:xfrm>
            <a:off x="7239887" y="3803889"/>
            <a:ext cx="326666" cy="327841"/>
            <a:chOff x="5779408" y="3699191"/>
            <a:chExt cx="317645" cy="318757"/>
          </a:xfrm>
        </p:grpSpPr>
        <p:sp>
          <p:nvSpPr>
            <p:cNvPr id="1017" name="Google Shape;1017;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86"/>
          <p:cNvGrpSpPr/>
          <p:nvPr/>
        </p:nvGrpSpPr>
        <p:grpSpPr>
          <a:xfrm>
            <a:off x="4488825" y="3803889"/>
            <a:ext cx="326666" cy="327841"/>
            <a:chOff x="5779408" y="3699191"/>
            <a:chExt cx="317645" cy="318757"/>
          </a:xfrm>
        </p:grpSpPr>
        <p:sp>
          <p:nvSpPr>
            <p:cNvPr id="1020" name="Google Shape;1020;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84"/>
                                        </p:tgtEl>
                                        <p:attrNameLst>
                                          <p:attrName>style.visibility</p:attrName>
                                        </p:attrNameLst>
                                      </p:cBhvr>
                                      <p:to>
                                        <p:strVal val="visible"/>
                                      </p:to>
                                    </p:set>
                                    <p:anim calcmode="lin" valueType="num">
                                      <p:cBhvr additive="base">
                                        <p:cTn dur="1000"/>
                                        <p:tgtEl>
                                          <p:spTgt spid="98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85"/>
                                        </p:tgtEl>
                                        <p:attrNameLst>
                                          <p:attrName>style.visibility</p:attrName>
                                        </p:attrNameLst>
                                      </p:cBhvr>
                                      <p:to>
                                        <p:strVal val="visible"/>
                                      </p:to>
                                    </p:set>
                                    <p:anim calcmode="lin" valueType="num">
                                      <p:cBhvr additive="base">
                                        <p:cTn dur="1000"/>
                                        <p:tgtEl>
                                          <p:spTgt spid="98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986"/>
                                        </p:tgtEl>
                                        <p:attrNameLst>
                                          <p:attrName>style.visibility</p:attrName>
                                        </p:attrNameLst>
                                      </p:cBhvr>
                                      <p:to>
                                        <p:strVal val="visible"/>
                                      </p:to>
                                    </p:set>
                                    <p:animEffect filter="fade" transition="in">
                                      <p:cBhvr>
                                        <p:cTn dur="1000"/>
                                        <p:tgtEl>
                                          <p:spTgt spid="986"/>
                                        </p:tgtEl>
                                      </p:cBhvr>
                                    </p:animEffect>
                                  </p:childTnLst>
                                </p:cTn>
                              </p:par>
                              <p:par>
                                <p:cTn fill="hold" nodeType="withEffect" presetClass="entr" presetID="10" presetSubtype="0">
                                  <p:stCondLst>
                                    <p:cond delay="0"/>
                                  </p:stCondLst>
                                  <p:childTnLst>
                                    <p:set>
                                      <p:cBhvr>
                                        <p:cTn dur="1" fill="hold">
                                          <p:stCondLst>
                                            <p:cond delay="0"/>
                                          </p:stCondLst>
                                        </p:cTn>
                                        <p:tgtEl>
                                          <p:spTgt spid="989"/>
                                        </p:tgtEl>
                                        <p:attrNameLst>
                                          <p:attrName>style.visibility</p:attrName>
                                        </p:attrNameLst>
                                      </p:cBhvr>
                                      <p:to>
                                        <p:strVal val="visible"/>
                                      </p:to>
                                    </p:set>
                                    <p:animEffect filter="fade" transition="in">
                                      <p:cBhvr>
                                        <p:cTn dur="1000"/>
                                        <p:tgtEl>
                                          <p:spTgt spid="989"/>
                                        </p:tgtEl>
                                      </p:cBhvr>
                                    </p:animEffect>
                                  </p:childTnLst>
                                </p:cTn>
                              </p:par>
                              <p:par>
                                <p:cTn fill="hold" nodeType="withEffect" presetClass="entr" presetID="10" presetSubtype="0">
                                  <p:stCondLst>
                                    <p:cond delay="0"/>
                                  </p:stCondLst>
                                  <p:childTnLst>
                                    <p:set>
                                      <p:cBhvr>
                                        <p:cTn dur="1" fill="hold">
                                          <p:stCondLst>
                                            <p:cond delay="0"/>
                                          </p:stCondLst>
                                        </p:cTn>
                                        <p:tgtEl>
                                          <p:spTgt spid="992"/>
                                        </p:tgtEl>
                                        <p:attrNameLst>
                                          <p:attrName>style.visibility</p:attrName>
                                        </p:attrNameLst>
                                      </p:cBhvr>
                                      <p:to>
                                        <p:strVal val="visible"/>
                                      </p:to>
                                    </p:set>
                                    <p:animEffect filter="fade" transition="in">
                                      <p:cBhvr>
                                        <p:cTn dur="1000"/>
                                        <p:tgtEl>
                                          <p:spTgt spid="992"/>
                                        </p:tgtEl>
                                      </p:cBhvr>
                                    </p:animEffect>
                                  </p:childTnLst>
                                </p:cTn>
                              </p:par>
                              <p:par>
                                <p:cTn fill="hold" nodeType="withEffect" presetClass="entr" presetID="10" presetSubtype="0">
                                  <p:stCondLst>
                                    <p:cond delay="0"/>
                                  </p:stCondLst>
                                  <p:childTnLst>
                                    <p:set>
                                      <p:cBhvr>
                                        <p:cTn dur="1" fill="hold">
                                          <p:stCondLst>
                                            <p:cond delay="0"/>
                                          </p:stCondLst>
                                        </p:cTn>
                                        <p:tgtEl>
                                          <p:spTgt spid="995"/>
                                        </p:tgtEl>
                                        <p:attrNameLst>
                                          <p:attrName>style.visibility</p:attrName>
                                        </p:attrNameLst>
                                      </p:cBhvr>
                                      <p:to>
                                        <p:strVal val="visible"/>
                                      </p:to>
                                    </p:set>
                                    <p:animEffect filter="fade" transition="in">
                                      <p:cBhvr>
                                        <p:cTn dur="1000"/>
                                        <p:tgtEl>
                                          <p:spTgt spid="995"/>
                                        </p:tgtEl>
                                      </p:cBhvr>
                                    </p:animEffect>
                                  </p:childTnLst>
                                </p:cTn>
                              </p:par>
                              <p:par>
                                <p:cTn fill="hold" nodeType="withEffect" presetClass="entr" presetID="10" presetSubtype="0">
                                  <p:stCondLst>
                                    <p:cond delay="0"/>
                                  </p:stCondLst>
                                  <p:childTnLst>
                                    <p:set>
                                      <p:cBhvr>
                                        <p:cTn dur="1" fill="hold">
                                          <p:stCondLst>
                                            <p:cond delay="0"/>
                                          </p:stCondLst>
                                        </p:cTn>
                                        <p:tgtEl>
                                          <p:spTgt spid="998"/>
                                        </p:tgtEl>
                                        <p:attrNameLst>
                                          <p:attrName>style.visibility</p:attrName>
                                        </p:attrNameLst>
                                      </p:cBhvr>
                                      <p:to>
                                        <p:strVal val="visible"/>
                                      </p:to>
                                    </p:set>
                                    <p:animEffect filter="fade" transition="in">
                                      <p:cBhvr>
                                        <p:cTn dur="1000"/>
                                        <p:tgtEl>
                                          <p:spTgt spid="998"/>
                                        </p:tgtEl>
                                      </p:cBhvr>
                                    </p:animEffect>
                                  </p:childTnLst>
                                </p:cTn>
                              </p:par>
                              <p:par>
                                <p:cTn fill="hold" nodeType="withEffect" presetClass="entr" presetID="10" presetSubtype="0">
                                  <p:stCondLst>
                                    <p:cond delay="0"/>
                                  </p:stCondLst>
                                  <p:childTnLst>
                                    <p:set>
                                      <p:cBhvr>
                                        <p:cTn dur="1" fill="hold">
                                          <p:stCondLst>
                                            <p:cond delay="0"/>
                                          </p:stCondLst>
                                        </p:cTn>
                                        <p:tgtEl>
                                          <p:spTgt spid="1001"/>
                                        </p:tgtEl>
                                        <p:attrNameLst>
                                          <p:attrName>style.visibility</p:attrName>
                                        </p:attrNameLst>
                                      </p:cBhvr>
                                      <p:to>
                                        <p:strVal val="visible"/>
                                      </p:to>
                                    </p:set>
                                    <p:animEffect filter="fade" transition="in">
                                      <p:cBhvr>
                                        <p:cTn dur="1000"/>
                                        <p:tgtEl>
                                          <p:spTgt spid="10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04"/>
                                        </p:tgtEl>
                                        <p:attrNameLst>
                                          <p:attrName>style.visibility</p:attrName>
                                        </p:attrNameLst>
                                      </p:cBhvr>
                                      <p:to>
                                        <p:strVal val="visible"/>
                                      </p:to>
                                    </p:set>
                                    <p:animEffect filter="fade" transition="in">
                                      <p:cBhvr>
                                        <p:cTn dur="1000"/>
                                        <p:tgtEl>
                                          <p:spTgt spid="1004"/>
                                        </p:tgtEl>
                                      </p:cBhvr>
                                    </p:animEffect>
                                  </p:childTnLst>
                                </p:cTn>
                              </p:par>
                              <p:par>
                                <p:cTn fill="hold" nodeType="withEffect" presetClass="entr" presetID="10" presetSubtype="0">
                                  <p:stCondLst>
                                    <p:cond delay="0"/>
                                  </p:stCondLst>
                                  <p:childTnLst>
                                    <p:set>
                                      <p:cBhvr>
                                        <p:cTn dur="1" fill="hold">
                                          <p:stCondLst>
                                            <p:cond delay="0"/>
                                          </p:stCondLst>
                                        </p:cTn>
                                        <p:tgtEl>
                                          <p:spTgt spid="1007"/>
                                        </p:tgtEl>
                                        <p:attrNameLst>
                                          <p:attrName>style.visibility</p:attrName>
                                        </p:attrNameLst>
                                      </p:cBhvr>
                                      <p:to>
                                        <p:strVal val="visible"/>
                                      </p:to>
                                    </p:set>
                                    <p:animEffect filter="fade" transition="in">
                                      <p:cBhvr>
                                        <p:cTn dur="1000"/>
                                        <p:tgtEl>
                                          <p:spTgt spid="100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 name="Shape 1025"/>
        <p:cNvGrpSpPr/>
        <p:nvPr/>
      </p:nvGrpSpPr>
      <p:grpSpPr>
        <a:xfrm>
          <a:off x="0" y="0"/>
          <a:ext cx="0" cy="0"/>
          <a:chOff x="0" y="0"/>
          <a:chExt cx="0" cy="0"/>
        </a:xfrm>
      </p:grpSpPr>
      <p:sp>
        <p:nvSpPr>
          <p:cNvPr id="1026" name="Google Shape;1026;p87"/>
          <p:cNvSpPr txBox="1"/>
          <p:nvPr>
            <p:ph type="title"/>
          </p:nvPr>
        </p:nvSpPr>
        <p:spPr>
          <a:xfrm>
            <a:off x="796825" y="1794475"/>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27" name="Google Shape;1027;p87"/>
          <p:cNvSpPr txBox="1"/>
          <p:nvPr>
            <p:ph idx="1" type="subTitle"/>
          </p:nvPr>
        </p:nvSpPr>
        <p:spPr>
          <a:xfrm>
            <a:off x="796825" y="2162984"/>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smallest planet of them all</a:t>
            </a:r>
            <a:endParaRPr/>
          </a:p>
        </p:txBody>
      </p:sp>
      <p:sp>
        <p:nvSpPr>
          <p:cNvPr id="1028" name="Google Shape;1028;p87"/>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029" name="Google Shape;1029;p87"/>
          <p:cNvSpPr txBox="1"/>
          <p:nvPr>
            <p:ph idx="3" type="title"/>
          </p:nvPr>
        </p:nvSpPr>
        <p:spPr>
          <a:xfrm>
            <a:off x="3374525" y="1794475"/>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30" name="Google Shape;1030;p87"/>
          <p:cNvSpPr txBox="1"/>
          <p:nvPr>
            <p:ph idx="4" type="subTitle"/>
          </p:nvPr>
        </p:nvSpPr>
        <p:spPr>
          <a:xfrm>
            <a:off x="3374525" y="2162984"/>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a nice name, but it’s hot</a:t>
            </a:r>
            <a:endParaRPr/>
          </a:p>
        </p:txBody>
      </p:sp>
      <p:sp>
        <p:nvSpPr>
          <p:cNvPr id="1031" name="Google Shape;1031;p87"/>
          <p:cNvSpPr txBox="1"/>
          <p:nvPr>
            <p:ph idx="5" type="title"/>
          </p:nvPr>
        </p:nvSpPr>
        <p:spPr>
          <a:xfrm>
            <a:off x="796825" y="3472591"/>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032" name="Google Shape;1032;p87"/>
          <p:cNvSpPr txBox="1"/>
          <p:nvPr>
            <p:ph idx="6" type="subTitle"/>
          </p:nvPr>
        </p:nvSpPr>
        <p:spPr>
          <a:xfrm>
            <a:off x="796825" y="3841100"/>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a gas giant and the biggest planet</a:t>
            </a:r>
            <a:endParaRPr/>
          </a:p>
        </p:txBody>
      </p:sp>
      <p:sp>
        <p:nvSpPr>
          <p:cNvPr id="1033" name="Google Shape;1033;p87"/>
          <p:cNvSpPr txBox="1"/>
          <p:nvPr>
            <p:ph idx="7" type="title"/>
          </p:nvPr>
        </p:nvSpPr>
        <p:spPr>
          <a:xfrm>
            <a:off x="3374525" y="3472591"/>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034" name="Google Shape;1034;p87"/>
          <p:cNvSpPr txBox="1"/>
          <p:nvPr>
            <p:ph idx="8" type="subTitle"/>
          </p:nvPr>
        </p:nvSpPr>
        <p:spPr>
          <a:xfrm>
            <a:off x="3374525" y="3841100"/>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a:t>
            </a:r>
            <a:r>
              <a:rPr lang="en"/>
              <a:t>is </a:t>
            </a:r>
            <a:r>
              <a:rPr lang="en"/>
              <a:t>composed mostly </a:t>
            </a:r>
            <a:r>
              <a:rPr lang="en"/>
              <a:t>of hydrogen</a:t>
            </a:r>
            <a:endParaRPr/>
          </a:p>
        </p:txBody>
      </p:sp>
      <p:sp>
        <p:nvSpPr>
          <p:cNvPr id="1035" name="Google Shape;1035;p87"/>
          <p:cNvSpPr txBox="1"/>
          <p:nvPr>
            <p:ph idx="9" type="title"/>
          </p:nvPr>
        </p:nvSpPr>
        <p:spPr>
          <a:xfrm>
            <a:off x="5952150" y="1794475"/>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36" name="Google Shape;1036;p87"/>
          <p:cNvSpPr txBox="1"/>
          <p:nvPr>
            <p:ph idx="13" type="subTitle"/>
          </p:nvPr>
        </p:nvSpPr>
        <p:spPr>
          <a:xfrm>
            <a:off x="5952150" y="2162984"/>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a cold place</a:t>
            </a:r>
            <a:endParaRPr/>
          </a:p>
        </p:txBody>
      </p:sp>
      <p:sp>
        <p:nvSpPr>
          <p:cNvPr id="1037" name="Google Shape;1037;p87"/>
          <p:cNvSpPr txBox="1"/>
          <p:nvPr>
            <p:ph idx="14" type="title"/>
          </p:nvPr>
        </p:nvSpPr>
        <p:spPr>
          <a:xfrm>
            <a:off x="5952150" y="3472591"/>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038" name="Google Shape;1038;p87"/>
          <p:cNvSpPr txBox="1"/>
          <p:nvPr>
            <p:ph idx="15" type="subTitle"/>
          </p:nvPr>
        </p:nvSpPr>
        <p:spPr>
          <a:xfrm>
            <a:off x="5952150" y="3841100"/>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Neptune</a:t>
            </a:r>
            <a:r>
              <a:rPr lang="en"/>
              <a:t> is the farthest planet from the Sun</a:t>
            </a:r>
            <a:endParaRPr/>
          </a:p>
        </p:txBody>
      </p:sp>
      <p:grpSp>
        <p:nvGrpSpPr>
          <p:cNvPr id="1039" name="Google Shape;1039;p87"/>
          <p:cNvGrpSpPr/>
          <p:nvPr/>
        </p:nvGrpSpPr>
        <p:grpSpPr>
          <a:xfrm>
            <a:off x="4467285" y="3130363"/>
            <a:ext cx="209383" cy="366778"/>
            <a:chOff x="6275635" y="4282651"/>
            <a:chExt cx="209383" cy="366778"/>
          </a:xfrm>
        </p:grpSpPr>
        <p:sp>
          <p:nvSpPr>
            <p:cNvPr id="1040" name="Google Shape;1040;p8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8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87"/>
          <p:cNvGrpSpPr/>
          <p:nvPr/>
        </p:nvGrpSpPr>
        <p:grpSpPr>
          <a:xfrm>
            <a:off x="7033978" y="1472180"/>
            <a:ext cx="231395" cy="353145"/>
            <a:chOff x="5373342" y="3808935"/>
            <a:chExt cx="231395" cy="353145"/>
          </a:xfrm>
        </p:grpSpPr>
        <p:sp>
          <p:nvSpPr>
            <p:cNvPr id="1043" name="Google Shape;1043;p8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8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8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8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8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87"/>
          <p:cNvGrpSpPr/>
          <p:nvPr/>
        </p:nvGrpSpPr>
        <p:grpSpPr>
          <a:xfrm>
            <a:off x="7003652" y="3137385"/>
            <a:ext cx="292047" cy="352762"/>
            <a:chOff x="7571624" y="3808935"/>
            <a:chExt cx="292047" cy="352762"/>
          </a:xfrm>
        </p:grpSpPr>
        <p:sp>
          <p:nvSpPr>
            <p:cNvPr id="1053" name="Google Shape;1053;p8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8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8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8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8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8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87"/>
          <p:cNvGrpSpPr/>
          <p:nvPr/>
        </p:nvGrpSpPr>
        <p:grpSpPr>
          <a:xfrm>
            <a:off x="1817719" y="3137749"/>
            <a:ext cx="353113" cy="351998"/>
            <a:chOff x="6664394" y="3346974"/>
            <a:chExt cx="353113" cy="351998"/>
          </a:xfrm>
        </p:grpSpPr>
        <p:sp>
          <p:nvSpPr>
            <p:cNvPr id="1060" name="Google Shape;1060;p8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8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8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8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87"/>
          <p:cNvGrpSpPr/>
          <p:nvPr/>
        </p:nvGrpSpPr>
        <p:grpSpPr>
          <a:xfrm>
            <a:off x="1851660" y="1470948"/>
            <a:ext cx="285230" cy="355597"/>
            <a:chOff x="8007400" y="2902278"/>
            <a:chExt cx="285230" cy="355597"/>
          </a:xfrm>
        </p:grpSpPr>
        <p:sp>
          <p:nvSpPr>
            <p:cNvPr id="1066" name="Google Shape;1066;p8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8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87"/>
          <p:cNvGrpSpPr/>
          <p:nvPr/>
        </p:nvGrpSpPr>
        <p:grpSpPr>
          <a:xfrm>
            <a:off x="4479421" y="1471046"/>
            <a:ext cx="185109" cy="355406"/>
            <a:chOff x="4969421" y="2902852"/>
            <a:chExt cx="185109" cy="355406"/>
          </a:xfrm>
        </p:grpSpPr>
        <p:sp>
          <p:nvSpPr>
            <p:cNvPr id="1069" name="Google Shape;1069;p8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8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8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8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8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28"/>
                                        </p:tgtEl>
                                        <p:attrNameLst>
                                          <p:attrName>style.visibility</p:attrName>
                                        </p:attrNameLst>
                                      </p:cBhvr>
                                      <p:to>
                                        <p:strVal val="visible"/>
                                      </p:to>
                                    </p:set>
                                    <p:anim calcmode="lin" valueType="num">
                                      <p:cBhvr additive="base">
                                        <p:cTn dur="1000"/>
                                        <p:tgtEl>
                                          <p:spTgt spid="102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26"/>
                                        </p:tgtEl>
                                        <p:attrNameLst>
                                          <p:attrName>style.visibility</p:attrName>
                                        </p:attrNameLst>
                                      </p:cBhvr>
                                      <p:to>
                                        <p:strVal val="visible"/>
                                      </p:to>
                                    </p:set>
                                    <p:animEffect filter="fade" transition="in">
                                      <p:cBhvr>
                                        <p:cTn dur="1000"/>
                                        <p:tgtEl>
                                          <p:spTgt spid="1026"/>
                                        </p:tgtEl>
                                      </p:cBhvr>
                                    </p:animEffect>
                                  </p:childTnLst>
                                </p:cTn>
                              </p:par>
                              <p:par>
                                <p:cTn fill="hold" nodeType="withEffect" presetClass="entr" presetID="10" presetSubtype="0">
                                  <p:stCondLst>
                                    <p:cond delay="0"/>
                                  </p:stCondLst>
                                  <p:childTnLst>
                                    <p:set>
                                      <p:cBhvr>
                                        <p:cTn dur="1" fill="hold">
                                          <p:stCondLst>
                                            <p:cond delay="0"/>
                                          </p:stCondLst>
                                        </p:cTn>
                                        <p:tgtEl>
                                          <p:spTgt spid="1027"/>
                                        </p:tgtEl>
                                        <p:attrNameLst>
                                          <p:attrName>style.visibility</p:attrName>
                                        </p:attrNameLst>
                                      </p:cBhvr>
                                      <p:to>
                                        <p:strVal val="visible"/>
                                      </p:to>
                                    </p:set>
                                    <p:animEffect filter="fade" transition="in">
                                      <p:cBhvr>
                                        <p:cTn dur="1000"/>
                                        <p:tgtEl>
                                          <p:spTgt spid="1027"/>
                                        </p:tgtEl>
                                      </p:cBhvr>
                                    </p:animEffect>
                                  </p:childTnLst>
                                </p:cTn>
                              </p:par>
                              <p:par>
                                <p:cTn fill="hold" nodeType="withEffect" presetClass="entr" presetID="10" presetSubtype="0">
                                  <p:stCondLst>
                                    <p:cond delay="0"/>
                                  </p:stCondLst>
                                  <p:childTnLst>
                                    <p:set>
                                      <p:cBhvr>
                                        <p:cTn dur="1" fill="hold">
                                          <p:stCondLst>
                                            <p:cond delay="0"/>
                                          </p:stCondLst>
                                        </p:cTn>
                                        <p:tgtEl>
                                          <p:spTgt spid="1065"/>
                                        </p:tgtEl>
                                        <p:attrNameLst>
                                          <p:attrName>style.visibility</p:attrName>
                                        </p:attrNameLst>
                                      </p:cBhvr>
                                      <p:to>
                                        <p:strVal val="visible"/>
                                      </p:to>
                                    </p:set>
                                    <p:animEffect filter="fade" transition="in">
                                      <p:cBhvr>
                                        <p:cTn dur="1000"/>
                                        <p:tgtEl>
                                          <p:spTgt spid="106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29"/>
                                        </p:tgtEl>
                                        <p:attrNameLst>
                                          <p:attrName>style.visibility</p:attrName>
                                        </p:attrNameLst>
                                      </p:cBhvr>
                                      <p:to>
                                        <p:strVal val="visible"/>
                                      </p:to>
                                    </p:set>
                                    <p:animEffect filter="fade" transition="in">
                                      <p:cBhvr>
                                        <p:cTn dur="1000"/>
                                        <p:tgtEl>
                                          <p:spTgt spid="1029"/>
                                        </p:tgtEl>
                                      </p:cBhvr>
                                    </p:animEffect>
                                  </p:childTnLst>
                                </p:cTn>
                              </p:par>
                              <p:par>
                                <p:cTn fill="hold" nodeType="withEffect" presetClass="entr" presetID="10" presetSubtype="0">
                                  <p:stCondLst>
                                    <p:cond delay="0"/>
                                  </p:stCondLst>
                                  <p:childTnLst>
                                    <p:set>
                                      <p:cBhvr>
                                        <p:cTn dur="1" fill="hold">
                                          <p:stCondLst>
                                            <p:cond delay="0"/>
                                          </p:stCondLst>
                                        </p:cTn>
                                        <p:tgtEl>
                                          <p:spTgt spid="1030"/>
                                        </p:tgtEl>
                                        <p:attrNameLst>
                                          <p:attrName>style.visibility</p:attrName>
                                        </p:attrNameLst>
                                      </p:cBhvr>
                                      <p:to>
                                        <p:strVal val="visible"/>
                                      </p:to>
                                    </p:set>
                                    <p:animEffect filter="fade" transition="in">
                                      <p:cBhvr>
                                        <p:cTn dur="1000"/>
                                        <p:tgtEl>
                                          <p:spTgt spid="1030"/>
                                        </p:tgtEl>
                                      </p:cBhvr>
                                    </p:animEffect>
                                  </p:childTnLst>
                                </p:cTn>
                              </p:par>
                              <p:par>
                                <p:cTn fill="hold" nodeType="withEffect" presetClass="entr" presetID="10" presetSubtype="0">
                                  <p:stCondLst>
                                    <p:cond delay="0"/>
                                  </p:stCondLst>
                                  <p:childTnLst>
                                    <p:set>
                                      <p:cBhvr>
                                        <p:cTn dur="1" fill="hold">
                                          <p:stCondLst>
                                            <p:cond delay="0"/>
                                          </p:stCondLst>
                                        </p:cTn>
                                        <p:tgtEl>
                                          <p:spTgt spid="1068"/>
                                        </p:tgtEl>
                                        <p:attrNameLst>
                                          <p:attrName>style.visibility</p:attrName>
                                        </p:attrNameLst>
                                      </p:cBhvr>
                                      <p:to>
                                        <p:strVal val="visible"/>
                                      </p:to>
                                    </p:set>
                                    <p:animEffect filter="fade" transition="in">
                                      <p:cBhvr>
                                        <p:cTn dur="1000"/>
                                        <p:tgtEl>
                                          <p:spTgt spid="10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5"/>
                                        </p:tgtEl>
                                        <p:attrNameLst>
                                          <p:attrName>style.visibility</p:attrName>
                                        </p:attrNameLst>
                                      </p:cBhvr>
                                      <p:to>
                                        <p:strVal val="visible"/>
                                      </p:to>
                                    </p:set>
                                    <p:animEffect filter="fade" transition="in">
                                      <p:cBhvr>
                                        <p:cTn dur="1000"/>
                                        <p:tgtEl>
                                          <p:spTgt spid="1035"/>
                                        </p:tgtEl>
                                      </p:cBhvr>
                                    </p:animEffect>
                                  </p:childTnLst>
                                </p:cTn>
                              </p:par>
                              <p:par>
                                <p:cTn fill="hold" nodeType="withEffect" presetClass="entr" presetID="10" presetSubtype="0">
                                  <p:stCondLst>
                                    <p:cond delay="0"/>
                                  </p:stCondLst>
                                  <p:childTnLst>
                                    <p:set>
                                      <p:cBhvr>
                                        <p:cTn dur="1" fill="hold">
                                          <p:stCondLst>
                                            <p:cond delay="0"/>
                                          </p:stCondLst>
                                        </p:cTn>
                                        <p:tgtEl>
                                          <p:spTgt spid="1036"/>
                                        </p:tgtEl>
                                        <p:attrNameLst>
                                          <p:attrName>style.visibility</p:attrName>
                                        </p:attrNameLst>
                                      </p:cBhvr>
                                      <p:to>
                                        <p:strVal val="visible"/>
                                      </p:to>
                                    </p:set>
                                    <p:animEffect filter="fade" transition="in">
                                      <p:cBhvr>
                                        <p:cTn dur="1000"/>
                                        <p:tgtEl>
                                          <p:spTgt spid="1036"/>
                                        </p:tgtEl>
                                      </p:cBhvr>
                                    </p:animEffect>
                                  </p:childTnLst>
                                </p:cTn>
                              </p:par>
                              <p:par>
                                <p:cTn fill="hold" nodeType="withEffect" presetClass="entr" presetID="10" presetSubtype="0">
                                  <p:stCondLst>
                                    <p:cond delay="0"/>
                                  </p:stCondLst>
                                  <p:childTnLst>
                                    <p:set>
                                      <p:cBhvr>
                                        <p:cTn dur="1" fill="hold">
                                          <p:stCondLst>
                                            <p:cond delay="0"/>
                                          </p:stCondLst>
                                        </p:cTn>
                                        <p:tgtEl>
                                          <p:spTgt spid="1042"/>
                                        </p:tgtEl>
                                        <p:attrNameLst>
                                          <p:attrName>style.visibility</p:attrName>
                                        </p:attrNameLst>
                                      </p:cBhvr>
                                      <p:to>
                                        <p:strVal val="visible"/>
                                      </p:to>
                                    </p:set>
                                    <p:animEffect filter="fade" transition="in">
                                      <p:cBhvr>
                                        <p:cTn dur="1000"/>
                                        <p:tgtEl>
                                          <p:spTgt spid="104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1"/>
                                        </p:tgtEl>
                                        <p:attrNameLst>
                                          <p:attrName>style.visibility</p:attrName>
                                        </p:attrNameLst>
                                      </p:cBhvr>
                                      <p:to>
                                        <p:strVal val="visible"/>
                                      </p:to>
                                    </p:set>
                                    <p:animEffect filter="fade" transition="in">
                                      <p:cBhvr>
                                        <p:cTn dur="1000"/>
                                        <p:tgtEl>
                                          <p:spTgt spid="1031"/>
                                        </p:tgtEl>
                                      </p:cBhvr>
                                    </p:animEffect>
                                  </p:childTnLst>
                                </p:cTn>
                              </p:par>
                              <p:par>
                                <p:cTn fill="hold" nodeType="withEffect" presetClass="entr" presetID="10" presetSubtype="0">
                                  <p:stCondLst>
                                    <p:cond delay="0"/>
                                  </p:stCondLst>
                                  <p:childTnLst>
                                    <p:set>
                                      <p:cBhvr>
                                        <p:cTn dur="1" fill="hold">
                                          <p:stCondLst>
                                            <p:cond delay="0"/>
                                          </p:stCondLst>
                                        </p:cTn>
                                        <p:tgtEl>
                                          <p:spTgt spid="1032"/>
                                        </p:tgtEl>
                                        <p:attrNameLst>
                                          <p:attrName>style.visibility</p:attrName>
                                        </p:attrNameLst>
                                      </p:cBhvr>
                                      <p:to>
                                        <p:strVal val="visible"/>
                                      </p:to>
                                    </p:set>
                                    <p:animEffect filter="fade" transition="in">
                                      <p:cBhvr>
                                        <p:cTn dur="1000"/>
                                        <p:tgtEl>
                                          <p:spTgt spid="1032"/>
                                        </p:tgtEl>
                                      </p:cBhvr>
                                    </p:animEffect>
                                  </p:childTnLst>
                                </p:cTn>
                              </p:par>
                              <p:par>
                                <p:cTn fill="hold" nodeType="withEffect" presetClass="entr" presetID="10" presetSubtype="0">
                                  <p:stCondLst>
                                    <p:cond delay="0"/>
                                  </p:stCondLst>
                                  <p:childTnLst>
                                    <p:set>
                                      <p:cBhvr>
                                        <p:cTn dur="1" fill="hold">
                                          <p:stCondLst>
                                            <p:cond delay="0"/>
                                          </p:stCondLst>
                                        </p:cTn>
                                        <p:tgtEl>
                                          <p:spTgt spid="1059"/>
                                        </p:tgtEl>
                                        <p:attrNameLst>
                                          <p:attrName>style.visibility</p:attrName>
                                        </p:attrNameLst>
                                      </p:cBhvr>
                                      <p:to>
                                        <p:strVal val="visible"/>
                                      </p:to>
                                    </p:set>
                                    <p:animEffect filter="fade" transition="in">
                                      <p:cBhvr>
                                        <p:cTn dur="1000"/>
                                        <p:tgtEl>
                                          <p:spTgt spid="10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3"/>
                                        </p:tgtEl>
                                        <p:attrNameLst>
                                          <p:attrName>style.visibility</p:attrName>
                                        </p:attrNameLst>
                                      </p:cBhvr>
                                      <p:to>
                                        <p:strVal val="visible"/>
                                      </p:to>
                                    </p:set>
                                    <p:animEffect filter="fade" transition="in">
                                      <p:cBhvr>
                                        <p:cTn dur="1000"/>
                                        <p:tgtEl>
                                          <p:spTgt spid="1033"/>
                                        </p:tgtEl>
                                      </p:cBhvr>
                                    </p:animEffect>
                                  </p:childTnLst>
                                </p:cTn>
                              </p:par>
                              <p:par>
                                <p:cTn fill="hold" nodeType="withEffect" presetClass="entr" presetID="10" presetSubtype="0">
                                  <p:stCondLst>
                                    <p:cond delay="0"/>
                                  </p:stCondLst>
                                  <p:childTnLst>
                                    <p:set>
                                      <p:cBhvr>
                                        <p:cTn dur="1" fill="hold">
                                          <p:stCondLst>
                                            <p:cond delay="0"/>
                                          </p:stCondLst>
                                        </p:cTn>
                                        <p:tgtEl>
                                          <p:spTgt spid="1034"/>
                                        </p:tgtEl>
                                        <p:attrNameLst>
                                          <p:attrName>style.visibility</p:attrName>
                                        </p:attrNameLst>
                                      </p:cBhvr>
                                      <p:to>
                                        <p:strVal val="visible"/>
                                      </p:to>
                                    </p:set>
                                    <p:animEffect filter="fade" transition="in">
                                      <p:cBhvr>
                                        <p:cTn dur="1000"/>
                                        <p:tgtEl>
                                          <p:spTgt spid="1034"/>
                                        </p:tgtEl>
                                      </p:cBhvr>
                                    </p:animEffect>
                                  </p:childTnLst>
                                </p:cTn>
                              </p:par>
                              <p:par>
                                <p:cTn fill="hold" nodeType="withEffect" presetClass="entr" presetID="10" presetSubtype="0">
                                  <p:stCondLst>
                                    <p:cond delay="0"/>
                                  </p:stCondLst>
                                  <p:childTnLst>
                                    <p:set>
                                      <p:cBhvr>
                                        <p:cTn dur="1" fill="hold">
                                          <p:stCondLst>
                                            <p:cond delay="0"/>
                                          </p:stCondLst>
                                        </p:cTn>
                                        <p:tgtEl>
                                          <p:spTgt spid="1039"/>
                                        </p:tgtEl>
                                        <p:attrNameLst>
                                          <p:attrName>style.visibility</p:attrName>
                                        </p:attrNameLst>
                                      </p:cBhvr>
                                      <p:to>
                                        <p:strVal val="visible"/>
                                      </p:to>
                                    </p:set>
                                    <p:animEffect filter="fade" transition="in">
                                      <p:cBhvr>
                                        <p:cTn dur="1000"/>
                                        <p:tgtEl>
                                          <p:spTgt spid="103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7"/>
                                        </p:tgtEl>
                                        <p:attrNameLst>
                                          <p:attrName>style.visibility</p:attrName>
                                        </p:attrNameLst>
                                      </p:cBhvr>
                                      <p:to>
                                        <p:strVal val="visible"/>
                                      </p:to>
                                    </p:set>
                                    <p:animEffect filter="fade" transition="in">
                                      <p:cBhvr>
                                        <p:cTn dur="1000"/>
                                        <p:tgtEl>
                                          <p:spTgt spid="1037"/>
                                        </p:tgtEl>
                                      </p:cBhvr>
                                    </p:animEffect>
                                  </p:childTnLst>
                                </p:cTn>
                              </p:par>
                              <p:par>
                                <p:cTn fill="hold" nodeType="withEffect" presetClass="entr" presetID="10" presetSubtype="0">
                                  <p:stCondLst>
                                    <p:cond delay="0"/>
                                  </p:stCondLst>
                                  <p:childTnLst>
                                    <p:set>
                                      <p:cBhvr>
                                        <p:cTn dur="1" fill="hold">
                                          <p:stCondLst>
                                            <p:cond delay="0"/>
                                          </p:stCondLst>
                                        </p:cTn>
                                        <p:tgtEl>
                                          <p:spTgt spid="1038"/>
                                        </p:tgtEl>
                                        <p:attrNameLst>
                                          <p:attrName>style.visibility</p:attrName>
                                        </p:attrNameLst>
                                      </p:cBhvr>
                                      <p:to>
                                        <p:strVal val="visible"/>
                                      </p:to>
                                    </p:set>
                                    <p:animEffect filter="fade" transition="in">
                                      <p:cBhvr>
                                        <p:cTn dur="1000"/>
                                        <p:tgtEl>
                                          <p:spTgt spid="1038"/>
                                        </p:tgtEl>
                                      </p:cBhvr>
                                    </p:animEffect>
                                  </p:childTnLst>
                                </p:cTn>
                              </p:par>
                              <p:par>
                                <p:cTn fill="hold" nodeType="with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 name="Shape 1078"/>
        <p:cNvGrpSpPr/>
        <p:nvPr/>
      </p:nvGrpSpPr>
      <p:grpSpPr>
        <a:xfrm>
          <a:off x="0" y="0"/>
          <a:ext cx="0" cy="0"/>
          <a:chOff x="0" y="0"/>
          <a:chExt cx="0" cy="0"/>
        </a:xfrm>
      </p:grpSpPr>
      <p:sp>
        <p:nvSpPr>
          <p:cNvPr id="1079" name="Google Shape;1079;p88"/>
          <p:cNvSpPr txBox="1"/>
          <p:nvPr>
            <p:ph type="title"/>
          </p:nvPr>
        </p:nvSpPr>
        <p:spPr>
          <a:xfrm>
            <a:off x="2198350" y="2668322"/>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p>
        </p:txBody>
      </p:sp>
      <p:sp>
        <p:nvSpPr>
          <p:cNvPr id="1080" name="Google Shape;1080;p88"/>
          <p:cNvSpPr txBox="1"/>
          <p:nvPr>
            <p:ph idx="1" type="subTitle"/>
          </p:nvPr>
        </p:nvSpPr>
        <p:spPr>
          <a:xfrm>
            <a:off x="2198350" y="3025358"/>
            <a:ext cx="21696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the closest planet to the Sun and the smallest one </a:t>
            </a:r>
            <a:endParaRPr/>
          </a:p>
        </p:txBody>
      </p:sp>
      <p:sp>
        <p:nvSpPr>
          <p:cNvPr id="1081" name="Google Shape;1081;p88"/>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Diagnosis</a:t>
            </a:r>
            <a:endParaRPr/>
          </a:p>
          <a:p>
            <a:pPr indent="0" lvl="0" marL="0" rtl="0" algn="ctr">
              <a:spcBef>
                <a:spcPts val="0"/>
              </a:spcBef>
              <a:spcAft>
                <a:spcPts val="0"/>
              </a:spcAft>
              <a:buNone/>
            </a:pPr>
            <a:r>
              <a:t/>
            </a:r>
            <a:endParaRPr/>
          </a:p>
        </p:txBody>
      </p:sp>
      <p:sp>
        <p:nvSpPr>
          <p:cNvPr id="1082" name="Google Shape;1082;p88"/>
          <p:cNvSpPr txBox="1"/>
          <p:nvPr>
            <p:ph idx="3" type="title"/>
          </p:nvPr>
        </p:nvSpPr>
        <p:spPr>
          <a:xfrm>
            <a:off x="4776050" y="2668322"/>
            <a:ext cx="21696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83" name="Google Shape;1083;p88"/>
          <p:cNvSpPr txBox="1"/>
          <p:nvPr>
            <p:ph idx="4" type="subTitle"/>
          </p:nvPr>
        </p:nvSpPr>
        <p:spPr>
          <a:xfrm>
            <a:off x="4776050" y="3025358"/>
            <a:ext cx="2169600" cy="885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is the second planet from the Sun. It’s hot there</a:t>
            </a:r>
            <a:endParaRPr/>
          </a:p>
        </p:txBody>
      </p:sp>
      <p:sp>
        <p:nvSpPr>
          <p:cNvPr id="1084" name="Google Shape;1084;p88"/>
          <p:cNvSpPr txBox="1"/>
          <p:nvPr>
            <p:ph type="title"/>
          </p:nvPr>
        </p:nvSpPr>
        <p:spPr>
          <a:xfrm>
            <a:off x="2905450" y="1736527"/>
            <a:ext cx="755400" cy="75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#1</a:t>
            </a:r>
            <a:endParaRPr sz="4000"/>
          </a:p>
        </p:txBody>
      </p:sp>
      <p:sp>
        <p:nvSpPr>
          <p:cNvPr id="1085" name="Google Shape;1085;p88"/>
          <p:cNvSpPr txBox="1"/>
          <p:nvPr>
            <p:ph type="title"/>
          </p:nvPr>
        </p:nvSpPr>
        <p:spPr>
          <a:xfrm flipH="1">
            <a:off x="5483136" y="1736527"/>
            <a:ext cx="755400" cy="75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#2</a:t>
            </a:r>
            <a:endParaRPr sz="4000"/>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81"/>
                                        </p:tgtEl>
                                        <p:attrNameLst>
                                          <p:attrName>style.visibility</p:attrName>
                                        </p:attrNameLst>
                                      </p:cBhvr>
                                      <p:to>
                                        <p:strVal val="visible"/>
                                      </p:to>
                                    </p:set>
                                    <p:anim calcmode="lin" valueType="num">
                                      <p:cBhvr additive="base">
                                        <p:cTn dur="1000"/>
                                        <p:tgtEl>
                                          <p:spTgt spid="1081"/>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079"/>
                                        </p:tgtEl>
                                        <p:attrNameLst>
                                          <p:attrName>style.visibility</p:attrName>
                                        </p:attrNameLst>
                                      </p:cBhvr>
                                      <p:to>
                                        <p:strVal val="visible"/>
                                      </p:to>
                                    </p:set>
                                    <p:anim calcmode="lin" valueType="num">
                                      <p:cBhvr additive="base">
                                        <p:cTn dur="1000"/>
                                        <p:tgtEl>
                                          <p:spTgt spid="1079"/>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080"/>
                                        </p:tgtEl>
                                        <p:attrNameLst>
                                          <p:attrName>style.visibility</p:attrName>
                                        </p:attrNameLst>
                                      </p:cBhvr>
                                      <p:to>
                                        <p:strVal val="visible"/>
                                      </p:to>
                                    </p:set>
                                    <p:animEffect filter="fade" transition="in">
                                      <p:cBhvr>
                                        <p:cTn dur="1000"/>
                                        <p:tgtEl>
                                          <p:spTgt spid="1080"/>
                                        </p:tgtEl>
                                      </p:cBhvr>
                                    </p:animEffect>
                                  </p:childTnLst>
                                </p:cTn>
                              </p:par>
                              <p:par>
                                <p:cTn fill="hold" nodeType="withEffect" presetClass="entr" presetID="10" presetSubtype="0">
                                  <p:stCondLst>
                                    <p:cond delay="0"/>
                                  </p:stCondLst>
                                  <p:childTnLst>
                                    <p:set>
                                      <p:cBhvr>
                                        <p:cTn dur="1" fill="hold">
                                          <p:stCondLst>
                                            <p:cond delay="0"/>
                                          </p:stCondLst>
                                        </p:cTn>
                                        <p:tgtEl>
                                          <p:spTgt spid="1084"/>
                                        </p:tgtEl>
                                        <p:attrNameLst>
                                          <p:attrName>style.visibility</p:attrName>
                                        </p:attrNameLst>
                                      </p:cBhvr>
                                      <p:to>
                                        <p:strVal val="visible"/>
                                      </p:to>
                                    </p:set>
                                    <p:animEffect filter="fade" transition="in">
                                      <p:cBhvr>
                                        <p:cTn dur="1000"/>
                                        <p:tgtEl>
                                          <p:spTgt spid="108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082"/>
                                        </p:tgtEl>
                                        <p:attrNameLst>
                                          <p:attrName>style.visibility</p:attrName>
                                        </p:attrNameLst>
                                      </p:cBhvr>
                                      <p:to>
                                        <p:strVal val="visible"/>
                                      </p:to>
                                    </p:set>
                                    <p:anim calcmode="lin" valueType="num">
                                      <p:cBhvr additive="base">
                                        <p:cTn dur="1000"/>
                                        <p:tgtEl>
                                          <p:spTgt spid="1082"/>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083"/>
                                        </p:tgtEl>
                                        <p:attrNameLst>
                                          <p:attrName>style.visibility</p:attrName>
                                        </p:attrNameLst>
                                      </p:cBhvr>
                                      <p:to>
                                        <p:strVal val="visible"/>
                                      </p:to>
                                    </p:set>
                                    <p:animEffect filter="fade" transition="in">
                                      <p:cBhvr>
                                        <p:cTn dur="1000"/>
                                        <p:tgtEl>
                                          <p:spTgt spid="1083"/>
                                        </p:tgtEl>
                                      </p:cBhvr>
                                    </p:animEffect>
                                  </p:childTnLst>
                                </p:cTn>
                              </p:par>
                              <p:par>
                                <p:cTn fill="hold" nodeType="withEffect" presetClass="entr" presetID="10" presetSubtype="0">
                                  <p:stCondLst>
                                    <p:cond delay="0"/>
                                  </p:stCondLst>
                                  <p:childTnLst>
                                    <p:set>
                                      <p:cBhvr>
                                        <p:cTn dur="1" fill="hold">
                                          <p:stCondLst>
                                            <p:cond delay="0"/>
                                          </p:stCondLst>
                                        </p:cTn>
                                        <p:tgtEl>
                                          <p:spTgt spid="1085"/>
                                        </p:tgtEl>
                                        <p:attrNameLst>
                                          <p:attrName>style.visibility</p:attrName>
                                        </p:attrNameLst>
                                      </p:cBhvr>
                                      <p:to>
                                        <p:strVal val="visible"/>
                                      </p:to>
                                    </p:set>
                                    <p:animEffect filter="fade" transition="in">
                                      <p:cBhvr>
                                        <p:cTn dur="1000"/>
                                        <p:tgtEl>
                                          <p:spTgt spid="108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8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Higher incidence </a:t>
            </a:r>
            <a:endParaRPr/>
          </a:p>
        </p:txBody>
      </p:sp>
      <p:grpSp>
        <p:nvGrpSpPr>
          <p:cNvPr id="1091" name="Google Shape;1091;p89"/>
          <p:cNvGrpSpPr/>
          <p:nvPr/>
        </p:nvGrpSpPr>
        <p:grpSpPr>
          <a:xfrm>
            <a:off x="2932852" y="1842098"/>
            <a:ext cx="3277778" cy="2155839"/>
            <a:chOff x="235800" y="830650"/>
            <a:chExt cx="6978450" cy="4588844"/>
          </a:xfrm>
        </p:grpSpPr>
        <p:sp>
          <p:nvSpPr>
            <p:cNvPr id="1092" name="Google Shape;1092;p8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8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8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8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8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 name="Google Shape;1098;p89"/>
          <p:cNvSpPr/>
          <p:nvPr/>
        </p:nvSpPr>
        <p:spPr>
          <a:xfrm flipH="1">
            <a:off x="3336923" y="24518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89"/>
          <p:cNvSpPr/>
          <p:nvPr/>
        </p:nvSpPr>
        <p:spPr>
          <a:xfrm flipH="1">
            <a:off x="5443723" y="24518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9"/>
          <p:cNvSpPr/>
          <p:nvPr/>
        </p:nvSpPr>
        <p:spPr>
          <a:xfrm flipH="1">
            <a:off x="5884948" y="3286933"/>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89"/>
          <p:cNvSpPr/>
          <p:nvPr/>
        </p:nvSpPr>
        <p:spPr>
          <a:xfrm flipH="1">
            <a:off x="3821873" y="32299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7B7B7"/>
              </a:solidFill>
            </a:endParaRPr>
          </a:p>
        </p:txBody>
      </p:sp>
      <p:sp>
        <p:nvSpPr>
          <p:cNvPr id="1102" name="Google Shape;1102;p89"/>
          <p:cNvSpPr txBox="1"/>
          <p:nvPr/>
        </p:nvSpPr>
        <p:spPr>
          <a:xfrm>
            <a:off x="713225" y="3061060"/>
            <a:ext cx="2047800" cy="48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rgbClr val="999999"/>
                </a:solidFill>
                <a:latin typeface="DM Serif Display"/>
                <a:ea typeface="DM Serif Display"/>
                <a:cs typeface="DM Serif Display"/>
                <a:sym typeface="DM Serif Display"/>
              </a:rPr>
              <a:t>40%</a:t>
            </a:r>
            <a:endParaRPr sz="2200">
              <a:solidFill>
                <a:srgbClr val="999999"/>
              </a:solidFill>
              <a:latin typeface="DM Serif Display"/>
              <a:ea typeface="DM Serif Display"/>
              <a:cs typeface="DM Serif Display"/>
              <a:sym typeface="DM Serif Display"/>
            </a:endParaRPr>
          </a:p>
        </p:txBody>
      </p:sp>
      <p:sp>
        <p:nvSpPr>
          <p:cNvPr id="1103" name="Google Shape;1103;p89"/>
          <p:cNvSpPr txBox="1"/>
          <p:nvPr/>
        </p:nvSpPr>
        <p:spPr>
          <a:xfrm>
            <a:off x="713225" y="3418951"/>
            <a:ext cx="2047800" cy="63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solidFill>
                  <a:schemeClr val="dk1"/>
                </a:solidFill>
                <a:latin typeface="Karla"/>
                <a:ea typeface="Karla"/>
                <a:cs typeface="Karla"/>
                <a:sym typeface="Karla"/>
              </a:rPr>
              <a:t>Mercury is the smallest planet</a:t>
            </a:r>
            <a:endParaRPr sz="1600">
              <a:solidFill>
                <a:schemeClr val="dk1"/>
              </a:solidFill>
              <a:latin typeface="Karla"/>
              <a:ea typeface="Karla"/>
              <a:cs typeface="Karla"/>
              <a:sym typeface="Karla"/>
            </a:endParaRPr>
          </a:p>
        </p:txBody>
      </p:sp>
      <p:sp>
        <p:nvSpPr>
          <p:cNvPr id="1104" name="Google Shape;1104;p89"/>
          <p:cNvSpPr txBox="1"/>
          <p:nvPr/>
        </p:nvSpPr>
        <p:spPr>
          <a:xfrm>
            <a:off x="6382875" y="3061040"/>
            <a:ext cx="2047800" cy="48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200">
                <a:solidFill>
                  <a:schemeClr val="dk2"/>
                </a:solidFill>
                <a:latin typeface="DM Serif Display"/>
                <a:ea typeface="DM Serif Display"/>
                <a:cs typeface="DM Serif Display"/>
                <a:sym typeface="DM Serif Display"/>
              </a:rPr>
              <a:t>15%</a:t>
            </a:r>
            <a:endParaRPr sz="2200">
              <a:solidFill>
                <a:schemeClr val="dk2"/>
              </a:solidFill>
              <a:latin typeface="DM Serif Display"/>
              <a:ea typeface="DM Serif Display"/>
              <a:cs typeface="DM Serif Display"/>
              <a:sym typeface="DM Serif Display"/>
            </a:endParaRPr>
          </a:p>
        </p:txBody>
      </p:sp>
      <p:sp>
        <p:nvSpPr>
          <p:cNvPr id="1105" name="Google Shape;1105;p89"/>
          <p:cNvSpPr txBox="1"/>
          <p:nvPr/>
        </p:nvSpPr>
        <p:spPr>
          <a:xfrm>
            <a:off x="6382875" y="3418930"/>
            <a:ext cx="2047800" cy="63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200"/>
              </a:spcAft>
              <a:buNone/>
            </a:pPr>
            <a:r>
              <a:rPr lang="en" sz="1600">
                <a:solidFill>
                  <a:schemeClr val="dk1"/>
                </a:solidFill>
                <a:latin typeface="Karla"/>
                <a:ea typeface="Karla"/>
                <a:cs typeface="Karla"/>
                <a:sym typeface="Karla"/>
              </a:rPr>
              <a:t>Venus has a nice name, but it’s hot</a:t>
            </a:r>
            <a:endParaRPr sz="1600">
              <a:solidFill>
                <a:schemeClr val="dk1"/>
              </a:solidFill>
              <a:latin typeface="Karla"/>
              <a:ea typeface="Karla"/>
              <a:cs typeface="Karla"/>
              <a:sym typeface="Karla"/>
            </a:endParaRPr>
          </a:p>
        </p:txBody>
      </p:sp>
      <p:sp>
        <p:nvSpPr>
          <p:cNvPr id="1106" name="Google Shape;1106;p89"/>
          <p:cNvSpPr txBox="1"/>
          <p:nvPr/>
        </p:nvSpPr>
        <p:spPr>
          <a:xfrm>
            <a:off x="6382875" y="1805875"/>
            <a:ext cx="2047800" cy="48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DM Serif Display"/>
                <a:ea typeface="DM Serif Display"/>
                <a:cs typeface="DM Serif Display"/>
                <a:sym typeface="DM Serif Display"/>
              </a:rPr>
              <a:t>10%</a:t>
            </a:r>
            <a:endParaRPr sz="2200">
              <a:solidFill>
                <a:schemeClr val="dk1"/>
              </a:solidFill>
              <a:latin typeface="DM Serif Display"/>
              <a:ea typeface="DM Serif Display"/>
              <a:cs typeface="DM Serif Display"/>
              <a:sym typeface="DM Serif Display"/>
            </a:endParaRPr>
          </a:p>
        </p:txBody>
      </p:sp>
      <p:sp>
        <p:nvSpPr>
          <p:cNvPr id="1107" name="Google Shape;1107;p89"/>
          <p:cNvSpPr txBox="1"/>
          <p:nvPr/>
        </p:nvSpPr>
        <p:spPr>
          <a:xfrm>
            <a:off x="6382875" y="2163765"/>
            <a:ext cx="2047800" cy="63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200"/>
              </a:spcAft>
              <a:buNone/>
            </a:pPr>
            <a:r>
              <a:rPr lang="en" sz="1600">
                <a:solidFill>
                  <a:schemeClr val="dk1"/>
                </a:solidFill>
                <a:latin typeface="Karla"/>
                <a:ea typeface="Karla"/>
                <a:cs typeface="Karla"/>
                <a:sym typeface="Karla"/>
              </a:rPr>
              <a:t>Saturn is composed mostly of hydrogen</a:t>
            </a:r>
            <a:endParaRPr sz="1600">
              <a:solidFill>
                <a:schemeClr val="dk1"/>
              </a:solidFill>
              <a:latin typeface="Karla"/>
              <a:ea typeface="Karla"/>
              <a:cs typeface="Karla"/>
              <a:sym typeface="Karla"/>
            </a:endParaRPr>
          </a:p>
        </p:txBody>
      </p:sp>
      <p:sp>
        <p:nvSpPr>
          <p:cNvPr id="1108" name="Google Shape;1108;p89"/>
          <p:cNvSpPr txBox="1"/>
          <p:nvPr/>
        </p:nvSpPr>
        <p:spPr>
          <a:xfrm>
            <a:off x="713225" y="1805875"/>
            <a:ext cx="2047800" cy="48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rgbClr val="666666"/>
                </a:solidFill>
                <a:latin typeface="DM Serif Display"/>
                <a:ea typeface="DM Serif Display"/>
                <a:cs typeface="DM Serif Display"/>
                <a:sym typeface="DM Serif Display"/>
              </a:rPr>
              <a:t>35%</a:t>
            </a:r>
            <a:endParaRPr sz="2200">
              <a:solidFill>
                <a:srgbClr val="666666"/>
              </a:solidFill>
              <a:latin typeface="DM Serif Display"/>
              <a:ea typeface="DM Serif Display"/>
              <a:cs typeface="DM Serif Display"/>
              <a:sym typeface="DM Serif Display"/>
            </a:endParaRPr>
          </a:p>
        </p:txBody>
      </p:sp>
      <p:sp>
        <p:nvSpPr>
          <p:cNvPr id="1109" name="Google Shape;1109;p89"/>
          <p:cNvSpPr txBox="1"/>
          <p:nvPr/>
        </p:nvSpPr>
        <p:spPr>
          <a:xfrm>
            <a:off x="713225" y="2163767"/>
            <a:ext cx="2047800" cy="63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solidFill>
                  <a:schemeClr val="dk1"/>
                </a:solidFill>
                <a:latin typeface="Karla"/>
                <a:ea typeface="Karla"/>
                <a:cs typeface="Karla"/>
                <a:sym typeface="Karla"/>
              </a:rPr>
              <a:t>Jupiter is</a:t>
            </a:r>
            <a:r>
              <a:rPr lang="en" sz="1600">
                <a:solidFill>
                  <a:schemeClr val="dk1"/>
                </a:solidFill>
                <a:latin typeface="Karla"/>
                <a:ea typeface="Karla"/>
                <a:cs typeface="Karla"/>
                <a:sym typeface="Karla"/>
              </a:rPr>
              <a:t> the biggest planet</a:t>
            </a:r>
            <a:endParaRPr sz="1600">
              <a:solidFill>
                <a:schemeClr val="dk1"/>
              </a:solidFill>
              <a:latin typeface="Karla"/>
              <a:ea typeface="Karla"/>
              <a:cs typeface="Karla"/>
              <a:sym typeface="Karla"/>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90"/>
                                        </p:tgtEl>
                                        <p:attrNameLst>
                                          <p:attrName>style.visibility</p:attrName>
                                        </p:attrNameLst>
                                      </p:cBhvr>
                                      <p:to>
                                        <p:strVal val="visible"/>
                                      </p:to>
                                    </p:set>
                                    <p:anim calcmode="lin" valueType="num">
                                      <p:cBhvr additive="base">
                                        <p:cTn dur="1000"/>
                                        <p:tgtEl>
                                          <p:spTgt spid="109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091"/>
                                        </p:tgtEl>
                                        <p:attrNameLst>
                                          <p:attrName>style.visibility</p:attrName>
                                        </p:attrNameLst>
                                      </p:cBhvr>
                                      <p:to>
                                        <p:strVal val="visible"/>
                                      </p:to>
                                    </p:set>
                                    <p:anim calcmode="lin" valueType="num">
                                      <p:cBhvr additive="base">
                                        <p:cTn dur="1000"/>
                                        <p:tgtEl>
                                          <p:spTgt spid="1091"/>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08"/>
                                        </p:tgtEl>
                                        <p:attrNameLst>
                                          <p:attrName>style.visibility</p:attrName>
                                        </p:attrNameLst>
                                      </p:cBhvr>
                                      <p:to>
                                        <p:strVal val="visible"/>
                                      </p:to>
                                    </p:set>
                                    <p:animEffect filter="fade" transition="in">
                                      <p:cBhvr>
                                        <p:cTn dur="1000"/>
                                        <p:tgtEl>
                                          <p:spTgt spid="1108"/>
                                        </p:tgtEl>
                                      </p:cBhvr>
                                    </p:animEffect>
                                  </p:childTnLst>
                                </p:cTn>
                              </p:par>
                              <p:par>
                                <p:cTn fill="hold" nodeType="withEffect" presetClass="entr" presetID="10" presetSubtype="0">
                                  <p:stCondLst>
                                    <p:cond delay="0"/>
                                  </p:stCondLst>
                                  <p:childTnLst>
                                    <p:set>
                                      <p:cBhvr>
                                        <p:cTn dur="1" fill="hold">
                                          <p:stCondLst>
                                            <p:cond delay="0"/>
                                          </p:stCondLst>
                                        </p:cTn>
                                        <p:tgtEl>
                                          <p:spTgt spid="1109"/>
                                        </p:tgtEl>
                                        <p:attrNameLst>
                                          <p:attrName>style.visibility</p:attrName>
                                        </p:attrNameLst>
                                      </p:cBhvr>
                                      <p:to>
                                        <p:strVal val="visible"/>
                                      </p:to>
                                    </p:set>
                                    <p:animEffect filter="fade" transition="in">
                                      <p:cBhvr>
                                        <p:cTn dur="1000"/>
                                        <p:tgtEl>
                                          <p:spTgt spid="1109"/>
                                        </p:tgtEl>
                                      </p:cBhvr>
                                    </p:animEffect>
                                  </p:childTnLst>
                                </p:cTn>
                              </p:par>
                              <p:par>
                                <p:cTn fill="hold" nodeType="withEffect" presetClass="entr" presetID="10" presetSubtype="0">
                                  <p:stCondLst>
                                    <p:cond delay="0"/>
                                  </p:stCondLst>
                                  <p:childTnLst>
                                    <p:set>
                                      <p:cBhvr>
                                        <p:cTn dur="1" fill="hold">
                                          <p:stCondLst>
                                            <p:cond delay="0"/>
                                          </p:stCondLst>
                                        </p:cTn>
                                        <p:tgtEl>
                                          <p:spTgt spid="1098"/>
                                        </p:tgtEl>
                                        <p:attrNameLst>
                                          <p:attrName>style.visibility</p:attrName>
                                        </p:attrNameLst>
                                      </p:cBhvr>
                                      <p:to>
                                        <p:strVal val="visible"/>
                                      </p:to>
                                    </p:set>
                                    <p:animEffect filter="fade" transition="in">
                                      <p:cBhvr>
                                        <p:cTn dur="1000"/>
                                        <p:tgtEl>
                                          <p:spTgt spid="109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06"/>
                                        </p:tgtEl>
                                        <p:attrNameLst>
                                          <p:attrName>style.visibility</p:attrName>
                                        </p:attrNameLst>
                                      </p:cBhvr>
                                      <p:to>
                                        <p:strVal val="visible"/>
                                      </p:to>
                                    </p:set>
                                    <p:animEffect filter="fade" transition="in">
                                      <p:cBhvr>
                                        <p:cTn dur="1000"/>
                                        <p:tgtEl>
                                          <p:spTgt spid="1106"/>
                                        </p:tgtEl>
                                      </p:cBhvr>
                                    </p:animEffect>
                                  </p:childTnLst>
                                </p:cTn>
                              </p:par>
                              <p:par>
                                <p:cTn fill="hold" nodeType="withEffect" presetClass="entr" presetID="10" presetSubtype="0">
                                  <p:stCondLst>
                                    <p:cond delay="0"/>
                                  </p:stCondLst>
                                  <p:childTnLst>
                                    <p:set>
                                      <p:cBhvr>
                                        <p:cTn dur="1" fill="hold">
                                          <p:stCondLst>
                                            <p:cond delay="0"/>
                                          </p:stCondLst>
                                        </p:cTn>
                                        <p:tgtEl>
                                          <p:spTgt spid="1107"/>
                                        </p:tgtEl>
                                        <p:attrNameLst>
                                          <p:attrName>style.visibility</p:attrName>
                                        </p:attrNameLst>
                                      </p:cBhvr>
                                      <p:to>
                                        <p:strVal val="visible"/>
                                      </p:to>
                                    </p:set>
                                    <p:animEffect filter="fade" transition="in">
                                      <p:cBhvr>
                                        <p:cTn dur="1000"/>
                                        <p:tgtEl>
                                          <p:spTgt spid="1107"/>
                                        </p:tgtEl>
                                      </p:cBhvr>
                                    </p:animEffect>
                                  </p:childTnLst>
                                </p:cTn>
                              </p:par>
                              <p:par>
                                <p:cTn fill="hold" nodeType="withEffect" presetClass="entr" presetID="10" presetSubtype="0">
                                  <p:stCondLst>
                                    <p:cond delay="0"/>
                                  </p:stCondLst>
                                  <p:childTnLst>
                                    <p:set>
                                      <p:cBhvr>
                                        <p:cTn dur="1" fill="hold">
                                          <p:stCondLst>
                                            <p:cond delay="0"/>
                                          </p:stCondLst>
                                        </p:cTn>
                                        <p:tgtEl>
                                          <p:spTgt spid="1099"/>
                                        </p:tgtEl>
                                        <p:attrNameLst>
                                          <p:attrName>style.visibility</p:attrName>
                                        </p:attrNameLst>
                                      </p:cBhvr>
                                      <p:to>
                                        <p:strVal val="visible"/>
                                      </p:to>
                                    </p:set>
                                    <p:animEffect filter="fade" transition="in">
                                      <p:cBhvr>
                                        <p:cTn dur="1000"/>
                                        <p:tgtEl>
                                          <p:spTgt spid="109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02"/>
                                        </p:tgtEl>
                                        <p:attrNameLst>
                                          <p:attrName>style.visibility</p:attrName>
                                        </p:attrNameLst>
                                      </p:cBhvr>
                                      <p:to>
                                        <p:strVal val="visible"/>
                                      </p:to>
                                    </p:set>
                                    <p:animEffect filter="fade" transition="in">
                                      <p:cBhvr>
                                        <p:cTn dur="1000"/>
                                        <p:tgtEl>
                                          <p:spTgt spid="1102"/>
                                        </p:tgtEl>
                                      </p:cBhvr>
                                    </p:animEffect>
                                  </p:childTnLst>
                                </p:cTn>
                              </p:par>
                              <p:par>
                                <p:cTn fill="hold" nodeType="withEffect" presetClass="entr" presetID="10" presetSubtype="0">
                                  <p:stCondLst>
                                    <p:cond delay="0"/>
                                  </p:stCondLst>
                                  <p:childTnLst>
                                    <p:set>
                                      <p:cBhvr>
                                        <p:cTn dur="1" fill="hold">
                                          <p:stCondLst>
                                            <p:cond delay="0"/>
                                          </p:stCondLst>
                                        </p:cTn>
                                        <p:tgtEl>
                                          <p:spTgt spid="1103"/>
                                        </p:tgtEl>
                                        <p:attrNameLst>
                                          <p:attrName>style.visibility</p:attrName>
                                        </p:attrNameLst>
                                      </p:cBhvr>
                                      <p:to>
                                        <p:strVal val="visible"/>
                                      </p:to>
                                    </p:set>
                                    <p:animEffect filter="fade" transition="in">
                                      <p:cBhvr>
                                        <p:cTn dur="1000"/>
                                        <p:tgtEl>
                                          <p:spTgt spid="1103"/>
                                        </p:tgtEl>
                                      </p:cBhvr>
                                    </p:animEffect>
                                  </p:childTnLst>
                                </p:cTn>
                              </p:par>
                              <p:par>
                                <p:cTn fill="hold" nodeType="withEffect" presetClass="entr" presetID="10" presetSubtype="0">
                                  <p:stCondLst>
                                    <p:cond delay="0"/>
                                  </p:stCondLst>
                                  <p:childTnLst>
                                    <p:set>
                                      <p:cBhvr>
                                        <p:cTn dur="1" fill="hold">
                                          <p:stCondLst>
                                            <p:cond delay="0"/>
                                          </p:stCondLst>
                                        </p:cTn>
                                        <p:tgtEl>
                                          <p:spTgt spid="1101"/>
                                        </p:tgtEl>
                                        <p:attrNameLst>
                                          <p:attrName>style.visibility</p:attrName>
                                        </p:attrNameLst>
                                      </p:cBhvr>
                                      <p:to>
                                        <p:strVal val="visible"/>
                                      </p:to>
                                    </p:set>
                                    <p:animEffect filter="fade" transition="in">
                                      <p:cBhvr>
                                        <p:cTn dur="1000"/>
                                        <p:tgtEl>
                                          <p:spTgt spid="11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04"/>
                                        </p:tgtEl>
                                        <p:attrNameLst>
                                          <p:attrName>style.visibility</p:attrName>
                                        </p:attrNameLst>
                                      </p:cBhvr>
                                      <p:to>
                                        <p:strVal val="visible"/>
                                      </p:to>
                                    </p:set>
                                    <p:animEffect filter="fade" transition="in">
                                      <p:cBhvr>
                                        <p:cTn dur="1000"/>
                                        <p:tgtEl>
                                          <p:spTgt spid="1104"/>
                                        </p:tgtEl>
                                      </p:cBhvr>
                                    </p:animEffect>
                                  </p:childTnLst>
                                </p:cTn>
                              </p:par>
                              <p:par>
                                <p:cTn fill="hold" nodeType="withEffect" presetClass="entr" presetID="10" presetSubtype="0">
                                  <p:stCondLst>
                                    <p:cond delay="0"/>
                                  </p:stCondLst>
                                  <p:childTnLst>
                                    <p:set>
                                      <p:cBhvr>
                                        <p:cTn dur="1" fill="hold">
                                          <p:stCondLst>
                                            <p:cond delay="0"/>
                                          </p:stCondLst>
                                        </p:cTn>
                                        <p:tgtEl>
                                          <p:spTgt spid="1105"/>
                                        </p:tgtEl>
                                        <p:attrNameLst>
                                          <p:attrName>style.visibility</p:attrName>
                                        </p:attrNameLst>
                                      </p:cBhvr>
                                      <p:to>
                                        <p:strVal val="visible"/>
                                      </p:to>
                                    </p:set>
                                    <p:animEffect filter="fade" transition="in">
                                      <p:cBhvr>
                                        <p:cTn dur="1000"/>
                                        <p:tgtEl>
                                          <p:spTgt spid="1105"/>
                                        </p:tgtEl>
                                      </p:cBhvr>
                                    </p:animEffect>
                                  </p:childTnLst>
                                </p:cTn>
                              </p:par>
                              <p:par>
                                <p:cTn fill="hold" nodeType="withEffect" presetClass="entr" presetID="10" presetSubtype="0">
                                  <p:stCondLst>
                                    <p:cond delay="0"/>
                                  </p:stCondLst>
                                  <p:childTnLst>
                                    <p:set>
                                      <p:cBhvr>
                                        <p:cTn dur="1" fill="hold">
                                          <p:stCondLst>
                                            <p:cond delay="0"/>
                                          </p:stCondLst>
                                        </p:cTn>
                                        <p:tgtEl>
                                          <p:spTgt spid="1100"/>
                                        </p:tgtEl>
                                        <p:attrNameLst>
                                          <p:attrName>style.visibility</p:attrName>
                                        </p:attrNameLst>
                                      </p:cBhvr>
                                      <p:to>
                                        <p:strVal val="visible"/>
                                      </p:to>
                                    </p:set>
                                    <p:animEffect filter="fade" transition="in">
                                      <p:cBhvr>
                                        <p:cTn dur="1000"/>
                                        <p:tgtEl>
                                          <p:spTgt spid="11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 name="Shape 1113"/>
        <p:cNvGrpSpPr/>
        <p:nvPr/>
      </p:nvGrpSpPr>
      <p:grpSpPr>
        <a:xfrm>
          <a:off x="0" y="0"/>
          <a:ext cx="0" cy="0"/>
          <a:chOff x="0" y="0"/>
          <a:chExt cx="0" cy="0"/>
        </a:xfrm>
      </p:grpSpPr>
      <p:sp>
        <p:nvSpPr>
          <p:cNvPr id="1114" name="Google Shape;1114;p9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t>
            </a:r>
            <a:r>
              <a:rPr lang="en"/>
              <a:t>ost affected areas</a:t>
            </a:r>
            <a:endParaRPr/>
          </a:p>
        </p:txBody>
      </p:sp>
      <p:grpSp>
        <p:nvGrpSpPr>
          <p:cNvPr id="1115" name="Google Shape;1115;p90"/>
          <p:cNvGrpSpPr/>
          <p:nvPr/>
        </p:nvGrpSpPr>
        <p:grpSpPr>
          <a:xfrm>
            <a:off x="713234" y="1627401"/>
            <a:ext cx="3589017" cy="2360501"/>
            <a:chOff x="235800" y="830650"/>
            <a:chExt cx="6978450" cy="4588844"/>
          </a:xfrm>
        </p:grpSpPr>
        <p:sp>
          <p:nvSpPr>
            <p:cNvPr id="1116" name="Google Shape;1116;p9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90"/>
          <p:cNvSpPr txBox="1"/>
          <p:nvPr/>
        </p:nvSpPr>
        <p:spPr>
          <a:xfrm>
            <a:off x="4370825" y="3106627"/>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rgbClr val="999999"/>
                </a:solidFill>
                <a:latin typeface="DM Serif Display"/>
                <a:ea typeface="DM Serif Display"/>
                <a:cs typeface="DM Serif Display"/>
                <a:sym typeface="DM Serif Display"/>
              </a:rPr>
              <a:t>N’Djamena</a:t>
            </a:r>
            <a:endParaRPr sz="2200">
              <a:solidFill>
                <a:srgbClr val="999999"/>
              </a:solidFill>
              <a:latin typeface="DM Serif Display"/>
              <a:ea typeface="DM Serif Display"/>
              <a:cs typeface="DM Serif Display"/>
              <a:sym typeface="DM Serif Display"/>
            </a:endParaRPr>
          </a:p>
        </p:txBody>
      </p:sp>
      <p:sp>
        <p:nvSpPr>
          <p:cNvPr id="1123" name="Google Shape;1123;p90"/>
          <p:cNvSpPr txBox="1"/>
          <p:nvPr/>
        </p:nvSpPr>
        <p:spPr>
          <a:xfrm>
            <a:off x="4370825" y="3464519"/>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Mercury is the smallest planet</a:t>
            </a:r>
            <a:endParaRPr sz="1600">
              <a:solidFill>
                <a:schemeClr val="dk1"/>
              </a:solidFill>
              <a:latin typeface="Karla"/>
              <a:ea typeface="Karla"/>
              <a:cs typeface="Karla"/>
              <a:sym typeface="Karla"/>
            </a:endParaRPr>
          </a:p>
        </p:txBody>
      </p:sp>
      <p:sp>
        <p:nvSpPr>
          <p:cNvPr id="1124" name="Google Shape;1124;p90"/>
          <p:cNvSpPr txBox="1"/>
          <p:nvPr/>
        </p:nvSpPr>
        <p:spPr>
          <a:xfrm>
            <a:off x="6504659" y="3106606"/>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2"/>
                </a:solidFill>
                <a:latin typeface="DM Serif Display"/>
                <a:ea typeface="DM Serif Display"/>
                <a:cs typeface="DM Serif Display"/>
                <a:sym typeface="DM Serif Display"/>
              </a:rPr>
              <a:t>Santiago</a:t>
            </a:r>
            <a:endParaRPr sz="2200">
              <a:solidFill>
                <a:schemeClr val="dk2"/>
              </a:solidFill>
              <a:latin typeface="DM Serif Display"/>
              <a:ea typeface="DM Serif Display"/>
              <a:cs typeface="DM Serif Display"/>
              <a:sym typeface="DM Serif Display"/>
            </a:endParaRPr>
          </a:p>
        </p:txBody>
      </p:sp>
      <p:sp>
        <p:nvSpPr>
          <p:cNvPr id="1125" name="Google Shape;1125;p90"/>
          <p:cNvSpPr txBox="1"/>
          <p:nvPr/>
        </p:nvSpPr>
        <p:spPr>
          <a:xfrm>
            <a:off x="6504659" y="3464494"/>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Venus has a nice name, but it’s hot</a:t>
            </a:r>
            <a:endParaRPr sz="1600">
              <a:solidFill>
                <a:schemeClr val="dk1"/>
              </a:solidFill>
              <a:latin typeface="Karla"/>
              <a:ea typeface="Karla"/>
              <a:cs typeface="Karla"/>
              <a:sym typeface="Karla"/>
            </a:endParaRPr>
          </a:p>
        </p:txBody>
      </p:sp>
      <p:sp>
        <p:nvSpPr>
          <p:cNvPr id="1126" name="Google Shape;1126;p90"/>
          <p:cNvSpPr txBox="1"/>
          <p:nvPr/>
        </p:nvSpPr>
        <p:spPr>
          <a:xfrm>
            <a:off x="6504659" y="1455507"/>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New York</a:t>
            </a:r>
            <a:endParaRPr sz="2200">
              <a:solidFill>
                <a:schemeClr val="dk1"/>
              </a:solidFill>
              <a:latin typeface="DM Serif Display"/>
              <a:ea typeface="DM Serif Display"/>
              <a:cs typeface="DM Serif Display"/>
              <a:sym typeface="DM Serif Display"/>
            </a:endParaRPr>
          </a:p>
        </p:txBody>
      </p:sp>
      <p:sp>
        <p:nvSpPr>
          <p:cNvPr id="1127" name="Google Shape;1127;p90"/>
          <p:cNvSpPr txBox="1"/>
          <p:nvPr/>
        </p:nvSpPr>
        <p:spPr>
          <a:xfrm>
            <a:off x="6504659" y="1813396"/>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Saturn is the ringed planet</a:t>
            </a:r>
            <a:endParaRPr sz="1600">
              <a:solidFill>
                <a:schemeClr val="dk1"/>
              </a:solidFill>
              <a:latin typeface="Karla"/>
              <a:ea typeface="Karla"/>
              <a:cs typeface="Karla"/>
              <a:sym typeface="Karla"/>
            </a:endParaRPr>
          </a:p>
        </p:txBody>
      </p:sp>
      <p:sp>
        <p:nvSpPr>
          <p:cNvPr id="1128" name="Google Shape;1128;p90"/>
          <p:cNvSpPr txBox="1"/>
          <p:nvPr/>
        </p:nvSpPr>
        <p:spPr>
          <a:xfrm>
            <a:off x="4370825" y="1455507"/>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rgbClr val="666666"/>
                </a:solidFill>
                <a:latin typeface="DM Serif Display"/>
                <a:ea typeface="DM Serif Display"/>
                <a:cs typeface="DM Serif Display"/>
                <a:sym typeface="DM Serif Display"/>
              </a:rPr>
              <a:t>New Delhi</a:t>
            </a:r>
            <a:endParaRPr sz="2200">
              <a:solidFill>
                <a:srgbClr val="666666"/>
              </a:solidFill>
              <a:latin typeface="DM Serif Display"/>
              <a:ea typeface="DM Serif Display"/>
              <a:cs typeface="DM Serif Display"/>
              <a:sym typeface="DM Serif Display"/>
            </a:endParaRPr>
          </a:p>
        </p:txBody>
      </p:sp>
      <p:sp>
        <p:nvSpPr>
          <p:cNvPr id="1129" name="Google Shape;1129;p90"/>
          <p:cNvSpPr txBox="1"/>
          <p:nvPr/>
        </p:nvSpPr>
        <p:spPr>
          <a:xfrm>
            <a:off x="4370825" y="1813398"/>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Jupiter is the biggest planet</a:t>
            </a:r>
            <a:endParaRPr sz="1600">
              <a:solidFill>
                <a:schemeClr val="dk1"/>
              </a:solidFill>
              <a:latin typeface="Karla"/>
              <a:ea typeface="Karla"/>
              <a:cs typeface="Karla"/>
              <a:sym typeface="Karla"/>
            </a:endParaRPr>
          </a:p>
        </p:txBody>
      </p:sp>
      <p:sp>
        <p:nvSpPr>
          <p:cNvPr id="1130" name="Google Shape;1130;p90"/>
          <p:cNvSpPr/>
          <p:nvPr/>
        </p:nvSpPr>
        <p:spPr>
          <a:xfrm>
            <a:off x="1519700" y="2466150"/>
            <a:ext cx="211200" cy="211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90"/>
          <p:cNvSpPr/>
          <p:nvPr/>
        </p:nvSpPr>
        <p:spPr>
          <a:xfrm>
            <a:off x="1519700" y="3338525"/>
            <a:ext cx="211200" cy="211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0"/>
          <p:cNvSpPr/>
          <p:nvPr/>
        </p:nvSpPr>
        <p:spPr>
          <a:xfrm>
            <a:off x="2549775" y="2796175"/>
            <a:ext cx="211200" cy="211200"/>
          </a:xfrm>
          <a:prstGeom prst="ellipse">
            <a:avLst/>
          </a:prstGeom>
          <a:solidFill>
            <a:srgbClr val="9E9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0"/>
          <p:cNvSpPr/>
          <p:nvPr/>
        </p:nvSpPr>
        <p:spPr>
          <a:xfrm>
            <a:off x="3253250" y="2584975"/>
            <a:ext cx="211200" cy="211200"/>
          </a:xfrm>
          <a:prstGeom prst="ellipse">
            <a:avLst/>
          </a:pr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14"/>
                                        </p:tgtEl>
                                        <p:attrNameLst>
                                          <p:attrName>style.visibility</p:attrName>
                                        </p:attrNameLst>
                                      </p:cBhvr>
                                      <p:to>
                                        <p:strVal val="visible"/>
                                      </p:to>
                                    </p:set>
                                    <p:anim calcmode="lin" valueType="num">
                                      <p:cBhvr additive="base">
                                        <p:cTn dur="1000"/>
                                        <p:tgtEl>
                                          <p:spTgt spid="111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15"/>
                                        </p:tgtEl>
                                        <p:attrNameLst>
                                          <p:attrName>style.visibility</p:attrName>
                                        </p:attrNameLst>
                                      </p:cBhvr>
                                      <p:to>
                                        <p:strVal val="visible"/>
                                      </p:to>
                                    </p:set>
                                    <p:animEffect filter="fade" transition="in">
                                      <p:cBhvr>
                                        <p:cTn dur="1000"/>
                                        <p:tgtEl>
                                          <p:spTgt spid="111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28"/>
                                        </p:tgtEl>
                                        <p:attrNameLst>
                                          <p:attrName>style.visibility</p:attrName>
                                        </p:attrNameLst>
                                      </p:cBhvr>
                                      <p:to>
                                        <p:strVal val="visible"/>
                                      </p:to>
                                    </p:set>
                                    <p:animEffect filter="fade" transition="in">
                                      <p:cBhvr>
                                        <p:cTn dur="1000"/>
                                        <p:tgtEl>
                                          <p:spTgt spid="1128"/>
                                        </p:tgtEl>
                                      </p:cBhvr>
                                    </p:animEffect>
                                  </p:childTnLst>
                                </p:cTn>
                              </p:par>
                              <p:par>
                                <p:cTn fill="hold" nodeType="withEffect" presetClass="entr" presetID="10" presetSubtype="0">
                                  <p:stCondLst>
                                    <p:cond delay="0"/>
                                  </p:stCondLst>
                                  <p:childTnLst>
                                    <p:set>
                                      <p:cBhvr>
                                        <p:cTn dur="1" fill="hold">
                                          <p:stCondLst>
                                            <p:cond delay="0"/>
                                          </p:stCondLst>
                                        </p:cTn>
                                        <p:tgtEl>
                                          <p:spTgt spid="1130"/>
                                        </p:tgtEl>
                                        <p:attrNameLst>
                                          <p:attrName>style.visibility</p:attrName>
                                        </p:attrNameLst>
                                      </p:cBhvr>
                                      <p:to>
                                        <p:strVal val="visible"/>
                                      </p:to>
                                    </p:set>
                                    <p:animEffect filter="fade" transition="in">
                                      <p:cBhvr>
                                        <p:cTn dur="1000"/>
                                        <p:tgtEl>
                                          <p:spTgt spid="1130"/>
                                        </p:tgtEl>
                                      </p:cBhvr>
                                    </p:animEffect>
                                  </p:childTnLst>
                                </p:cTn>
                              </p:par>
                              <p:par>
                                <p:cTn fill="hold" nodeType="withEffect" presetClass="entr" presetID="10" presetSubtype="0">
                                  <p:stCondLst>
                                    <p:cond delay="0"/>
                                  </p:stCondLst>
                                  <p:childTnLst>
                                    <p:set>
                                      <p:cBhvr>
                                        <p:cTn dur="1" fill="hold">
                                          <p:stCondLst>
                                            <p:cond delay="0"/>
                                          </p:stCondLst>
                                        </p:cTn>
                                        <p:tgtEl>
                                          <p:spTgt spid="1129"/>
                                        </p:tgtEl>
                                        <p:attrNameLst>
                                          <p:attrName>style.visibility</p:attrName>
                                        </p:attrNameLst>
                                      </p:cBhvr>
                                      <p:to>
                                        <p:strVal val="visible"/>
                                      </p:to>
                                    </p:set>
                                    <p:animEffect filter="fade" transition="in">
                                      <p:cBhvr>
                                        <p:cTn dur="1000"/>
                                        <p:tgtEl>
                                          <p:spTgt spid="112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26"/>
                                        </p:tgtEl>
                                        <p:attrNameLst>
                                          <p:attrName>style.visibility</p:attrName>
                                        </p:attrNameLst>
                                      </p:cBhvr>
                                      <p:to>
                                        <p:strVal val="visible"/>
                                      </p:to>
                                    </p:set>
                                    <p:animEffect filter="fade" transition="in">
                                      <p:cBhvr>
                                        <p:cTn dur="1000"/>
                                        <p:tgtEl>
                                          <p:spTgt spid="1126"/>
                                        </p:tgtEl>
                                      </p:cBhvr>
                                    </p:animEffect>
                                  </p:childTnLst>
                                </p:cTn>
                              </p:par>
                              <p:par>
                                <p:cTn fill="hold" nodeType="withEffect" presetClass="entr" presetID="10" presetSubtype="0">
                                  <p:stCondLst>
                                    <p:cond delay="0"/>
                                  </p:stCondLst>
                                  <p:childTnLst>
                                    <p:set>
                                      <p:cBhvr>
                                        <p:cTn dur="1" fill="hold">
                                          <p:stCondLst>
                                            <p:cond delay="0"/>
                                          </p:stCondLst>
                                        </p:cTn>
                                        <p:tgtEl>
                                          <p:spTgt spid="1127"/>
                                        </p:tgtEl>
                                        <p:attrNameLst>
                                          <p:attrName>style.visibility</p:attrName>
                                        </p:attrNameLst>
                                      </p:cBhvr>
                                      <p:to>
                                        <p:strVal val="visible"/>
                                      </p:to>
                                    </p:set>
                                    <p:animEffect filter="fade" transition="in">
                                      <p:cBhvr>
                                        <p:cTn dur="1000"/>
                                        <p:tgtEl>
                                          <p:spTgt spid="1127"/>
                                        </p:tgtEl>
                                      </p:cBhvr>
                                    </p:animEffect>
                                  </p:childTnLst>
                                </p:cTn>
                              </p:par>
                              <p:par>
                                <p:cTn fill="hold" nodeType="withEffect" presetClass="entr" presetID="10" presetSubtype="0">
                                  <p:stCondLst>
                                    <p:cond delay="0"/>
                                  </p:stCondLst>
                                  <p:childTnLst>
                                    <p:set>
                                      <p:cBhvr>
                                        <p:cTn dur="1" fill="hold">
                                          <p:stCondLst>
                                            <p:cond delay="0"/>
                                          </p:stCondLst>
                                        </p:cTn>
                                        <p:tgtEl>
                                          <p:spTgt spid="1130"/>
                                        </p:tgtEl>
                                        <p:attrNameLst>
                                          <p:attrName>style.visibility</p:attrName>
                                        </p:attrNameLst>
                                      </p:cBhvr>
                                      <p:to>
                                        <p:strVal val="visible"/>
                                      </p:to>
                                    </p:set>
                                    <p:animEffect filter="fade" transition="in">
                                      <p:cBhvr>
                                        <p:cTn dur="1000"/>
                                        <p:tgtEl>
                                          <p:spTgt spid="113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22"/>
                                        </p:tgtEl>
                                        <p:attrNameLst>
                                          <p:attrName>style.visibility</p:attrName>
                                        </p:attrNameLst>
                                      </p:cBhvr>
                                      <p:to>
                                        <p:strVal val="visible"/>
                                      </p:to>
                                    </p:set>
                                    <p:animEffect filter="fade" transition="in">
                                      <p:cBhvr>
                                        <p:cTn dur="1000"/>
                                        <p:tgtEl>
                                          <p:spTgt spid="1122"/>
                                        </p:tgtEl>
                                      </p:cBhvr>
                                    </p:animEffect>
                                  </p:childTnLst>
                                </p:cTn>
                              </p:par>
                              <p:par>
                                <p:cTn fill="hold" nodeType="withEffect" presetClass="entr" presetID="10" presetSubtype="0">
                                  <p:stCondLst>
                                    <p:cond delay="0"/>
                                  </p:stCondLst>
                                  <p:childTnLst>
                                    <p:set>
                                      <p:cBhvr>
                                        <p:cTn dur="1" fill="hold">
                                          <p:stCondLst>
                                            <p:cond delay="0"/>
                                          </p:stCondLst>
                                        </p:cTn>
                                        <p:tgtEl>
                                          <p:spTgt spid="1132"/>
                                        </p:tgtEl>
                                        <p:attrNameLst>
                                          <p:attrName>style.visibility</p:attrName>
                                        </p:attrNameLst>
                                      </p:cBhvr>
                                      <p:to>
                                        <p:strVal val="visible"/>
                                      </p:to>
                                    </p:set>
                                    <p:animEffect filter="fade" transition="in">
                                      <p:cBhvr>
                                        <p:cTn dur="1000"/>
                                        <p:tgtEl>
                                          <p:spTgt spid="1132"/>
                                        </p:tgtEl>
                                      </p:cBhvr>
                                    </p:animEffect>
                                  </p:childTnLst>
                                </p:cTn>
                              </p:par>
                              <p:par>
                                <p:cTn fill="hold" nodeType="withEffect" presetClass="entr" presetID="10" presetSubtype="0">
                                  <p:stCondLst>
                                    <p:cond delay="0"/>
                                  </p:stCondLst>
                                  <p:childTnLst>
                                    <p:set>
                                      <p:cBhvr>
                                        <p:cTn dur="1" fill="hold">
                                          <p:stCondLst>
                                            <p:cond delay="0"/>
                                          </p:stCondLst>
                                        </p:cTn>
                                        <p:tgtEl>
                                          <p:spTgt spid="1123"/>
                                        </p:tgtEl>
                                        <p:attrNameLst>
                                          <p:attrName>style.visibility</p:attrName>
                                        </p:attrNameLst>
                                      </p:cBhvr>
                                      <p:to>
                                        <p:strVal val="visible"/>
                                      </p:to>
                                    </p:set>
                                    <p:animEffect filter="fade" transition="in">
                                      <p:cBhvr>
                                        <p:cTn dur="1000"/>
                                        <p:tgtEl>
                                          <p:spTgt spid="11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24"/>
                                        </p:tgtEl>
                                        <p:attrNameLst>
                                          <p:attrName>style.visibility</p:attrName>
                                        </p:attrNameLst>
                                      </p:cBhvr>
                                      <p:to>
                                        <p:strVal val="visible"/>
                                      </p:to>
                                    </p:set>
                                    <p:animEffect filter="fade" transition="in">
                                      <p:cBhvr>
                                        <p:cTn dur="1000"/>
                                        <p:tgtEl>
                                          <p:spTgt spid="1124"/>
                                        </p:tgtEl>
                                      </p:cBhvr>
                                    </p:animEffect>
                                  </p:childTnLst>
                                </p:cTn>
                              </p:par>
                              <p:par>
                                <p:cTn fill="hold" nodeType="withEffect" presetClass="entr" presetID="10" presetSubtype="0">
                                  <p:stCondLst>
                                    <p:cond delay="0"/>
                                  </p:stCondLst>
                                  <p:childTnLst>
                                    <p:set>
                                      <p:cBhvr>
                                        <p:cTn dur="1" fill="hold">
                                          <p:stCondLst>
                                            <p:cond delay="0"/>
                                          </p:stCondLst>
                                        </p:cTn>
                                        <p:tgtEl>
                                          <p:spTgt spid="1125"/>
                                        </p:tgtEl>
                                        <p:attrNameLst>
                                          <p:attrName>style.visibility</p:attrName>
                                        </p:attrNameLst>
                                      </p:cBhvr>
                                      <p:to>
                                        <p:strVal val="visible"/>
                                      </p:to>
                                    </p:set>
                                    <p:animEffect filter="fade" transition="in">
                                      <p:cBhvr>
                                        <p:cTn dur="1000"/>
                                        <p:tgtEl>
                                          <p:spTgt spid="1125"/>
                                        </p:tgtEl>
                                      </p:cBhvr>
                                    </p:animEffect>
                                  </p:childTnLst>
                                </p:cTn>
                              </p:par>
                              <p:par>
                                <p:cTn fill="hold" nodeType="withEffect" presetClass="entr" presetID="10" presetSubtype="0">
                                  <p:stCondLst>
                                    <p:cond delay="0"/>
                                  </p:stCondLst>
                                  <p:childTnLst>
                                    <p:set>
                                      <p:cBhvr>
                                        <p:cTn dur="1" fill="hold">
                                          <p:stCondLst>
                                            <p:cond delay="0"/>
                                          </p:stCondLst>
                                        </p:cTn>
                                        <p:tgtEl>
                                          <p:spTgt spid="1131"/>
                                        </p:tgtEl>
                                        <p:attrNameLst>
                                          <p:attrName>style.visibility</p:attrName>
                                        </p:attrNameLst>
                                      </p:cBhvr>
                                      <p:to>
                                        <p:strVal val="visible"/>
                                      </p:to>
                                    </p:set>
                                    <p:animEffect filter="fade" transition="in">
                                      <p:cBhvr>
                                        <p:cTn dur="1000"/>
                                        <p:tgtEl>
                                          <p:spTgt spid="11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 name="Shape 1137"/>
        <p:cNvGrpSpPr/>
        <p:nvPr/>
      </p:nvGrpSpPr>
      <p:grpSpPr>
        <a:xfrm>
          <a:off x="0" y="0"/>
          <a:ext cx="0" cy="0"/>
          <a:chOff x="0" y="0"/>
          <a:chExt cx="0" cy="0"/>
        </a:xfrm>
      </p:grpSpPr>
      <p:sp>
        <p:nvSpPr>
          <p:cNvPr id="1138" name="Google Shape;1138;p91"/>
          <p:cNvSpPr txBox="1"/>
          <p:nvPr>
            <p:ph type="title"/>
          </p:nvPr>
        </p:nvSpPr>
        <p:spPr>
          <a:xfrm>
            <a:off x="713225" y="1950152"/>
            <a:ext cx="2537700" cy="46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139" name="Google Shape;1139;p91"/>
          <p:cNvSpPr txBox="1"/>
          <p:nvPr>
            <p:ph idx="1" type="subTitle"/>
          </p:nvPr>
        </p:nvSpPr>
        <p:spPr>
          <a:xfrm>
            <a:off x="713225" y="2298242"/>
            <a:ext cx="2537700" cy="8853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Despite being red, Mars is a cold place full of iron oxide dust</a:t>
            </a:r>
            <a:endParaRPr/>
          </a:p>
        </p:txBody>
      </p:sp>
      <p:sp>
        <p:nvSpPr>
          <p:cNvPr id="1140" name="Google Shape;1140;p91"/>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141" name="Google Shape;1141;p91"/>
          <p:cNvSpPr txBox="1"/>
          <p:nvPr>
            <p:ph idx="3" type="title"/>
          </p:nvPr>
        </p:nvSpPr>
        <p:spPr>
          <a:xfrm>
            <a:off x="5893076" y="2888525"/>
            <a:ext cx="2537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42" name="Google Shape;1142;p91"/>
          <p:cNvSpPr txBox="1"/>
          <p:nvPr>
            <p:ph idx="4" type="subTitle"/>
          </p:nvPr>
        </p:nvSpPr>
        <p:spPr>
          <a:xfrm>
            <a:off x="5893075" y="3257026"/>
            <a:ext cx="25377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Jupiter is a gas giant and the biggest planet in the Solar System</a:t>
            </a:r>
            <a:endParaRPr/>
          </a:p>
        </p:txBody>
      </p:sp>
      <p:pic>
        <p:nvPicPr>
          <p:cNvPr id="1143" name="Google Shape;1143;p91"/>
          <p:cNvPicPr preferRelativeResize="0"/>
          <p:nvPr/>
        </p:nvPicPr>
        <p:blipFill rotWithShape="1">
          <a:blip r:embed="rId3">
            <a:alphaModFix/>
          </a:blip>
          <a:srcRect b="0" l="30527" r="2807" t="0"/>
          <a:stretch/>
        </p:blipFill>
        <p:spPr>
          <a:xfrm>
            <a:off x="3303125" y="1767150"/>
            <a:ext cx="2537700" cy="25377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40"/>
                                        </p:tgtEl>
                                        <p:attrNameLst>
                                          <p:attrName>style.visibility</p:attrName>
                                        </p:attrNameLst>
                                      </p:cBhvr>
                                      <p:to>
                                        <p:strVal val="visible"/>
                                      </p:to>
                                    </p:set>
                                    <p:anim calcmode="lin" valueType="num">
                                      <p:cBhvr additive="base">
                                        <p:cTn dur="1000"/>
                                        <p:tgtEl>
                                          <p:spTgt spid="114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143"/>
                                        </p:tgtEl>
                                        <p:attrNameLst>
                                          <p:attrName>style.visibility</p:attrName>
                                        </p:attrNameLst>
                                      </p:cBhvr>
                                      <p:to>
                                        <p:strVal val="visible"/>
                                      </p:to>
                                    </p:set>
                                    <p:anim calcmode="lin" valueType="num">
                                      <p:cBhvr additive="base">
                                        <p:cTn dur="1000"/>
                                        <p:tgtEl>
                                          <p:spTgt spid="114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38"/>
                                        </p:tgtEl>
                                        <p:attrNameLst>
                                          <p:attrName>style.visibility</p:attrName>
                                        </p:attrNameLst>
                                      </p:cBhvr>
                                      <p:to>
                                        <p:strVal val="visible"/>
                                      </p:to>
                                    </p:set>
                                    <p:animEffect filter="fade" transition="in">
                                      <p:cBhvr>
                                        <p:cTn dur="1000"/>
                                        <p:tgtEl>
                                          <p:spTgt spid="1138"/>
                                        </p:tgtEl>
                                      </p:cBhvr>
                                    </p:animEffect>
                                  </p:childTnLst>
                                </p:cTn>
                              </p:par>
                              <p:par>
                                <p:cTn fill="hold" nodeType="withEffect" presetClass="entr" presetID="10" presetSubtype="0">
                                  <p:stCondLst>
                                    <p:cond delay="0"/>
                                  </p:stCondLst>
                                  <p:childTnLst>
                                    <p:set>
                                      <p:cBhvr>
                                        <p:cTn dur="1" fill="hold">
                                          <p:stCondLst>
                                            <p:cond delay="0"/>
                                          </p:stCondLst>
                                        </p:cTn>
                                        <p:tgtEl>
                                          <p:spTgt spid="1139"/>
                                        </p:tgtEl>
                                        <p:attrNameLst>
                                          <p:attrName>style.visibility</p:attrName>
                                        </p:attrNameLst>
                                      </p:cBhvr>
                                      <p:to>
                                        <p:strVal val="visible"/>
                                      </p:to>
                                    </p:set>
                                    <p:animEffect filter="fade" transition="in">
                                      <p:cBhvr>
                                        <p:cTn dur="1000"/>
                                        <p:tgtEl>
                                          <p:spTgt spid="113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1"/>
                                        </p:tgtEl>
                                        <p:attrNameLst>
                                          <p:attrName>style.visibility</p:attrName>
                                        </p:attrNameLst>
                                      </p:cBhvr>
                                      <p:to>
                                        <p:strVal val="visible"/>
                                      </p:to>
                                    </p:set>
                                    <p:animEffect filter="fade" transition="in">
                                      <p:cBhvr>
                                        <p:cTn dur="1000"/>
                                        <p:tgtEl>
                                          <p:spTgt spid="1141"/>
                                        </p:tgtEl>
                                      </p:cBhvr>
                                    </p:animEffect>
                                  </p:childTnLst>
                                </p:cTn>
                              </p:par>
                              <p:par>
                                <p:cTn fill="hold" nodeType="withEffect" presetClass="entr" presetID="10" presetSubtype="0">
                                  <p:stCondLst>
                                    <p:cond delay="0"/>
                                  </p:stCondLst>
                                  <p:childTnLst>
                                    <p:set>
                                      <p:cBhvr>
                                        <p:cTn dur="1" fill="hold">
                                          <p:stCondLst>
                                            <p:cond delay="0"/>
                                          </p:stCondLst>
                                        </p:cTn>
                                        <p:tgtEl>
                                          <p:spTgt spid="1142"/>
                                        </p:tgtEl>
                                        <p:attrNameLst>
                                          <p:attrName>style.visibility</p:attrName>
                                        </p:attrNameLst>
                                      </p:cBhvr>
                                      <p:to>
                                        <p:strVal val="visible"/>
                                      </p:to>
                                    </p:set>
                                    <p:animEffect filter="fade" transition="in">
                                      <p:cBhvr>
                                        <p:cTn dur="1000"/>
                                        <p:tgtEl>
                                          <p:spTgt spid="11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7" name="Shape 1147"/>
        <p:cNvGrpSpPr/>
        <p:nvPr/>
      </p:nvGrpSpPr>
      <p:grpSpPr>
        <a:xfrm>
          <a:off x="0" y="0"/>
          <a:ext cx="0" cy="0"/>
          <a:chOff x="0" y="0"/>
          <a:chExt cx="0" cy="0"/>
        </a:xfrm>
      </p:grpSpPr>
      <p:sp>
        <p:nvSpPr>
          <p:cNvPr id="1148" name="Google Shape;1148;p92"/>
          <p:cNvSpPr txBox="1"/>
          <p:nvPr>
            <p:ph type="title"/>
          </p:nvPr>
        </p:nvSpPr>
        <p:spPr>
          <a:xfrm>
            <a:off x="988581" y="1246806"/>
            <a:ext cx="2169600" cy="44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49" name="Google Shape;1149;p92"/>
          <p:cNvSpPr txBox="1"/>
          <p:nvPr>
            <p:ph idx="1" type="subTitle"/>
          </p:nvPr>
        </p:nvSpPr>
        <p:spPr>
          <a:xfrm>
            <a:off x="988581" y="1603842"/>
            <a:ext cx="21696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Jupiter is the biggest planet of them all</a:t>
            </a:r>
            <a:endParaRPr/>
          </a:p>
        </p:txBody>
      </p:sp>
      <p:sp>
        <p:nvSpPr>
          <p:cNvPr id="1150" name="Google Shape;1150;p92"/>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151" name="Google Shape;1151;p92"/>
          <p:cNvSpPr txBox="1"/>
          <p:nvPr>
            <p:ph idx="3" type="title"/>
          </p:nvPr>
        </p:nvSpPr>
        <p:spPr>
          <a:xfrm>
            <a:off x="988581" y="3123387"/>
            <a:ext cx="2169600" cy="44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52" name="Google Shape;1152;p92"/>
          <p:cNvSpPr txBox="1"/>
          <p:nvPr>
            <p:ph idx="4" type="subTitle"/>
          </p:nvPr>
        </p:nvSpPr>
        <p:spPr>
          <a:xfrm>
            <a:off x="988581" y="3480422"/>
            <a:ext cx="21696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Saturn is a gas giant with rings</a:t>
            </a:r>
            <a:endParaRPr/>
          </a:p>
        </p:txBody>
      </p:sp>
      <p:sp>
        <p:nvSpPr>
          <p:cNvPr id="1153" name="Google Shape;1153;p92"/>
          <p:cNvSpPr txBox="1"/>
          <p:nvPr>
            <p:ph idx="5" type="title"/>
          </p:nvPr>
        </p:nvSpPr>
        <p:spPr>
          <a:xfrm>
            <a:off x="3372606" y="1246819"/>
            <a:ext cx="2169600" cy="44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54" name="Google Shape;1154;p92"/>
          <p:cNvSpPr txBox="1"/>
          <p:nvPr>
            <p:ph idx="6" type="subTitle"/>
          </p:nvPr>
        </p:nvSpPr>
        <p:spPr>
          <a:xfrm>
            <a:off x="3372606" y="1603854"/>
            <a:ext cx="21696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Venus has a nice name, but it’s hot</a:t>
            </a:r>
            <a:endParaRPr/>
          </a:p>
        </p:txBody>
      </p:sp>
      <p:sp>
        <p:nvSpPr>
          <p:cNvPr id="1155" name="Google Shape;1155;p92"/>
          <p:cNvSpPr txBox="1"/>
          <p:nvPr>
            <p:ph idx="7" type="title"/>
          </p:nvPr>
        </p:nvSpPr>
        <p:spPr>
          <a:xfrm>
            <a:off x="3373394" y="3139512"/>
            <a:ext cx="2169600" cy="44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56" name="Google Shape;1156;p92"/>
          <p:cNvSpPr txBox="1"/>
          <p:nvPr>
            <p:ph idx="8" type="subTitle"/>
          </p:nvPr>
        </p:nvSpPr>
        <p:spPr>
          <a:xfrm>
            <a:off x="3373394" y="3496547"/>
            <a:ext cx="21696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Despite being red, Mars is very cold</a:t>
            </a:r>
            <a:endParaRPr/>
          </a:p>
        </p:txBody>
      </p:sp>
      <p:pic>
        <p:nvPicPr>
          <p:cNvPr id="1157" name="Google Shape;1157;p92"/>
          <p:cNvPicPr preferRelativeResize="0"/>
          <p:nvPr/>
        </p:nvPicPr>
        <p:blipFill rotWithShape="1">
          <a:blip r:embed="rId3">
            <a:alphaModFix/>
          </a:blip>
          <a:srcRect b="10" l="13063" r="29568" t="-10"/>
          <a:stretch/>
        </p:blipFill>
        <p:spPr>
          <a:xfrm>
            <a:off x="5488119" y="1409900"/>
            <a:ext cx="2667300" cy="26151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50"/>
                                        </p:tgtEl>
                                        <p:attrNameLst>
                                          <p:attrName>style.visibility</p:attrName>
                                        </p:attrNameLst>
                                      </p:cBhvr>
                                      <p:to>
                                        <p:strVal val="visible"/>
                                      </p:to>
                                    </p:set>
                                    <p:anim calcmode="lin" valueType="num">
                                      <p:cBhvr additive="base">
                                        <p:cTn dur="1000"/>
                                        <p:tgtEl>
                                          <p:spTgt spid="115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8"/>
                                        </p:tgtEl>
                                        <p:attrNameLst>
                                          <p:attrName>style.visibility</p:attrName>
                                        </p:attrNameLst>
                                      </p:cBhvr>
                                      <p:to>
                                        <p:strVal val="visible"/>
                                      </p:to>
                                    </p:set>
                                    <p:animEffect filter="fade" transition="in">
                                      <p:cBhvr>
                                        <p:cTn dur="1000"/>
                                        <p:tgtEl>
                                          <p:spTgt spid="1148"/>
                                        </p:tgtEl>
                                      </p:cBhvr>
                                    </p:animEffect>
                                  </p:childTnLst>
                                </p:cTn>
                              </p:par>
                              <p:par>
                                <p:cTn fill="hold" nodeType="withEffect" presetClass="entr" presetID="10" presetSubtype="0">
                                  <p:stCondLst>
                                    <p:cond delay="0"/>
                                  </p:stCondLst>
                                  <p:childTnLst>
                                    <p:set>
                                      <p:cBhvr>
                                        <p:cTn dur="1" fill="hold">
                                          <p:stCondLst>
                                            <p:cond delay="0"/>
                                          </p:stCondLst>
                                        </p:cTn>
                                        <p:tgtEl>
                                          <p:spTgt spid="1149"/>
                                        </p:tgtEl>
                                        <p:attrNameLst>
                                          <p:attrName>style.visibility</p:attrName>
                                        </p:attrNameLst>
                                      </p:cBhvr>
                                      <p:to>
                                        <p:strVal val="visible"/>
                                      </p:to>
                                    </p:set>
                                    <p:animEffect filter="fade" transition="in">
                                      <p:cBhvr>
                                        <p:cTn dur="1000"/>
                                        <p:tgtEl>
                                          <p:spTgt spid="114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53"/>
                                        </p:tgtEl>
                                        <p:attrNameLst>
                                          <p:attrName>style.visibility</p:attrName>
                                        </p:attrNameLst>
                                      </p:cBhvr>
                                      <p:to>
                                        <p:strVal val="visible"/>
                                      </p:to>
                                    </p:set>
                                    <p:animEffect filter="fade" transition="in">
                                      <p:cBhvr>
                                        <p:cTn dur="1000"/>
                                        <p:tgtEl>
                                          <p:spTgt spid="1153"/>
                                        </p:tgtEl>
                                      </p:cBhvr>
                                    </p:animEffect>
                                  </p:childTnLst>
                                </p:cTn>
                              </p:par>
                              <p:par>
                                <p:cTn fill="hold" nodeType="withEffect" presetClass="entr" presetID="10" presetSubtype="0">
                                  <p:stCondLst>
                                    <p:cond delay="0"/>
                                  </p:stCondLst>
                                  <p:childTnLst>
                                    <p:set>
                                      <p:cBhvr>
                                        <p:cTn dur="1" fill="hold">
                                          <p:stCondLst>
                                            <p:cond delay="0"/>
                                          </p:stCondLst>
                                        </p:cTn>
                                        <p:tgtEl>
                                          <p:spTgt spid="1154"/>
                                        </p:tgtEl>
                                        <p:attrNameLst>
                                          <p:attrName>style.visibility</p:attrName>
                                        </p:attrNameLst>
                                      </p:cBhvr>
                                      <p:to>
                                        <p:strVal val="visible"/>
                                      </p:to>
                                    </p:set>
                                    <p:animEffect filter="fade" transition="in">
                                      <p:cBhvr>
                                        <p:cTn dur="1000"/>
                                        <p:tgtEl>
                                          <p:spTgt spid="115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51"/>
                                        </p:tgtEl>
                                        <p:attrNameLst>
                                          <p:attrName>style.visibility</p:attrName>
                                        </p:attrNameLst>
                                      </p:cBhvr>
                                      <p:to>
                                        <p:strVal val="visible"/>
                                      </p:to>
                                    </p:set>
                                    <p:animEffect filter="fade" transition="in">
                                      <p:cBhvr>
                                        <p:cTn dur="1000"/>
                                        <p:tgtEl>
                                          <p:spTgt spid="1151"/>
                                        </p:tgtEl>
                                      </p:cBhvr>
                                    </p:animEffect>
                                  </p:childTnLst>
                                </p:cTn>
                              </p:par>
                              <p:par>
                                <p:cTn fill="hold" nodeType="withEffect" presetClass="entr" presetID="10" presetSubtype="0">
                                  <p:stCondLst>
                                    <p:cond delay="0"/>
                                  </p:stCondLst>
                                  <p:childTnLst>
                                    <p:set>
                                      <p:cBhvr>
                                        <p:cTn dur="1" fill="hold">
                                          <p:stCondLst>
                                            <p:cond delay="0"/>
                                          </p:stCondLst>
                                        </p:cTn>
                                        <p:tgtEl>
                                          <p:spTgt spid="1152"/>
                                        </p:tgtEl>
                                        <p:attrNameLst>
                                          <p:attrName>style.visibility</p:attrName>
                                        </p:attrNameLst>
                                      </p:cBhvr>
                                      <p:to>
                                        <p:strVal val="visible"/>
                                      </p:to>
                                    </p:set>
                                    <p:animEffect filter="fade" transition="in">
                                      <p:cBhvr>
                                        <p:cTn dur="1000"/>
                                        <p:tgtEl>
                                          <p:spTgt spid="115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55"/>
                                        </p:tgtEl>
                                        <p:attrNameLst>
                                          <p:attrName>style.visibility</p:attrName>
                                        </p:attrNameLst>
                                      </p:cBhvr>
                                      <p:to>
                                        <p:strVal val="visible"/>
                                      </p:to>
                                    </p:set>
                                    <p:animEffect filter="fade" transition="in">
                                      <p:cBhvr>
                                        <p:cTn dur="1000"/>
                                        <p:tgtEl>
                                          <p:spTgt spid="1155"/>
                                        </p:tgtEl>
                                      </p:cBhvr>
                                    </p:animEffect>
                                  </p:childTnLst>
                                </p:cTn>
                              </p:par>
                              <p:par>
                                <p:cTn fill="hold" nodeType="withEffect" presetClass="entr" presetID="10" presetSubtype="0">
                                  <p:stCondLst>
                                    <p:cond delay="0"/>
                                  </p:stCondLst>
                                  <p:childTnLst>
                                    <p:set>
                                      <p:cBhvr>
                                        <p:cTn dur="1" fill="hold">
                                          <p:stCondLst>
                                            <p:cond delay="0"/>
                                          </p:stCondLst>
                                        </p:cTn>
                                        <p:tgtEl>
                                          <p:spTgt spid="1156"/>
                                        </p:tgtEl>
                                        <p:attrNameLst>
                                          <p:attrName>style.visibility</p:attrName>
                                        </p:attrNameLst>
                                      </p:cBhvr>
                                      <p:to>
                                        <p:strVal val="visible"/>
                                      </p:to>
                                    </p:set>
                                    <p:animEffect filter="fade" transition="in">
                                      <p:cBhvr>
                                        <p:cTn dur="1000"/>
                                        <p:tgtEl>
                                          <p:spTgt spid="115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57"/>
                                        </p:tgtEl>
                                        <p:attrNameLst>
                                          <p:attrName>style.visibility</p:attrName>
                                        </p:attrNameLst>
                                      </p:cBhvr>
                                      <p:to>
                                        <p:strVal val="visible"/>
                                      </p:to>
                                    </p:set>
                                    <p:animEffect filter="fade" transition="in">
                                      <p:cBhvr>
                                        <p:cTn dur="1000"/>
                                        <p:tgtEl>
                                          <p:spTgt spid="11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1" name="Shape 1161"/>
        <p:cNvGrpSpPr/>
        <p:nvPr/>
      </p:nvGrpSpPr>
      <p:grpSpPr>
        <a:xfrm>
          <a:off x="0" y="0"/>
          <a:ext cx="0" cy="0"/>
          <a:chOff x="0" y="0"/>
          <a:chExt cx="0" cy="0"/>
        </a:xfrm>
      </p:grpSpPr>
      <p:sp>
        <p:nvSpPr>
          <p:cNvPr id="1162" name="Google Shape;1162;p9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1163" name="Google Shape;1163;p93"/>
          <p:cNvSpPr/>
          <p:nvPr/>
        </p:nvSpPr>
        <p:spPr>
          <a:xfrm>
            <a:off x="1595850" y="27403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3"/>
          <p:cNvSpPr/>
          <p:nvPr/>
        </p:nvSpPr>
        <p:spPr>
          <a:xfrm>
            <a:off x="3524558" y="27403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93"/>
          <p:cNvSpPr/>
          <p:nvPr/>
        </p:nvSpPr>
        <p:spPr>
          <a:xfrm>
            <a:off x="5453267" y="27403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93"/>
          <p:cNvSpPr/>
          <p:nvPr/>
        </p:nvSpPr>
        <p:spPr>
          <a:xfrm>
            <a:off x="7381975" y="27403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3"/>
          <p:cNvSpPr txBox="1"/>
          <p:nvPr/>
        </p:nvSpPr>
        <p:spPr>
          <a:xfrm>
            <a:off x="713225" y="2167667"/>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Week 1</a:t>
            </a:r>
            <a:endParaRPr sz="2200">
              <a:solidFill>
                <a:schemeClr val="dk1"/>
              </a:solidFill>
              <a:latin typeface="DM Serif Display"/>
              <a:ea typeface="DM Serif Display"/>
              <a:cs typeface="DM Serif Display"/>
              <a:sym typeface="DM Serif Display"/>
            </a:endParaRPr>
          </a:p>
        </p:txBody>
      </p:sp>
      <p:sp>
        <p:nvSpPr>
          <p:cNvPr id="1168" name="Google Shape;1168;p93"/>
          <p:cNvSpPr txBox="1"/>
          <p:nvPr/>
        </p:nvSpPr>
        <p:spPr>
          <a:xfrm>
            <a:off x="713225" y="3006978"/>
            <a:ext cx="1931400" cy="9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Mercury is the smallest planet of them all</a:t>
            </a:r>
            <a:endParaRPr sz="1600">
              <a:solidFill>
                <a:schemeClr val="dk1"/>
              </a:solidFill>
              <a:latin typeface="Karla"/>
              <a:ea typeface="Karla"/>
              <a:cs typeface="Karla"/>
              <a:sym typeface="Karla"/>
            </a:endParaRPr>
          </a:p>
        </p:txBody>
      </p:sp>
      <p:sp>
        <p:nvSpPr>
          <p:cNvPr id="1169" name="Google Shape;1169;p93"/>
          <p:cNvSpPr txBox="1"/>
          <p:nvPr/>
        </p:nvSpPr>
        <p:spPr>
          <a:xfrm>
            <a:off x="2641950" y="2167667"/>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Week 2</a:t>
            </a:r>
            <a:endParaRPr sz="2200">
              <a:solidFill>
                <a:schemeClr val="dk1"/>
              </a:solidFill>
              <a:latin typeface="DM Serif Display"/>
              <a:ea typeface="DM Serif Display"/>
              <a:cs typeface="DM Serif Display"/>
              <a:sym typeface="DM Serif Display"/>
            </a:endParaRPr>
          </a:p>
        </p:txBody>
      </p:sp>
      <p:sp>
        <p:nvSpPr>
          <p:cNvPr id="1170" name="Google Shape;1170;p93"/>
          <p:cNvSpPr txBox="1"/>
          <p:nvPr/>
        </p:nvSpPr>
        <p:spPr>
          <a:xfrm>
            <a:off x="2641950" y="3006978"/>
            <a:ext cx="1931400" cy="9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Venus has a nice name</a:t>
            </a:r>
            <a:r>
              <a:rPr lang="en" sz="1600">
                <a:solidFill>
                  <a:schemeClr val="dk1"/>
                </a:solidFill>
                <a:latin typeface="Karla"/>
                <a:ea typeface="Karla"/>
                <a:cs typeface="Karla"/>
                <a:sym typeface="Karla"/>
              </a:rPr>
              <a:t>, b</a:t>
            </a:r>
            <a:r>
              <a:rPr lang="en" sz="1600">
                <a:solidFill>
                  <a:schemeClr val="dk1"/>
                </a:solidFill>
                <a:latin typeface="Karla"/>
                <a:ea typeface="Karla"/>
                <a:cs typeface="Karla"/>
                <a:sym typeface="Karla"/>
              </a:rPr>
              <a:t>ut it’s terribl</a:t>
            </a:r>
            <a:r>
              <a:rPr lang="en" sz="1600">
                <a:solidFill>
                  <a:schemeClr val="dk1"/>
                </a:solidFill>
                <a:latin typeface="Karla"/>
                <a:ea typeface="Karla"/>
                <a:cs typeface="Karla"/>
                <a:sym typeface="Karla"/>
              </a:rPr>
              <a:t>y </a:t>
            </a:r>
            <a:r>
              <a:rPr lang="en" sz="1600">
                <a:solidFill>
                  <a:schemeClr val="dk1"/>
                </a:solidFill>
                <a:latin typeface="Karla"/>
                <a:ea typeface="Karla"/>
                <a:cs typeface="Karla"/>
                <a:sym typeface="Karla"/>
              </a:rPr>
              <a:t>hot</a:t>
            </a:r>
            <a:endParaRPr sz="1600">
              <a:solidFill>
                <a:schemeClr val="dk1"/>
              </a:solidFill>
              <a:latin typeface="Karla"/>
              <a:ea typeface="Karla"/>
              <a:cs typeface="Karla"/>
              <a:sym typeface="Karla"/>
            </a:endParaRPr>
          </a:p>
        </p:txBody>
      </p:sp>
      <p:sp>
        <p:nvSpPr>
          <p:cNvPr id="1171" name="Google Shape;1171;p93"/>
          <p:cNvSpPr txBox="1"/>
          <p:nvPr/>
        </p:nvSpPr>
        <p:spPr>
          <a:xfrm>
            <a:off x="6499375" y="2170269"/>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Week 4</a:t>
            </a:r>
            <a:endParaRPr sz="2200">
              <a:solidFill>
                <a:schemeClr val="dk1"/>
              </a:solidFill>
              <a:latin typeface="DM Serif Display"/>
              <a:ea typeface="DM Serif Display"/>
              <a:cs typeface="DM Serif Display"/>
              <a:sym typeface="DM Serif Display"/>
            </a:endParaRPr>
          </a:p>
        </p:txBody>
      </p:sp>
      <p:sp>
        <p:nvSpPr>
          <p:cNvPr id="1172" name="Google Shape;1172;p93"/>
          <p:cNvSpPr txBox="1"/>
          <p:nvPr/>
        </p:nvSpPr>
        <p:spPr>
          <a:xfrm>
            <a:off x="6499375" y="3007014"/>
            <a:ext cx="1931400" cy="9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sz="1600">
                <a:solidFill>
                  <a:schemeClr val="dk1"/>
                </a:solidFill>
                <a:latin typeface="Karla"/>
                <a:ea typeface="Karla"/>
                <a:cs typeface="Karla"/>
                <a:sym typeface="Karla"/>
              </a:rPr>
              <a:t>Despite being red, Mars is actually cold place</a:t>
            </a:r>
            <a:endParaRPr sz="1600">
              <a:solidFill>
                <a:schemeClr val="dk1"/>
              </a:solidFill>
              <a:latin typeface="Karla"/>
              <a:ea typeface="Karla"/>
              <a:cs typeface="Karla"/>
              <a:sym typeface="Karla"/>
            </a:endParaRPr>
          </a:p>
        </p:txBody>
      </p:sp>
      <p:sp>
        <p:nvSpPr>
          <p:cNvPr id="1173" name="Google Shape;1173;p93"/>
          <p:cNvSpPr txBox="1"/>
          <p:nvPr/>
        </p:nvSpPr>
        <p:spPr>
          <a:xfrm>
            <a:off x="4570663" y="2167667"/>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Week 3</a:t>
            </a:r>
            <a:endParaRPr sz="2200">
              <a:solidFill>
                <a:schemeClr val="dk1"/>
              </a:solidFill>
              <a:latin typeface="DM Serif Display"/>
              <a:ea typeface="DM Serif Display"/>
              <a:cs typeface="DM Serif Display"/>
              <a:sym typeface="DM Serif Display"/>
            </a:endParaRPr>
          </a:p>
        </p:txBody>
      </p:sp>
      <p:sp>
        <p:nvSpPr>
          <p:cNvPr id="1174" name="Google Shape;1174;p93"/>
          <p:cNvSpPr txBox="1"/>
          <p:nvPr/>
        </p:nvSpPr>
        <p:spPr>
          <a:xfrm>
            <a:off x="4570663" y="3006978"/>
            <a:ext cx="1931400" cy="9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Saturn is mostly composed of hydrogen</a:t>
            </a:r>
            <a:endParaRPr sz="1600">
              <a:solidFill>
                <a:schemeClr val="dk1"/>
              </a:solidFill>
              <a:latin typeface="Karla"/>
              <a:ea typeface="Karla"/>
              <a:cs typeface="Karla"/>
              <a:sym typeface="Karla"/>
            </a:endParaRPr>
          </a:p>
        </p:txBody>
      </p:sp>
      <p:cxnSp>
        <p:nvCxnSpPr>
          <p:cNvPr id="1175" name="Google Shape;1175;p93"/>
          <p:cNvCxnSpPr>
            <a:stCxn id="1163" idx="6"/>
            <a:endCxn id="1164" idx="2"/>
          </p:cNvCxnSpPr>
          <p:nvPr/>
        </p:nvCxnSpPr>
        <p:spPr>
          <a:xfrm>
            <a:off x="1762050" y="2823459"/>
            <a:ext cx="1762500" cy="0"/>
          </a:xfrm>
          <a:prstGeom prst="straightConnector1">
            <a:avLst/>
          </a:prstGeom>
          <a:noFill/>
          <a:ln cap="flat" cmpd="sng" w="9525">
            <a:solidFill>
              <a:schemeClr val="dk1"/>
            </a:solidFill>
            <a:prstDash val="solid"/>
            <a:round/>
            <a:headEnd len="med" w="med" type="none"/>
            <a:tailEnd len="med" w="med" type="none"/>
          </a:ln>
        </p:spPr>
      </p:cxnSp>
      <p:cxnSp>
        <p:nvCxnSpPr>
          <p:cNvPr id="1176" name="Google Shape;1176;p93"/>
          <p:cNvCxnSpPr>
            <a:stCxn id="1164" idx="6"/>
            <a:endCxn id="1165" idx="2"/>
          </p:cNvCxnSpPr>
          <p:nvPr/>
        </p:nvCxnSpPr>
        <p:spPr>
          <a:xfrm>
            <a:off x="3690758" y="2823459"/>
            <a:ext cx="1762500" cy="0"/>
          </a:xfrm>
          <a:prstGeom prst="straightConnector1">
            <a:avLst/>
          </a:prstGeom>
          <a:noFill/>
          <a:ln cap="flat" cmpd="sng" w="9525">
            <a:solidFill>
              <a:schemeClr val="dk1"/>
            </a:solidFill>
            <a:prstDash val="solid"/>
            <a:round/>
            <a:headEnd len="med" w="med" type="none"/>
            <a:tailEnd len="med" w="med" type="none"/>
          </a:ln>
        </p:spPr>
      </p:cxnSp>
      <p:cxnSp>
        <p:nvCxnSpPr>
          <p:cNvPr id="1177" name="Google Shape;1177;p93"/>
          <p:cNvCxnSpPr>
            <a:stCxn id="1165" idx="6"/>
            <a:endCxn id="1166" idx="2"/>
          </p:cNvCxnSpPr>
          <p:nvPr/>
        </p:nvCxnSpPr>
        <p:spPr>
          <a:xfrm>
            <a:off x="5619467" y="2823459"/>
            <a:ext cx="1762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62"/>
                                        </p:tgtEl>
                                        <p:attrNameLst>
                                          <p:attrName>style.visibility</p:attrName>
                                        </p:attrNameLst>
                                      </p:cBhvr>
                                      <p:to>
                                        <p:strVal val="visible"/>
                                      </p:to>
                                    </p:set>
                                    <p:anim calcmode="lin" valueType="num">
                                      <p:cBhvr additive="base">
                                        <p:cTn dur="1000"/>
                                        <p:tgtEl>
                                          <p:spTgt spid="116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63"/>
                                        </p:tgtEl>
                                        <p:attrNameLst>
                                          <p:attrName>style.visibility</p:attrName>
                                        </p:attrNameLst>
                                      </p:cBhvr>
                                      <p:to>
                                        <p:strVal val="visible"/>
                                      </p:to>
                                    </p:set>
                                    <p:anim calcmode="lin" valueType="num">
                                      <p:cBhvr additive="base">
                                        <p:cTn dur="1000"/>
                                        <p:tgtEl>
                                          <p:spTgt spid="1163"/>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167"/>
                                        </p:tgtEl>
                                        <p:attrNameLst>
                                          <p:attrName>style.visibility</p:attrName>
                                        </p:attrNameLst>
                                      </p:cBhvr>
                                      <p:to>
                                        <p:strVal val="visible"/>
                                      </p:to>
                                    </p:set>
                                    <p:animEffect filter="fade" transition="in">
                                      <p:cBhvr>
                                        <p:cTn dur="1000"/>
                                        <p:tgtEl>
                                          <p:spTgt spid="1167"/>
                                        </p:tgtEl>
                                      </p:cBhvr>
                                    </p:animEffect>
                                  </p:childTnLst>
                                </p:cTn>
                              </p:par>
                              <p:par>
                                <p:cTn fill="hold" nodeType="with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64"/>
                                        </p:tgtEl>
                                        <p:attrNameLst>
                                          <p:attrName>style.visibility</p:attrName>
                                        </p:attrNameLst>
                                      </p:cBhvr>
                                      <p:to>
                                        <p:strVal val="visible"/>
                                      </p:to>
                                    </p:set>
                                    <p:anim calcmode="lin" valueType="num">
                                      <p:cBhvr additive="base">
                                        <p:cTn dur="1000"/>
                                        <p:tgtEl>
                                          <p:spTgt spid="116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169"/>
                                        </p:tgtEl>
                                        <p:attrNameLst>
                                          <p:attrName>style.visibility</p:attrName>
                                        </p:attrNameLst>
                                      </p:cBhvr>
                                      <p:to>
                                        <p:strVal val="visible"/>
                                      </p:to>
                                    </p:set>
                                    <p:animEffect filter="fade" transition="in">
                                      <p:cBhvr>
                                        <p:cTn dur="1000"/>
                                        <p:tgtEl>
                                          <p:spTgt spid="1169"/>
                                        </p:tgtEl>
                                      </p:cBhvr>
                                    </p:animEffect>
                                  </p:childTnLst>
                                </p:cTn>
                              </p:par>
                              <p:par>
                                <p:cTn fill="hold" nodeType="withEffect" presetClass="entr" presetID="10" presetSubtype="0">
                                  <p:stCondLst>
                                    <p:cond delay="0"/>
                                  </p:stCondLst>
                                  <p:childTnLst>
                                    <p:set>
                                      <p:cBhvr>
                                        <p:cTn dur="1" fill="hold">
                                          <p:stCondLst>
                                            <p:cond delay="0"/>
                                          </p:stCondLst>
                                        </p:cTn>
                                        <p:tgtEl>
                                          <p:spTgt spid="1170"/>
                                        </p:tgtEl>
                                        <p:attrNameLst>
                                          <p:attrName>style.visibility</p:attrName>
                                        </p:attrNameLst>
                                      </p:cBhvr>
                                      <p:to>
                                        <p:strVal val="visible"/>
                                      </p:to>
                                    </p:set>
                                    <p:animEffect filter="fade" transition="in">
                                      <p:cBhvr>
                                        <p:cTn dur="1000"/>
                                        <p:tgtEl>
                                          <p:spTgt spid="1170"/>
                                        </p:tgtEl>
                                      </p:cBhvr>
                                    </p:animEffect>
                                  </p:childTnLst>
                                </p:cTn>
                              </p:par>
                              <p:par>
                                <p:cTn fill="hold" nodeType="withEffect" presetClass="entr" presetID="10" presetSubtype="0">
                                  <p:stCondLst>
                                    <p:cond delay="0"/>
                                  </p:stCondLst>
                                  <p:childTnLst>
                                    <p:set>
                                      <p:cBhvr>
                                        <p:cTn dur="1" fill="hold">
                                          <p:stCondLst>
                                            <p:cond delay="0"/>
                                          </p:stCondLst>
                                        </p:cTn>
                                        <p:tgtEl>
                                          <p:spTgt spid="1175"/>
                                        </p:tgtEl>
                                        <p:attrNameLst>
                                          <p:attrName>style.visibility</p:attrName>
                                        </p:attrNameLst>
                                      </p:cBhvr>
                                      <p:to>
                                        <p:strVal val="visible"/>
                                      </p:to>
                                    </p:set>
                                    <p:animEffect filter="fade" transition="in">
                                      <p:cBhvr>
                                        <p:cTn dur="1000"/>
                                        <p:tgtEl>
                                          <p:spTgt spid="11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65"/>
                                        </p:tgtEl>
                                        <p:attrNameLst>
                                          <p:attrName>style.visibility</p:attrName>
                                        </p:attrNameLst>
                                      </p:cBhvr>
                                      <p:to>
                                        <p:strVal val="visible"/>
                                      </p:to>
                                    </p:set>
                                    <p:anim calcmode="lin" valueType="num">
                                      <p:cBhvr additive="base">
                                        <p:cTn dur="1000"/>
                                        <p:tgtEl>
                                          <p:spTgt spid="116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173"/>
                                        </p:tgtEl>
                                        <p:attrNameLst>
                                          <p:attrName>style.visibility</p:attrName>
                                        </p:attrNameLst>
                                      </p:cBhvr>
                                      <p:to>
                                        <p:strVal val="visible"/>
                                      </p:to>
                                    </p:set>
                                    <p:animEffect filter="fade" transition="in">
                                      <p:cBhvr>
                                        <p:cTn dur="1000"/>
                                        <p:tgtEl>
                                          <p:spTgt spid="1173"/>
                                        </p:tgtEl>
                                      </p:cBhvr>
                                    </p:animEffect>
                                  </p:childTnLst>
                                </p:cTn>
                              </p:par>
                              <p:par>
                                <p:cTn fill="hold" nodeType="withEffect" presetClass="entr" presetID="10" presetSubtype="0">
                                  <p:stCondLst>
                                    <p:cond delay="0"/>
                                  </p:stCondLst>
                                  <p:childTnLst>
                                    <p:set>
                                      <p:cBhvr>
                                        <p:cTn dur="1" fill="hold">
                                          <p:stCondLst>
                                            <p:cond delay="0"/>
                                          </p:stCondLst>
                                        </p:cTn>
                                        <p:tgtEl>
                                          <p:spTgt spid="1174"/>
                                        </p:tgtEl>
                                        <p:attrNameLst>
                                          <p:attrName>style.visibility</p:attrName>
                                        </p:attrNameLst>
                                      </p:cBhvr>
                                      <p:to>
                                        <p:strVal val="visible"/>
                                      </p:to>
                                    </p:set>
                                    <p:animEffect filter="fade" transition="in">
                                      <p:cBhvr>
                                        <p:cTn dur="1000"/>
                                        <p:tgtEl>
                                          <p:spTgt spid="1174"/>
                                        </p:tgtEl>
                                      </p:cBhvr>
                                    </p:animEffect>
                                  </p:childTnLst>
                                </p:cTn>
                              </p:par>
                              <p:par>
                                <p:cTn fill="hold" nodeType="withEffect" presetClass="entr" presetID="10" presetSubtype="0">
                                  <p:stCondLst>
                                    <p:cond delay="0"/>
                                  </p:stCondLst>
                                  <p:childTnLst>
                                    <p:set>
                                      <p:cBhvr>
                                        <p:cTn dur="1" fill="hold">
                                          <p:stCondLst>
                                            <p:cond delay="0"/>
                                          </p:stCondLst>
                                        </p:cTn>
                                        <p:tgtEl>
                                          <p:spTgt spid="1176"/>
                                        </p:tgtEl>
                                        <p:attrNameLst>
                                          <p:attrName>style.visibility</p:attrName>
                                        </p:attrNameLst>
                                      </p:cBhvr>
                                      <p:to>
                                        <p:strVal val="visible"/>
                                      </p:to>
                                    </p:set>
                                    <p:animEffect filter="fade" transition="in">
                                      <p:cBhvr>
                                        <p:cTn dur="1000"/>
                                        <p:tgtEl>
                                          <p:spTgt spid="117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166"/>
                                        </p:tgtEl>
                                        <p:attrNameLst>
                                          <p:attrName>style.visibility</p:attrName>
                                        </p:attrNameLst>
                                      </p:cBhvr>
                                      <p:to>
                                        <p:strVal val="visible"/>
                                      </p:to>
                                    </p:set>
                                    <p:anim calcmode="lin" valueType="num">
                                      <p:cBhvr additive="base">
                                        <p:cTn dur="1000"/>
                                        <p:tgtEl>
                                          <p:spTgt spid="116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171"/>
                                        </p:tgtEl>
                                        <p:attrNameLst>
                                          <p:attrName>style.visibility</p:attrName>
                                        </p:attrNameLst>
                                      </p:cBhvr>
                                      <p:to>
                                        <p:strVal val="visible"/>
                                      </p:to>
                                    </p:set>
                                    <p:animEffect filter="fade" transition="in">
                                      <p:cBhvr>
                                        <p:cTn dur="1000"/>
                                        <p:tgtEl>
                                          <p:spTgt spid="1171"/>
                                        </p:tgtEl>
                                      </p:cBhvr>
                                    </p:animEffect>
                                  </p:childTnLst>
                                </p:cTn>
                              </p:par>
                              <p:par>
                                <p:cTn fill="hold" nodeType="withEffect" presetClass="entr" presetID="10" presetSubtype="0">
                                  <p:stCondLst>
                                    <p:cond delay="0"/>
                                  </p:stCondLst>
                                  <p:childTnLst>
                                    <p:set>
                                      <p:cBhvr>
                                        <p:cTn dur="1" fill="hold">
                                          <p:stCondLst>
                                            <p:cond delay="0"/>
                                          </p:stCondLst>
                                        </p:cTn>
                                        <p:tgtEl>
                                          <p:spTgt spid="1172"/>
                                        </p:tgtEl>
                                        <p:attrNameLst>
                                          <p:attrName>style.visibility</p:attrName>
                                        </p:attrNameLst>
                                      </p:cBhvr>
                                      <p:to>
                                        <p:strVal val="visible"/>
                                      </p:to>
                                    </p:set>
                                    <p:animEffect filter="fade" transition="in">
                                      <p:cBhvr>
                                        <p:cTn dur="1000"/>
                                        <p:tgtEl>
                                          <p:spTgt spid="1172"/>
                                        </p:tgtEl>
                                      </p:cBhvr>
                                    </p:animEffect>
                                  </p:childTnLst>
                                </p:cTn>
                              </p:par>
                              <p:par>
                                <p:cTn fill="hold" nodeType="withEffect" presetClass="entr" presetID="10" presetSubtype="0">
                                  <p:stCondLst>
                                    <p:cond delay="0"/>
                                  </p:stCondLst>
                                  <p:childTnLst>
                                    <p:set>
                                      <p:cBhvr>
                                        <p:cTn dur="1" fill="hold">
                                          <p:stCondLst>
                                            <p:cond delay="0"/>
                                          </p:stCondLst>
                                        </p:cTn>
                                        <p:tgtEl>
                                          <p:spTgt spid="1177"/>
                                        </p:tgtEl>
                                        <p:attrNameLst>
                                          <p:attrName>style.visibility</p:attrName>
                                        </p:attrNameLst>
                                      </p:cBhvr>
                                      <p:to>
                                        <p:strVal val="visible"/>
                                      </p:to>
                                    </p:set>
                                    <p:animEffect filter="fade" transition="in">
                                      <p:cBhvr>
                                        <p:cTn dur="1000"/>
                                        <p:tgtEl>
                                          <p:spTgt spid="11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 name="Shape 1181"/>
        <p:cNvGrpSpPr/>
        <p:nvPr/>
      </p:nvGrpSpPr>
      <p:grpSpPr>
        <a:xfrm>
          <a:off x="0" y="0"/>
          <a:ext cx="0" cy="0"/>
          <a:chOff x="0" y="0"/>
          <a:chExt cx="0" cy="0"/>
        </a:xfrm>
      </p:grpSpPr>
      <p:sp>
        <p:nvSpPr>
          <p:cNvPr id="1182" name="Google Shape;1182;p9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Stages of hepatitis</a:t>
            </a:r>
            <a:endParaRPr/>
          </a:p>
        </p:txBody>
      </p:sp>
      <p:sp>
        <p:nvSpPr>
          <p:cNvPr id="1183" name="Google Shape;1183;p94"/>
          <p:cNvSpPr txBox="1"/>
          <p:nvPr/>
        </p:nvSpPr>
        <p:spPr>
          <a:xfrm>
            <a:off x="3604959" y="2567904"/>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2200">
                <a:solidFill>
                  <a:schemeClr val="dk1"/>
                </a:solidFill>
                <a:latin typeface="DM Serif Display"/>
                <a:ea typeface="DM Serif Display"/>
                <a:cs typeface="DM Serif Display"/>
                <a:sym typeface="DM Serif Display"/>
              </a:rPr>
              <a:t>Second</a:t>
            </a:r>
            <a:r>
              <a:rPr lang="en" sz="2200">
                <a:solidFill>
                  <a:schemeClr val="dk1"/>
                </a:solidFill>
                <a:latin typeface="DM Serif Display"/>
                <a:ea typeface="DM Serif Display"/>
                <a:cs typeface="DM Serif Display"/>
                <a:sym typeface="DM Serif Display"/>
              </a:rPr>
              <a:t> stage</a:t>
            </a:r>
            <a:endParaRPr sz="2200">
              <a:solidFill>
                <a:schemeClr val="dk1"/>
              </a:solidFill>
              <a:latin typeface="DM Serif Display"/>
              <a:ea typeface="DM Serif Display"/>
              <a:cs typeface="DM Serif Display"/>
              <a:sym typeface="DM Serif Display"/>
            </a:endParaRPr>
          </a:p>
          <a:p>
            <a:pPr indent="0" lvl="0" marL="0" rtl="0" algn="ctr">
              <a:spcBef>
                <a:spcPts val="0"/>
              </a:spcBef>
              <a:spcAft>
                <a:spcPts val="0"/>
              </a:spcAft>
              <a:buNone/>
            </a:pPr>
            <a:r>
              <a:t/>
            </a:r>
            <a:endParaRPr sz="2200">
              <a:solidFill>
                <a:schemeClr val="dk1"/>
              </a:solidFill>
              <a:latin typeface="DM Serif Display"/>
              <a:ea typeface="DM Serif Display"/>
              <a:cs typeface="DM Serif Display"/>
              <a:sym typeface="DM Serif Display"/>
            </a:endParaRPr>
          </a:p>
        </p:txBody>
      </p:sp>
      <p:sp>
        <p:nvSpPr>
          <p:cNvPr id="1184" name="Google Shape;1184;p94"/>
          <p:cNvSpPr txBox="1"/>
          <p:nvPr/>
        </p:nvSpPr>
        <p:spPr>
          <a:xfrm>
            <a:off x="3604954" y="2925792"/>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Venus has a nice name, but it’s hot</a:t>
            </a:r>
            <a:endParaRPr sz="1600">
              <a:solidFill>
                <a:schemeClr val="dk1"/>
              </a:solidFill>
              <a:latin typeface="Karla"/>
              <a:ea typeface="Karla"/>
              <a:cs typeface="Karla"/>
              <a:sym typeface="Karla"/>
            </a:endParaRPr>
          </a:p>
        </p:txBody>
      </p:sp>
      <p:sp>
        <p:nvSpPr>
          <p:cNvPr id="1185" name="Google Shape;1185;p94"/>
          <p:cNvSpPr txBox="1"/>
          <p:nvPr/>
        </p:nvSpPr>
        <p:spPr>
          <a:xfrm>
            <a:off x="6280134" y="2572650"/>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2200">
                <a:solidFill>
                  <a:schemeClr val="dk1"/>
                </a:solidFill>
                <a:latin typeface="DM Serif Display"/>
                <a:ea typeface="DM Serif Display"/>
                <a:cs typeface="DM Serif Display"/>
                <a:sym typeface="DM Serif Display"/>
              </a:rPr>
              <a:t>Third</a:t>
            </a:r>
            <a:r>
              <a:rPr lang="en" sz="2200">
                <a:solidFill>
                  <a:schemeClr val="dk1"/>
                </a:solidFill>
                <a:latin typeface="DM Serif Display"/>
                <a:ea typeface="DM Serif Display"/>
                <a:cs typeface="DM Serif Display"/>
                <a:sym typeface="DM Serif Display"/>
              </a:rPr>
              <a:t> stage</a:t>
            </a:r>
            <a:endParaRPr sz="2200">
              <a:solidFill>
                <a:schemeClr val="dk1"/>
              </a:solidFill>
              <a:latin typeface="DM Serif Display"/>
              <a:ea typeface="DM Serif Display"/>
              <a:cs typeface="DM Serif Display"/>
              <a:sym typeface="DM Serif Display"/>
            </a:endParaRPr>
          </a:p>
          <a:p>
            <a:pPr indent="0" lvl="0" marL="0" rtl="0" algn="ctr">
              <a:spcBef>
                <a:spcPts val="0"/>
              </a:spcBef>
              <a:spcAft>
                <a:spcPts val="0"/>
              </a:spcAft>
              <a:buNone/>
            </a:pPr>
            <a:r>
              <a:t/>
            </a:r>
            <a:endParaRPr sz="2200">
              <a:solidFill>
                <a:schemeClr val="dk1"/>
              </a:solidFill>
              <a:latin typeface="DM Serif Display"/>
              <a:ea typeface="DM Serif Display"/>
              <a:cs typeface="DM Serif Display"/>
              <a:sym typeface="DM Serif Display"/>
            </a:endParaRPr>
          </a:p>
        </p:txBody>
      </p:sp>
      <p:sp>
        <p:nvSpPr>
          <p:cNvPr id="1186" name="Google Shape;1186;p94"/>
          <p:cNvSpPr txBox="1"/>
          <p:nvPr/>
        </p:nvSpPr>
        <p:spPr>
          <a:xfrm>
            <a:off x="6280134" y="2930539"/>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Saturn is the ringed planet</a:t>
            </a:r>
            <a:endParaRPr sz="1600">
              <a:solidFill>
                <a:schemeClr val="dk1"/>
              </a:solidFill>
              <a:latin typeface="Karla"/>
              <a:ea typeface="Karla"/>
              <a:cs typeface="Karla"/>
              <a:sym typeface="Karla"/>
            </a:endParaRPr>
          </a:p>
        </p:txBody>
      </p:sp>
      <p:sp>
        <p:nvSpPr>
          <p:cNvPr id="1187" name="Google Shape;1187;p94"/>
          <p:cNvSpPr txBox="1"/>
          <p:nvPr/>
        </p:nvSpPr>
        <p:spPr>
          <a:xfrm>
            <a:off x="929775" y="2572650"/>
            <a:ext cx="19341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First stage</a:t>
            </a:r>
            <a:endParaRPr sz="2200">
              <a:solidFill>
                <a:schemeClr val="dk1"/>
              </a:solidFill>
              <a:latin typeface="DM Serif Display"/>
              <a:ea typeface="DM Serif Display"/>
              <a:cs typeface="DM Serif Display"/>
              <a:sym typeface="DM Serif Display"/>
            </a:endParaRPr>
          </a:p>
        </p:txBody>
      </p:sp>
      <p:sp>
        <p:nvSpPr>
          <p:cNvPr id="1188" name="Google Shape;1188;p94"/>
          <p:cNvSpPr txBox="1"/>
          <p:nvPr/>
        </p:nvSpPr>
        <p:spPr>
          <a:xfrm>
            <a:off x="929775" y="2930541"/>
            <a:ext cx="19341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Jupiter is the biggest planet</a:t>
            </a:r>
            <a:endParaRPr sz="1600">
              <a:solidFill>
                <a:schemeClr val="dk1"/>
              </a:solidFill>
              <a:latin typeface="Karla"/>
              <a:ea typeface="Karla"/>
              <a:cs typeface="Karla"/>
              <a:sym typeface="Karla"/>
            </a:endParaRPr>
          </a:p>
        </p:txBody>
      </p:sp>
      <p:sp>
        <p:nvSpPr>
          <p:cNvPr id="1189" name="Google Shape;1189;p94"/>
          <p:cNvSpPr/>
          <p:nvPr/>
        </p:nvSpPr>
        <p:spPr>
          <a:xfrm rot="5400000">
            <a:off x="11109325" y="1871227"/>
            <a:ext cx="1108500" cy="1108500"/>
          </a:xfrm>
          <a:prstGeom prst="arc">
            <a:avLst>
              <a:gd fmla="val 16200000" name="adj1"/>
              <a:gd fmla="val 15359453" name="adj2"/>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94"/>
          <p:cNvSpPr txBox="1"/>
          <p:nvPr>
            <p:ph idx="4294967295" type="title"/>
          </p:nvPr>
        </p:nvSpPr>
        <p:spPr>
          <a:xfrm>
            <a:off x="1519125" y="1795027"/>
            <a:ext cx="755400" cy="75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0</a:t>
            </a:r>
            <a:r>
              <a:rPr lang="en" sz="4000"/>
              <a:t>1</a:t>
            </a:r>
            <a:endParaRPr sz="4000"/>
          </a:p>
        </p:txBody>
      </p:sp>
      <p:sp>
        <p:nvSpPr>
          <p:cNvPr id="1191" name="Google Shape;1191;p94"/>
          <p:cNvSpPr txBox="1"/>
          <p:nvPr>
            <p:ph idx="4294967295" type="title"/>
          </p:nvPr>
        </p:nvSpPr>
        <p:spPr>
          <a:xfrm>
            <a:off x="4194309" y="1795027"/>
            <a:ext cx="755400" cy="75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02</a:t>
            </a:r>
            <a:endParaRPr sz="4000"/>
          </a:p>
        </p:txBody>
      </p:sp>
      <p:sp>
        <p:nvSpPr>
          <p:cNvPr id="1192" name="Google Shape;1192;p94"/>
          <p:cNvSpPr txBox="1"/>
          <p:nvPr>
            <p:ph idx="4294967295" type="title"/>
          </p:nvPr>
        </p:nvSpPr>
        <p:spPr>
          <a:xfrm>
            <a:off x="6869484" y="1795027"/>
            <a:ext cx="755400" cy="75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03</a:t>
            </a:r>
            <a:endParaRPr sz="4000"/>
          </a:p>
        </p:txBody>
      </p:sp>
      <p:cxnSp>
        <p:nvCxnSpPr>
          <p:cNvPr id="1193" name="Google Shape;1193;p94"/>
          <p:cNvCxnSpPr>
            <a:stCxn id="1189" idx="0"/>
          </p:cNvCxnSpPr>
          <p:nvPr/>
        </p:nvCxnSpPr>
        <p:spPr>
          <a:xfrm>
            <a:off x="12217825" y="2425477"/>
            <a:ext cx="1569000" cy="0"/>
          </a:xfrm>
          <a:prstGeom prst="straightConnector1">
            <a:avLst/>
          </a:prstGeom>
          <a:noFill/>
          <a:ln cap="flat" cmpd="sng" w="9525">
            <a:solidFill>
              <a:schemeClr val="dk1"/>
            </a:solidFill>
            <a:prstDash val="solid"/>
            <a:round/>
            <a:headEnd len="med" w="med" type="none"/>
            <a:tailEnd len="med" w="med" type="none"/>
          </a:ln>
        </p:spPr>
      </p:cxnSp>
      <p:cxnSp>
        <p:nvCxnSpPr>
          <p:cNvPr id="1194" name="Google Shape;1194;p94"/>
          <p:cNvCxnSpPr>
            <a:stCxn id="1191" idx="3"/>
            <a:endCxn id="1192" idx="1"/>
          </p:cNvCxnSpPr>
          <p:nvPr/>
        </p:nvCxnSpPr>
        <p:spPr>
          <a:xfrm>
            <a:off x="4949709" y="2172577"/>
            <a:ext cx="1919700" cy="0"/>
          </a:xfrm>
          <a:prstGeom prst="straightConnector1">
            <a:avLst/>
          </a:prstGeom>
          <a:noFill/>
          <a:ln cap="flat" cmpd="sng" w="9525">
            <a:solidFill>
              <a:schemeClr val="dk1"/>
            </a:solidFill>
            <a:prstDash val="solid"/>
            <a:round/>
            <a:headEnd len="med" w="med" type="none"/>
            <a:tailEnd len="med" w="med" type="none"/>
          </a:ln>
        </p:spPr>
      </p:cxnSp>
      <p:cxnSp>
        <p:nvCxnSpPr>
          <p:cNvPr id="1195" name="Google Shape;1195;p94"/>
          <p:cNvCxnSpPr>
            <a:stCxn id="1190" idx="3"/>
            <a:endCxn id="1191" idx="1"/>
          </p:cNvCxnSpPr>
          <p:nvPr/>
        </p:nvCxnSpPr>
        <p:spPr>
          <a:xfrm>
            <a:off x="2274525" y="2172577"/>
            <a:ext cx="19197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82"/>
                                        </p:tgtEl>
                                        <p:attrNameLst>
                                          <p:attrName>style.visibility</p:attrName>
                                        </p:attrNameLst>
                                      </p:cBhvr>
                                      <p:to>
                                        <p:strVal val="visible"/>
                                      </p:to>
                                    </p:set>
                                    <p:anim calcmode="lin" valueType="num">
                                      <p:cBhvr additive="base">
                                        <p:cTn dur="1000"/>
                                        <p:tgtEl>
                                          <p:spTgt spid="118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187"/>
                                        </p:tgtEl>
                                        <p:attrNameLst>
                                          <p:attrName>style.visibility</p:attrName>
                                        </p:attrNameLst>
                                      </p:cBhvr>
                                      <p:to>
                                        <p:strVal val="visible"/>
                                      </p:to>
                                    </p:set>
                                    <p:anim calcmode="lin" valueType="num">
                                      <p:cBhvr additive="base">
                                        <p:cTn dur="1000"/>
                                        <p:tgtEl>
                                          <p:spTgt spid="1187"/>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188"/>
                                        </p:tgtEl>
                                        <p:attrNameLst>
                                          <p:attrName>style.visibility</p:attrName>
                                        </p:attrNameLst>
                                      </p:cBhvr>
                                      <p:to>
                                        <p:strVal val="visible"/>
                                      </p:to>
                                    </p:set>
                                    <p:animEffect filter="fade" transition="in">
                                      <p:cBhvr>
                                        <p:cTn dur="1000"/>
                                        <p:tgtEl>
                                          <p:spTgt spid="1188"/>
                                        </p:tgtEl>
                                      </p:cBhvr>
                                    </p:animEffect>
                                  </p:childTnLst>
                                </p:cTn>
                              </p:par>
                              <p:par>
                                <p:cTn fill="hold" nodeType="withEffect" presetClass="entr" presetID="10" presetSubtype="0">
                                  <p:stCondLst>
                                    <p:cond delay="0"/>
                                  </p:stCondLst>
                                  <p:childTnLst>
                                    <p:set>
                                      <p:cBhvr>
                                        <p:cTn dur="1" fill="hold">
                                          <p:stCondLst>
                                            <p:cond delay="0"/>
                                          </p:stCondLst>
                                        </p:cTn>
                                        <p:tgtEl>
                                          <p:spTgt spid="1189"/>
                                        </p:tgtEl>
                                        <p:attrNameLst>
                                          <p:attrName>style.visibility</p:attrName>
                                        </p:attrNameLst>
                                      </p:cBhvr>
                                      <p:to>
                                        <p:strVal val="visible"/>
                                      </p:to>
                                    </p:set>
                                    <p:animEffect filter="fade" transition="in">
                                      <p:cBhvr>
                                        <p:cTn dur="1000"/>
                                        <p:tgtEl>
                                          <p:spTgt spid="1189"/>
                                        </p:tgtEl>
                                      </p:cBhvr>
                                    </p:animEffect>
                                  </p:childTnLst>
                                </p:cTn>
                              </p:par>
                              <p:par>
                                <p:cTn fill="hold" nodeType="withEffect" presetClass="entr" presetID="10" presetSubtype="0">
                                  <p:stCondLst>
                                    <p:cond delay="0"/>
                                  </p:stCondLst>
                                  <p:childTnLst>
                                    <p:set>
                                      <p:cBhvr>
                                        <p:cTn dur="1" fill="hold">
                                          <p:stCondLst>
                                            <p:cond delay="0"/>
                                          </p:stCondLst>
                                        </p:cTn>
                                        <p:tgtEl>
                                          <p:spTgt spid="1190"/>
                                        </p:tgtEl>
                                        <p:attrNameLst>
                                          <p:attrName>style.visibility</p:attrName>
                                        </p:attrNameLst>
                                      </p:cBhvr>
                                      <p:to>
                                        <p:strVal val="visible"/>
                                      </p:to>
                                    </p:set>
                                    <p:animEffect filter="fade" transition="in">
                                      <p:cBhvr>
                                        <p:cTn dur="1000"/>
                                        <p:tgtEl>
                                          <p:spTgt spid="119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83"/>
                                        </p:tgtEl>
                                        <p:attrNameLst>
                                          <p:attrName>style.visibility</p:attrName>
                                        </p:attrNameLst>
                                      </p:cBhvr>
                                      <p:to>
                                        <p:strVal val="visible"/>
                                      </p:to>
                                    </p:set>
                                    <p:animEffect filter="fade" transition="in">
                                      <p:cBhvr>
                                        <p:cTn dur="1000"/>
                                        <p:tgtEl>
                                          <p:spTgt spid="1183"/>
                                        </p:tgtEl>
                                      </p:cBhvr>
                                    </p:animEffect>
                                  </p:childTnLst>
                                </p:cTn>
                              </p:par>
                              <p:par>
                                <p:cTn fill="hold" nodeType="withEffect" presetClass="entr" presetID="10" presetSubtype="0">
                                  <p:stCondLst>
                                    <p:cond delay="0"/>
                                  </p:stCondLst>
                                  <p:childTnLst>
                                    <p:set>
                                      <p:cBhvr>
                                        <p:cTn dur="1" fill="hold">
                                          <p:stCondLst>
                                            <p:cond delay="0"/>
                                          </p:stCondLst>
                                        </p:cTn>
                                        <p:tgtEl>
                                          <p:spTgt spid="1184"/>
                                        </p:tgtEl>
                                        <p:attrNameLst>
                                          <p:attrName>style.visibility</p:attrName>
                                        </p:attrNameLst>
                                      </p:cBhvr>
                                      <p:to>
                                        <p:strVal val="visible"/>
                                      </p:to>
                                    </p:set>
                                    <p:animEffect filter="fade" transition="in">
                                      <p:cBhvr>
                                        <p:cTn dur="1000"/>
                                        <p:tgtEl>
                                          <p:spTgt spid="1184"/>
                                        </p:tgtEl>
                                      </p:cBhvr>
                                    </p:animEffect>
                                  </p:childTnLst>
                                </p:cTn>
                              </p:par>
                              <p:par>
                                <p:cTn fill="hold" nodeType="withEffect" presetClass="entr" presetID="10" presetSubtype="0">
                                  <p:stCondLst>
                                    <p:cond delay="0"/>
                                  </p:stCondLst>
                                  <p:childTnLst>
                                    <p:set>
                                      <p:cBhvr>
                                        <p:cTn dur="1" fill="hold">
                                          <p:stCondLst>
                                            <p:cond delay="0"/>
                                          </p:stCondLst>
                                        </p:cTn>
                                        <p:tgtEl>
                                          <p:spTgt spid="1191"/>
                                        </p:tgtEl>
                                        <p:attrNameLst>
                                          <p:attrName>style.visibility</p:attrName>
                                        </p:attrNameLst>
                                      </p:cBhvr>
                                      <p:to>
                                        <p:strVal val="visible"/>
                                      </p:to>
                                    </p:set>
                                    <p:animEffect filter="fade" transition="in">
                                      <p:cBhvr>
                                        <p:cTn dur="1000"/>
                                        <p:tgtEl>
                                          <p:spTgt spid="1191"/>
                                        </p:tgtEl>
                                      </p:cBhvr>
                                    </p:animEffect>
                                  </p:childTnLst>
                                </p:cTn>
                              </p:par>
                              <p:par>
                                <p:cTn fill="hold" nodeType="withEffect" presetClass="entr" presetID="10" presetSubtype="0">
                                  <p:stCondLst>
                                    <p:cond delay="0"/>
                                  </p:stCondLst>
                                  <p:childTnLst>
                                    <p:set>
                                      <p:cBhvr>
                                        <p:cTn dur="1" fill="hold">
                                          <p:stCondLst>
                                            <p:cond delay="0"/>
                                          </p:stCondLst>
                                        </p:cTn>
                                        <p:tgtEl>
                                          <p:spTgt spid="1193"/>
                                        </p:tgtEl>
                                        <p:attrNameLst>
                                          <p:attrName>style.visibility</p:attrName>
                                        </p:attrNameLst>
                                      </p:cBhvr>
                                      <p:to>
                                        <p:strVal val="visible"/>
                                      </p:to>
                                    </p:set>
                                    <p:animEffect filter="fade" transition="in">
                                      <p:cBhvr>
                                        <p:cTn dur="1000"/>
                                        <p:tgtEl>
                                          <p:spTgt spid="119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85"/>
                                        </p:tgtEl>
                                        <p:attrNameLst>
                                          <p:attrName>style.visibility</p:attrName>
                                        </p:attrNameLst>
                                      </p:cBhvr>
                                      <p:to>
                                        <p:strVal val="visible"/>
                                      </p:to>
                                    </p:set>
                                    <p:animEffect filter="fade" transition="in">
                                      <p:cBhvr>
                                        <p:cTn dur="1000"/>
                                        <p:tgtEl>
                                          <p:spTgt spid="1185"/>
                                        </p:tgtEl>
                                      </p:cBhvr>
                                    </p:animEffect>
                                  </p:childTnLst>
                                </p:cTn>
                              </p:par>
                              <p:par>
                                <p:cTn fill="hold" nodeType="withEffect" presetClass="entr" presetID="2" presetSubtype="2">
                                  <p:stCondLst>
                                    <p:cond delay="0"/>
                                  </p:stCondLst>
                                  <p:childTnLst>
                                    <p:set>
                                      <p:cBhvr>
                                        <p:cTn dur="1" fill="hold">
                                          <p:stCondLst>
                                            <p:cond delay="0"/>
                                          </p:stCondLst>
                                        </p:cTn>
                                        <p:tgtEl>
                                          <p:spTgt spid="1186"/>
                                        </p:tgtEl>
                                        <p:attrNameLst>
                                          <p:attrName>style.visibility</p:attrName>
                                        </p:attrNameLst>
                                      </p:cBhvr>
                                      <p:to>
                                        <p:strVal val="visible"/>
                                      </p:to>
                                    </p:set>
                                    <p:anim calcmode="lin" valueType="num">
                                      <p:cBhvr additive="base">
                                        <p:cTn dur="1000"/>
                                        <p:tgtEl>
                                          <p:spTgt spid="118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192"/>
                                        </p:tgtEl>
                                        <p:attrNameLst>
                                          <p:attrName>style.visibility</p:attrName>
                                        </p:attrNameLst>
                                      </p:cBhvr>
                                      <p:to>
                                        <p:strVal val="visible"/>
                                      </p:to>
                                    </p:set>
                                    <p:animEffect filter="fade" transition="in">
                                      <p:cBhvr>
                                        <p:cTn dur="1000"/>
                                        <p:tgtEl>
                                          <p:spTgt spid="1192"/>
                                        </p:tgtEl>
                                      </p:cBhvr>
                                    </p:animEffect>
                                  </p:childTnLst>
                                </p:cTn>
                              </p:par>
                              <p:par>
                                <p:cTn fill="hold" nodeType="withEffect" presetClass="entr" presetID="10" presetSubtype="0">
                                  <p:stCondLst>
                                    <p:cond delay="0"/>
                                  </p:stCondLst>
                                  <p:childTnLst>
                                    <p:set>
                                      <p:cBhvr>
                                        <p:cTn dur="1" fill="hold">
                                          <p:stCondLst>
                                            <p:cond delay="0"/>
                                          </p:stCondLst>
                                        </p:cTn>
                                        <p:tgtEl>
                                          <p:spTgt spid="1194"/>
                                        </p:tgtEl>
                                        <p:attrNameLst>
                                          <p:attrName>style.visibility</p:attrName>
                                        </p:attrNameLst>
                                      </p:cBhvr>
                                      <p:to>
                                        <p:strVal val="visible"/>
                                      </p:to>
                                    </p:set>
                                    <p:animEffect filter="fade" transition="in">
                                      <p:cBhvr>
                                        <p:cTn dur="1000"/>
                                        <p:tgtEl>
                                          <p:spTgt spid="119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sp>
        <p:nvSpPr>
          <p:cNvPr id="1200" name="Google Shape;1200;p95"/>
          <p:cNvSpPr txBox="1"/>
          <p:nvPr>
            <p:ph idx="1" type="subTitle"/>
          </p:nvPr>
        </p:nvSpPr>
        <p:spPr>
          <a:xfrm>
            <a:off x="727575" y="2064075"/>
            <a:ext cx="3701100" cy="2025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You can describe the treatment contraindication here</a:t>
            </a:r>
            <a:endParaRPr/>
          </a:p>
          <a:p>
            <a:pPr indent="-330200" lvl="0" marL="457200" rtl="0" algn="l">
              <a:spcBef>
                <a:spcPts val="1200"/>
              </a:spcBef>
              <a:spcAft>
                <a:spcPts val="0"/>
              </a:spcAft>
              <a:buSzPts val="1600"/>
              <a:buChar char="●"/>
            </a:pPr>
            <a:r>
              <a:rPr lang="en"/>
              <a:t>You can describe the treatment contraindication here</a:t>
            </a:r>
            <a:endParaRPr/>
          </a:p>
          <a:p>
            <a:pPr indent="-330200" lvl="0" marL="457200" rtl="0" algn="l">
              <a:spcBef>
                <a:spcPts val="1200"/>
              </a:spcBef>
              <a:spcAft>
                <a:spcPts val="1200"/>
              </a:spcAft>
              <a:buSzPts val="1600"/>
              <a:buChar char="●"/>
            </a:pPr>
            <a:r>
              <a:rPr lang="en"/>
              <a:t>You can describe the treatment contraindication here</a:t>
            </a:r>
            <a:endParaRPr/>
          </a:p>
        </p:txBody>
      </p:sp>
      <p:sp>
        <p:nvSpPr>
          <p:cNvPr id="1201" name="Google Shape;1201;p9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Contraindications</a:t>
            </a:r>
            <a:r>
              <a:rPr lang="en"/>
              <a:t> &amp; indications</a:t>
            </a:r>
            <a:endParaRPr/>
          </a:p>
        </p:txBody>
      </p:sp>
      <p:sp>
        <p:nvSpPr>
          <p:cNvPr id="1202" name="Google Shape;1202;p95"/>
          <p:cNvSpPr txBox="1"/>
          <p:nvPr>
            <p:ph idx="2" type="subTitle"/>
          </p:nvPr>
        </p:nvSpPr>
        <p:spPr>
          <a:xfrm>
            <a:off x="4729750" y="2064075"/>
            <a:ext cx="3701100" cy="2025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You can describe the treatment indication here</a:t>
            </a:r>
            <a:endParaRPr/>
          </a:p>
          <a:p>
            <a:pPr indent="-330200" lvl="0" marL="457200" rtl="0" algn="l">
              <a:spcBef>
                <a:spcPts val="1200"/>
              </a:spcBef>
              <a:spcAft>
                <a:spcPts val="0"/>
              </a:spcAft>
              <a:buSzPts val="1600"/>
              <a:buChar char="●"/>
            </a:pPr>
            <a:r>
              <a:rPr lang="en"/>
              <a:t>You can describe the treatment indication here</a:t>
            </a:r>
            <a:endParaRPr/>
          </a:p>
          <a:p>
            <a:pPr indent="-330200" lvl="0" marL="457200" rtl="0" algn="l">
              <a:spcBef>
                <a:spcPts val="1200"/>
              </a:spcBef>
              <a:spcAft>
                <a:spcPts val="1200"/>
              </a:spcAft>
              <a:buSzPts val="1600"/>
              <a:buChar char="●"/>
            </a:pPr>
            <a:r>
              <a:rPr lang="en"/>
              <a:t>You can describe the treatment indication here</a:t>
            </a:r>
            <a:endParaRPr/>
          </a:p>
        </p:txBody>
      </p:sp>
      <p:grpSp>
        <p:nvGrpSpPr>
          <p:cNvPr id="1203" name="Google Shape;1203;p95"/>
          <p:cNvGrpSpPr/>
          <p:nvPr/>
        </p:nvGrpSpPr>
        <p:grpSpPr>
          <a:xfrm>
            <a:off x="6402206" y="1672734"/>
            <a:ext cx="356196" cy="265631"/>
            <a:chOff x="5216456" y="3725484"/>
            <a:chExt cx="356196" cy="265631"/>
          </a:xfrm>
        </p:grpSpPr>
        <p:sp>
          <p:nvSpPr>
            <p:cNvPr id="1204" name="Google Shape;1204;p9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95"/>
          <p:cNvGrpSpPr/>
          <p:nvPr/>
        </p:nvGrpSpPr>
        <p:grpSpPr>
          <a:xfrm>
            <a:off x="2404808" y="1646166"/>
            <a:ext cx="317645" cy="318757"/>
            <a:chOff x="5779408" y="3699191"/>
            <a:chExt cx="317645" cy="318757"/>
          </a:xfrm>
        </p:grpSpPr>
        <p:sp>
          <p:nvSpPr>
            <p:cNvPr id="1207" name="Google Shape;1207;p9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01"/>
                                        </p:tgtEl>
                                        <p:attrNameLst>
                                          <p:attrName>style.visibility</p:attrName>
                                        </p:attrNameLst>
                                      </p:cBhvr>
                                      <p:to>
                                        <p:strVal val="visible"/>
                                      </p:to>
                                    </p:set>
                                    <p:anim calcmode="lin" valueType="num">
                                      <p:cBhvr additive="base">
                                        <p:cTn dur="1000"/>
                                        <p:tgtEl>
                                          <p:spTgt spid="1201"/>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00"/>
                                        </p:tgtEl>
                                        <p:attrNameLst>
                                          <p:attrName>style.visibility</p:attrName>
                                        </p:attrNameLst>
                                      </p:cBhvr>
                                      <p:to>
                                        <p:strVal val="visible"/>
                                      </p:to>
                                    </p:set>
                                    <p:animEffect filter="fade" transition="in">
                                      <p:cBhvr>
                                        <p:cTn dur="1000"/>
                                        <p:tgtEl>
                                          <p:spTgt spid="1200"/>
                                        </p:tgtEl>
                                      </p:cBhvr>
                                    </p:animEffect>
                                  </p:childTnLst>
                                </p:cTn>
                              </p:par>
                              <p:par>
                                <p:cTn fill="hold" nodeType="withEffect" presetClass="entr" presetID="10" presetSubtype="0">
                                  <p:stCondLst>
                                    <p:cond delay="0"/>
                                  </p:stCondLst>
                                  <p:childTnLst>
                                    <p:set>
                                      <p:cBhvr>
                                        <p:cTn dur="1" fill="hold">
                                          <p:stCondLst>
                                            <p:cond delay="0"/>
                                          </p:stCondLst>
                                        </p:cTn>
                                        <p:tgtEl>
                                          <p:spTgt spid="1206"/>
                                        </p:tgtEl>
                                        <p:attrNameLst>
                                          <p:attrName>style.visibility</p:attrName>
                                        </p:attrNameLst>
                                      </p:cBhvr>
                                      <p:to>
                                        <p:strVal val="visible"/>
                                      </p:to>
                                    </p:set>
                                    <p:animEffect filter="fade" transition="in">
                                      <p:cBhvr>
                                        <p:cTn dur="1000"/>
                                        <p:tgtEl>
                                          <p:spTgt spid="12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02"/>
                                        </p:tgtEl>
                                        <p:attrNameLst>
                                          <p:attrName>style.visibility</p:attrName>
                                        </p:attrNameLst>
                                      </p:cBhvr>
                                      <p:to>
                                        <p:strVal val="visible"/>
                                      </p:to>
                                    </p:set>
                                    <p:animEffect filter="fade" transition="in">
                                      <p:cBhvr>
                                        <p:cTn dur="1000"/>
                                        <p:tgtEl>
                                          <p:spTgt spid="1202"/>
                                        </p:tgtEl>
                                      </p:cBhvr>
                                    </p:animEffect>
                                  </p:childTnLst>
                                </p:cTn>
                              </p:par>
                              <p:par>
                                <p:cTn fill="hold" nodeType="withEffect" presetClass="entr" presetID="10" presetSubtype="0">
                                  <p:stCondLst>
                                    <p:cond delay="0"/>
                                  </p:stCondLst>
                                  <p:childTnLst>
                                    <p:set>
                                      <p:cBhvr>
                                        <p:cTn dur="1" fill="hold">
                                          <p:stCondLst>
                                            <p:cond delay="0"/>
                                          </p:stCondLst>
                                        </p:cTn>
                                        <p:tgtEl>
                                          <p:spTgt spid="1203"/>
                                        </p:tgtEl>
                                        <p:attrNameLst>
                                          <p:attrName>style.visibility</p:attrName>
                                        </p:attrNameLst>
                                      </p:cBhvr>
                                      <p:to>
                                        <p:strVal val="visible"/>
                                      </p:to>
                                    </p:set>
                                    <p:animEffect filter="fade" transition="in">
                                      <p:cBhvr>
                                        <p:cTn dur="1000"/>
                                        <p:tgtEl>
                                          <p:spTgt spid="12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2" name="Shape 1212"/>
        <p:cNvGrpSpPr/>
        <p:nvPr/>
      </p:nvGrpSpPr>
      <p:grpSpPr>
        <a:xfrm>
          <a:off x="0" y="0"/>
          <a:ext cx="0" cy="0"/>
          <a:chOff x="0" y="0"/>
          <a:chExt cx="0" cy="0"/>
        </a:xfrm>
      </p:grpSpPr>
      <p:sp>
        <p:nvSpPr>
          <p:cNvPr id="1213" name="Google Shape;1213;p96"/>
          <p:cNvSpPr txBox="1"/>
          <p:nvPr>
            <p:ph idx="1" type="subTitle"/>
          </p:nvPr>
        </p:nvSpPr>
        <p:spPr>
          <a:xfrm>
            <a:off x="981375" y="1998708"/>
            <a:ext cx="4061700" cy="1935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You can describe the treatment contraindication here</a:t>
            </a:r>
            <a:endParaRPr/>
          </a:p>
          <a:p>
            <a:pPr indent="-330200" lvl="0" marL="457200" rtl="0" algn="l">
              <a:spcBef>
                <a:spcPts val="1200"/>
              </a:spcBef>
              <a:spcAft>
                <a:spcPts val="0"/>
              </a:spcAft>
              <a:buSzPts val="1600"/>
              <a:buChar char="●"/>
            </a:pPr>
            <a:r>
              <a:rPr lang="en"/>
              <a:t>You can describe the treatment contraindication here</a:t>
            </a:r>
            <a:endParaRPr/>
          </a:p>
          <a:p>
            <a:pPr indent="-330200" lvl="0" marL="457200" rtl="0" algn="l">
              <a:spcBef>
                <a:spcPts val="1200"/>
              </a:spcBef>
              <a:spcAft>
                <a:spcPts val="1200"/>
              </a:spcAft>
              <a:buSzPts val="1600"/>
              <a:buChar char="●"/>
            </a:pPr>
            <a:r>
              <a:rPr lang="en"/>
              <a:t>You can describe the treatment contraindication here</a:t>
            </a:r>
            <a:endParaRPr/>
          </a:p>
        </p:txBody>
      </p:sp>
      <p:sp>
        <p:nvSpPr>
          <p:cNvPr id="1214" name="Google Shape;1214;p9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Contraindications </a:t>
            </a:r>
            <a:endParaRPr/>
          </a:p>
        </p:txBody>
      </p:sp>
      <p:pic>
        <p:nvPicPr>
          <p:cNvPr id="1215" name="Google Shape;1215;p96"/>
          <p:cNvPicPr preferRelativeResize="0"/>
          <p:nvPr/>
        </p:nvPicPr>
        <p:blipFill rotWithShape="1">
          <a:blip r:embed="rId3">
            <a:alphaModFix/>
          </a:blip>
          <a:srcRect b="0" l="16648" r="16654" t="0"/>
          <a:stretch/>
        </p:blipFill>
        <p:spPr>
          <a:xfrm flipH="1">
            <a:off x="5203125" y="1432451"/>
            <a:ext cx="2959500" cy="29595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14"/>
                                        </p:tgtEl>
                                        <p:attrNameLst>
                                          <p:attrName>style.visibility</p:attrName>
                                        </p:attrNameLst>
                                      </p:cBhvr>
                                      <p:to>
                                        <p:strVal val="visible"/>
                                      </p:to>
                                    </p:set>
                                    <p:anim calcmode="lin" valueType="num">
                                      <p:cBhvr additive="base">
                                        <p:cTn dur="1000"/>
                                        <p:tgtEl>
                                          <p:spTgt spid="121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213"/>
                                        </p:tgtEl>
                                        <p:attrNameLst>
                                          <p:attrName>style.visibility</p:attrName>
                                        </p:attrNameLst>
                                      </p:cBhvr>
                                      <p:to>
                                        <p:strVal val="visible"/>
                                      </p:to>
                                    </p:set>
                                    <p:anim calcmode="lin" valueType="num">
                                      <p:cBhvr additive="base">
                                        <p:cTn dur="1000"/>
                                        <p:tgtEl>
                                          <p:spTgt spid="1213"/>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5"/>
                                        </p:tgtEl>
                                        <p:attrNameLst>
                                          <p:attrName>style.visibility</p:attrName>
                                        </p:attrNameLst>
                                      </p:cBhvr>
                                      <p:to>
                                        <p:strVal val="visible"/>
                                      </p:to>
                                    </p:set>
                                    <p:animEffect filter="fade" transition="in">
                                      <p:cBhvr>
                                        <p:cTn dur="1000"/>
                                        <p:tgtEl>
                                          <p:spTgt spid="12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sp>
        <p:nvSpPr>
          <p:cNvPr id="1220" name="Google Shape;1220;p97"/>
          <p:cNvSpPr txBox="1"/>
          <p:nvPr>
            <p:ph idx="1" type="subTitle"/>
          </p:nvPr>
        </p:nvSpPr>
        <p:spPr>
          <a:xfrm>
            <a:off x="4029375" y="1998708"/>
            <a:ext cx="4061700" cy="1935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You can describe the treatment indication here</a:t>
            </a:r>
            <a:endParaRPr/>
          </a:p>
          <a:p>
            <a:pPr indent="-330200" lvl="0" marL="457200" rtl="0" algn="l">
              <a:spcBef>
                <a:spcPts val="1200"/>
              </a:spcBef>
              <a:spcAft>
                <a:spcPts val="0"/>
              </a:spcAft>
              <a:buSzPts val="1600"/>
              <a:buChar char="●"/>
            </a:pPr>
            <a:r>
              <a:rPr lang="en"/>
              <a:t>You can describe the treatment indication here</a:t>
            </a:r>
            <a:endParaRPr/>
          </a:p>
          <a:p>
            <a:pPr indent="-330200" lvl="0" marL="457200" rtl="0" algn="l">
              <a:spcBef>
                <a:spcPts val="1200"/>
              </a:spcBef>
              <a:spcAft>
                <a:spcPts val="1200"/>
              </a:spcAft>
              <a:buSzPts val="1600"/>
              <a:buChar char="●"/>
            </a:pPr>
            <a:r>
              <a:rPr lang="en"/>
              <a:t>You can describe the treatment indication here</a:t>
            </a:r>
            <a:endParaRPr/>
          </a:p>
        </p:txBody>
      </p:sp>
      <p:sp>
        <p:nvSpPr>
          <p:cNvPr id="1221" name="Google Shape;1221;p9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Indications</a:t>
            </a:r>
            <a:endParaRPr/>
          </a:p>
        </p:txBody>
      </p:sp>
      <p:pic>
        <p:nvPicPr>
          <p:cNvPr id="1222" name="Google Shape;1222;p97"/>
          <p:cNvPicPr preferRelativeResize="0"/>
          <p:nvPr/>
        </p:nvPicPr>
        <p:blipFill rotWithShape="1">
          <a:blip r:embed="rId3">
            <a:alphaModFix/>
          </a:blip>
          <a:srcRect b="0" l="30379" r="2973" t="0"/>
          <a:stretch/>
        </p:blipFill>
        <p:spPr>
          <a:xfrm flipH="1">
            <a:off x="984112" y="1486451"/>
            <a:ext cx="2959500" cy="29595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21"/>
                                        </p:tgtEl>
                                        <p:attrNameLst>
                                          <p:attrName>style.visibility</p:attrName>
                                        </p:attrNameLst>
                                      </p:cBhvr>
                                      <p:to>
                                        <p:strVal val="visible"/>
                                      </p:to>
                                    </p:set>
                                    <p:anim calcmode="lin" valueType="num">
                                      <p:cBhvr additive="base">
                                        <p:cTn dur="1000"/>
                                        <p:tgtEl>
                                          <p:spTgt spid="1221"/>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20"/>
                                        </p:tgtEl>
                                        <p:attrNameLst>
                                          <p:attrName>style.visibility</p:attrName>
                                        </p:attrNameLst>
                                      </p:cBhvr>
                                      <p:to>
                                        <p:strVal val="visible"/>
                                      </p:to>
                                    </p:set>
                                    <p:anim calcmode="lin" valueType="num">
                                      <p:cBhvr additive="base">
                                        <p:cTn dur="1000"/>
                                        <p:tgtEl>
                                          <p:spTgt spid="122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222"/>
                                        </p:tgtEl>
                                        <p:attrNameLst>
                                          <p:attrName>style.visibility</p:attrName>
                                        </p:attrNameLst>
                                      </p:cBhvr>
                                      <p:to>
                                        <p:strVal val="visible"/>
                                      </p:to>
                                    </p:set>
                                    <p:anim calcmode="lin" valueType="num">
                                      <p:cBhvr additive="base">
                                        <p:cTn dur="1000"/>
                                        <p:tgtEl>
                                          <p:spTgt spid="122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6" name="Shape 1226"/>
        <p:cNvGrpSpPr/>
        <p:nvPr/>
      </p:nvGrpSpPr>
      <p:grpSpPr>
        <a:xfrm>
          <a:off x="0" y="0"/>
          <a:ext cx="0" cy="0"/>
          <a:chOff x="0" y="0"/>
          <a:chExt cx="0" cy="0"/>
        </a:xfrm>
      </p:grpSpPr>
      <p:sp>
        <p:nvSpPr>
          <p:cNvPr id="1227" name="Google Shape;1227;p98"/>
          <p:cNvSpPr/>
          <p:nvPr/>
        </p:nvSpPr>
        <p:spPr>
          <a:xfrm>
            <a:off x="3733975" y="2438227"/>
            <a:ext cx="1676100" cy="16761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8"/>
          <p:cNvSpPr/>
          <p:nvPr/>
        </p:nvSpPr>
        <p:spPr>
          <a:xfrm>
            <a:off x="3453998" y="2676337"/>
            <a:ext cx="652500" cy="65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8"/>
          <p:cNvSpPr/>
          <p:nvPr/>
        </p:nvSpPr>
        <p:spPr>
          <a:xfrm>
            <a:off x="5037448" y="2676327"/>
            <a:ext cx="652500" cy="65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98"/>
          <p:cNvSpPr/>
          <p:nvPr/>
        </p:nvSpPr>
        <p:spPr>
          <a:xfrm>
            <a:off x="3697463" y="3753086"/>
            <a:ext cx="652500" cy="65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8"/>
          <p:cNvSpPr/>
          <p:nvPr/>
        </p:nvSpPr>
        <p:spPr>
          <a:xfrm>
            <a:off x="4747513" y="3753085"/>
            <a:ext cx="652500" cy="65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8"/>
          <p:cNvSpPr/>
          <p:nvPr/>
        </p:nvSpPr>
        <p:spPr>
          <a:xfrm>
            <a:off x="4245713" y="2106962"/>
            <a:ext cx="652500" cy="65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9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Post-prevention</a:t>
            </a:r>
            <a:endParaRPr/>
          </a:p>
        </p:txBody>
      </p:sp>
      <p:grpSp>
        <p:nvGrpSpPr>
          <p:cNvPr id="1234" name="Google Shape;1234;p98"/>
          <p:cNvGrpSpPr/>
          <p:nvPr/>
        </p:nvGrpSpPr>
        <p:grpSpPr>
          <a:xfrm>
            <a:off x="5179362" y="2879677"/>
            <a:ext cx="368690" cy="245793"/>
            <a:chOff x="6656812" y="2029388"/>
            <a:chExt cx="368690" cy="245793"/>
          </a:xfrm>
        </p:grpSpPr>
        <p:sp>
          <p:nvSpPr>
            <p:cNvPr id="1235" name="Google Shape;1235;p9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9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9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9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9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98"/>
          <p:cNvGrpSpPr/>
          <p:nvPr/>
        </p:nvGrpSpPr>
        <p:grpSpPr>
          <a:xfrm>
            <a:off x="4387823" y="2263829"/>
            <a:ext cx="368308" cy="338746"/>
            <a:chOff x="6195998" y="1983102"/>
            <a:chExt cx="368308" cy="338746"/>
          </a:xfrm>
        </p:grpSpPr>
        <p:sp>
          <p:nvSpPr>
            <p:cNvPr id="1246" name="Google Shape;1246;p9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9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98"/>
          <p:cNvGrpSpPr/>
          <p:nvPr/>
        </p:nvGrpSpPr>
        <p:grpSpPr>
          <a:xfrm>
            <a:off x="3856813" y="3892696"/>
            <a:ext cx="333809" cy="373277"/>
            <a:chOff x="861113" y="2885746"/>
            <a:chExt cx="333809" cy="373277"/>
          </a:xfrm>
        </p:grpSpPr>
        <p:sp>
          <p:nvSpPr>
            <p:cNvPr id="1250" name="Google Shape;1250;p9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98"/>
          <p:cNvGrpSpPr/>
          <p:nvPr/>
        </p:nvGrpSpPr>
        <p:grpSpPr>
          <a:xfrm>
            <a:off x="3621137" y="2824840"/>
            <a:ext cx="318231" cy="355470"/>
            <a:chOff x="6219124" y="2902788"/>
            <a:chExt cx="318231" cy="355470"/>
          </a:xfrm>
        </p:grpSpPr>
        <p:sp>
          <p:nvSpPr>
            <p:cNvPr id="1254" name="Google Shape;1254;p9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9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98"/>
          <p:cNvGrpSpPr/>
          <p:nvPr/>
        </p:nvGrpSpPr>
        <p:grpSpPr>
          <a:xfrm>
            <a:off x="4889804" y="3903142"/>
            <a:ext cx="367925" cy="352380"/>
            <a:chOff x="7101317" y="2441655"/>
            <a:chExt cx="367925" cy="352380"/>
          </a:xfrm>
        </p:grpSpPr>
        <p:sp>
          <p:nvSpPr>
            <p:cNvPr id="1258" name="Google Shape;1258;p9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 name="Google Shape;1260;p98"/>
          <p:cNvSpPr txBox="1"/>
          <p:nvPr/>
        </p:nvSpPr>
        <p:spPr>
          <a:xfrm>
            <a:off x="931925" y="3584188"/>
            <a:ext cx="2169600" cy="48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DM Serif Display"/>
                <a:ea typeface="DM Serif Display"/>
                <a:cs typeface="DM Serif Display"/>
                <a:sym typeface="DM Serif Display"/>
              </a:rPr>
              <a:t>Mercury</a:t>
            </a:r>
            <a:endParaRPr sz="2200">
              <a:solidFill>
                <a:schemeClr val="dk1"/>
              </a:solidFill>
              <a:latin typeface="DM Serif Display"/>
              <a:ea typeface="DM Serif Display"/>
              <a:cs typeface="DM Serif Display"/>
              <a:sym typeface="DM Serif Display"/>
            </a:endParaRPr>
          </a:p>
        </p:txBody>
      </p:sp>
      <p:sp>
        <p:nvSpPr>
          <p:cNvPr id="1261" name="Google Shape;1261;p98"/>
          <p:cNvSpPr txBox="1"/>
          <p:nvPr/>
        </p:nvSpPr>
        <p:spPr>
          <a:xfrm>
            <a:off x="931925" y="3942080"/>
            <a:ext cx="2169600" cy="63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200"/>
              </a:spcAft>
              <a:buNone/>
            </a:pPr>
            <a:r>
              <a:rPr lang="en" sz="1600">
                <a:solidFill>
                  <a:schemeClr val="dk1"/>
                </a:solidFill>
                <a:latin typeface="Karla"/>
                <a:ea typeface="Karla"/>
                <a:cs typeface="Karla"/>
                <a:sym typeface="Karla"/>
              </a:rPr>
              <a:t>Mercury is the smallest planet</a:t>
            </a:r>
            <a:endParaRPr sz="1600">
              <a:solidFill>
                <a:schemeClr val="dk1"/>
              </a:solidFill>
              <a:latin typeface="Karla"/>
              <a:ea typeface="Karla"/>
              <a:cs typeface="Karla"/>
              <a:sym typeface="Karla"/>
            </a:endParaRPr>
          </a:p>
        </p:txBody>
      </p:sp>
      <p:sp>
        <p:nvSpPr>
          <p:cNvPr id="1262" name="Google Shape;1262;p98"/>
          <p:cNvSpPr txBox="1"/>
          <p:nvPr/>
        </p:nvSpPr>
        <p:spPr>
          <a:xfrm>
            <a:off x="6042575" y="3584175"/>
            <a:ext cx="2169600" cy="48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Venus</a:t>
            </a:r>
            <a:endParaRPr sz="2200">
              <a:solidFill>
                <a:schemeClr val="dk1"/>
              </a:solidFill>
              <a:latin typeface="DM Serif Display"/>
              <a:ea typeface="DM Serif Display"/>
              <a:cs typeface="DM Serif Display"/>
              <a:sym typeface="DM Serif Display"/>
            </a:endParaRPr>
          </a:p>
        </p:txBody>
      </p:sp>
      <p:sp>
        <p:nvSpPr>
          <p:cNvPr id="1263" name="Google Shape;1263;p98"/>
          <p:cNvSpPr txBox="1"/>
          <p:nvPr/>
        </p:nvSpPr>
        <p:spPr>
          <a:xfrm>
            <a:off x="6042575" y="3942067"/>
            <a:ext cx="2169600" cy="63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solidFill>
                  <a:schemeClr val="dk1"/>
                </a:solidFill>
                <a:latin typeface="Karla"/>
                <a:ea typeface="Karla"/>
                <a:cs typeface="Karla"/>
                <a:sym typeface="Karla"/>
              </a:rPr>
              <a:t>Venus has a nice name, but it’s hot</a:t>
            </a:r>
            <a:endParaRPr sz="1600">
              <a:solidFill>
                <a:schemeClr val="dk1"/>
              </a:solidFill>
              <a:latin typeface="Karla"/>
              <a:ea typeface="Karla"/>
              <a:cs typeface="Karla"/>
              <a:sym typeface="Karla"/>
            </a:endParaRPr>
          </a:p>
        </p:txBody>
      </p:sp>
      <p:sp>
        <p:nvSpPr>
          <p:cNvPr id="1264" name="Google Shape;1264;p98"/>
          <p:cNvSpPr txBox="1"/>
          <p:nvPr/>
        </p:nvSpPr>
        <p:spPr>
          <a:xfrm>
            <a:off x="6042575" y="2507427"/>
            <a:ext cx="2169600" cy="48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DM Serif Display"/>
                <a:ea typeface="DM Serif Display"/>
                <a:cs typeface="DM Serif Display"/>
                <a:sym typeface="DM Serif Display"/>
              </a:rPr>
              <a:t>Saturn</a:t>
            </a:r>
            <a:endParaRPr sz="2200">
              <a:solidFill>
                <a:schemeClr val="dk1"/>
              </a:solidFill>
              <a:latin typeface="DM Serif Display"/>
              <a:ea typeface="DM Serif Display"/>
              <a:cs typeface="DM Serif Display"/>
              <a:sym typeface="DM Serif Display"/>
            </a:endParaRPr>
          </a:p>
        </p:txBody>
      </p:sp>
      <p:sp>
        <p:nvSpPr>
          <p:cNvPr id="1265" name="Google Shape;1265;p98"/>
          <p:cNvSpPr txBox="1"/>
          <p:nvPr/>
        </p:nvSpPr>
        <p:spPr>
          <a:xfrm>
            <a:off x="6042575" y="2865319"/>
            <a:ext cx="2169600" cy="63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solidFill>
                  <a:schemeClr val="dk1"/>
                </a:solidFill>
                <a:latin typeface="Karla"/>
                <a:ea typeface="Karla"/>
                <a:cs typeface="Karla"/>
                <a:sym typeface="Karla"/>
              </a:rPr>
              <a:t>Saturn is composed mostly of hydrogen</a:t>
            </a:r>
            <a:endParaRPr sz="1600">
              <a:solidFill>
                <a:schemeClr val="dk1"/>
              </a:solidFill>
              <a:latin typeface="Karla"/>
              <a:ea typeface="Karla"/>
              <a:cs typeface="Karla"/>
              <a:sym typeface="Karla"/>
            </a:endParaRPr>
          </a:p>
        </p:txBody>
      </p:sp>
      <p:sp>
        <p:nvSpPr>
          <p:cNvPr id="1266" name="Google Shape;1266;p98"/>
          <p:cNvSpPr txBox="1"/>
          <p:nvPr/>
        </p:nvSpPr>
        <p:spPr>
          <a:xfrm>
            <a:off x="931925" y="2507427"/>
            <a:ext cx="2169600" cy="48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DM Serif Display"/>
                <a:ea typeface="DM Serif Display"/>
                <a:cs typeface="DM Serif Display"/>
                <a:sym typeface="DM Serif Display"/>
              </a:rPr>
              <a:t>Jupiter</a:t>
            </a:r>
            <a:endParaRPr sz="2200">
              <a:solidFill>
                <a:schemeClr val="dk1"/>
              </a:solidFill>
              <a:latin typeface="DM Serif Display"/>
              <a:ea typeface="DM Serif Display"/>
              <a:cs typeface="DM Serif Display"/>
              <a:sym typeface="DM Serif Display"/>
            </a:endParaRPr>
          </a:p>
        </p:txBody>
      </p:sp>
      <p:sp>
        <p:nvSpPr>
          <p:cNvPr id="1267" name="Google Shape;1267;p98"/>
          <p:cNvSpPr txBox="1"/>
          <p:nvPr/>
        </p:nvSpPr>
        <p:spPr>
          <a:xfrm>
            <a:off x="931925" y="2865319"/>
            <a:ext cx="2169600" cy="63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200"/>
              </a:spcAft>
              <a:buNone/>
            </a:pPr>
            <a:r>
              <a:rPr lang="en" sz="1600">
                <a:solidFill>
                  <a:schemeClr val="dk1"/>
                </a:solidFill>
                <a:latin typeface="Karla"/>
                <a:ea typeface="Karla"/>
                <a:cs typeface="Karla"/>
                <a:sym typeface="Karla"/>
              </a:rPr>
              <a:t>Jupiter is the biggest planet of them all</a:t>
            </a:r>
            <a:endParaRPr sz="1600">
              <a:solidFill>
                <a:schemeClr val="dk1"/>
              </a:solidFill>
              <a:latin typeface="Karla"/>
              <a:ea typeface="Karla"/>
              <a:cs typeface="Karla"/>
              <a:sym typeface="Karla"/>
            </a:endParaRPr>
          </a:p>
        </p:txBody>
      </p:sp>
      <p:sp>
        <p:nvSpPr>
          <p:cNvPr id="1268" name="Google Shape;1268;p98"/>
          <p:cNvSpPr txBox="1"/>
          <p:nvPr/>
        </p:nvSpPr>
        <p:spPr>
          <a:xfrm>
            <a:off x="3487175" y="1097398"/>
            <a:ext cx="21696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Mars</a:t>
            </a:r>
            <a:endParaRPr sz="2200">
              <a:solidFill>
                <a:schemeClr val="dk1"/>
              </a:solidFill>
              <a:latin typeface="DM Serif Display"/>
              <a:ea typeface="DM Serif Display"/>
              <a:cs typeface="DM Serif Display"/>
              <a:sym typeface="DM Serif Display"/>
            </a:endParaRPr>
          </a:p>
        </p:txBody>
      </p:sp>
      <p:sp>
        <p:nvSpPr>
          <p:cNvPr id="1269" name="Google Shape;1269;p98"/>
          <p:cNvSpPr txBox="1"/>
          <p:nvPr/>
        </p:nvSpPr>
        <p:spPr>
          <a:xfrm>
            <a:off x="3487175" y="1455290"/>
            <a:ext cx="21696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Despite being red, Mars is a cold place</a:t>
            </a:r>
            <a:endParaRPr sz="1600">
              <a:solidFill>
                <a:schemeClr val="dk1"/>
              </a:solidFill>
              <a:latin typeface="Karla"/>
              <a:ea typeface="Karla"/>
              <a:cs typeface="Karla"/>
              <a:sym typeface="Karla"/>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33"/>
                                        </p:tgtEl>
                                        <p:attrNameLst>
                                          <p:attrName>style.visibility</p:attrName>
                                        </p:attrNameLst>
                                      </p:cBhvr>
                                      <p:to>
                                        <p:strVal val="visible"/>
                                      </p:to>
                                    </p:set>
                                    <p:anim calcmode="lin" valueType="num">
                                      <p:cBhvr additive="base">
                                        <p:cTn dur="1000"/>
                                        <p:tgtEl>
                                          <p:spTgt spid="123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8"/>
                                        </p:tgtEl>
                                        <p:attrNameLst>
                                          <p:attrName>style.visibility</p:attrName>
                                        </p:attrNameLst>
                                      </p:cBhvr>
                                      <p:to>
                                        <p:strVal val="visible"/>
                                      </p:to>
                                    </p:set>
                                    <p:animEffect filter="fade" transition="in">
                                      <p:cBhvr>
                                        <p:cTn dur="1000"/>
                                        <p:tgtEl>
                                          <p:spTgt spid="1268"/>
                                        </p:tgtEl>
                                      </p:cBhvr>
                                    </p:animEffect>
                                  </p:childTnLst>
                                </p:cTn>
                              </p:par>
                              <p:par>
                                <p:cTn fill="hold" nodeType="withEffect" presetClass="entr" presetID="10" presetSubtype="0">
                                  <p:stCondLst>
                                    <p:cond delay="0"/>
                                  </p:stCondLst>
                                  <p:childTnLst>
                                    <p:set>
                                      <p:cBhvr>
                                        <p:cTn dur="1" fill="hold">
                                          <p:stCondLst>
                                            <p:cond delay="0"/>
                                          </p:stCondLst>
                                        </p:cTn>
                                        <p:tgtEl>
                                          <p:spTgt spid="1269"/>
                                        </p:tgtEl>
                                        <p:attrNameLst>
                                          <p:attrName>style.visibility</p:attrName>
                                        </p:attrNameLst>
                                      </p:cBhvr>
                                      <p:to>
                                        <p:strVal val="visible"/>
                                      </p:to>
                                    </p:set>
                                    <p:animEffect filter="fade" transition="in">
                                      <p:cBhvr>
                                        <p:cTn dur="1000"/>
                                        <p:tgtEl>
                                          <p:spTgt spid="1269"/>
                                        </p:tgtEl>
                                      </p:cBhvr>
                                    </p:animEffect>
                                  </p:childTnLst>
                                </p:cTn>
                              </p:par>
                              <p:par>
                                <p:cTn fill="hold" nodeType="withEffect" presetClass="entr" presetID="10" presetSubtype="0">
                                  <p:stCondLst>
                                    <p:cond delay="0"/>
                                  </p:stCondLst>
                                  <p:childTnLst>
                                    <p:set>
                                      <p:cBhvr>
                                        <p:cTn dur="1" fill="hold">
                                          <p:stCondLst>
                                            <p:cond delay="0"/>
                                          </p:stCondLst>
                                        </p:cTn>
                                        <p:tgtEl>
                                          <p:spTgt spid="1245"/>
                                        </p:tgtEl>
                                        <p:attrNameLst>
                                          <p:attrName>style.visibility</p:attrName>
                                        </p:attrNameLst>
                                      </p:cBhvr>
                                      <p:to>
                                        <p:strVal val="visible"/>
                                      </p:to>
                                    </p:set>
                                    <p:animEffect filter="fade" transition="in">
                                      <p:cBhvr>
                                        <p:cTn dur="1000"/>
                                        <p:tgtEl>
                                          <p:spTgt spid="12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57"/>
                                        </p:tgtEl>
                                        <p:attrNameLst>
                                          <p:attrName>style.visibility</p:attrName>
                                        </p:attrNameLst>
                                      </p:cBhvr>
                                      <p:to>
                                        <p:strVal val="visible"/>
                                      </p:to>
                                    </p:set>
                                    <p:animEffect filter="fade" transition="in">
                                      <p:cBhvr>
                                        <p:cTn dur="1000"/>
                                        <p:tgtEl>
                                          <p:spTgt spid="1257"/>
                                        </p:tgtEl>
                                      </p:cBhvr>
                                    </p:animEffect>
                                  </p:childTnLst>
                                </p:cTn>
                              </p:par>
                              <p:par>
                                <p:cTn fill="hold" nodeType="withEffect" presetClass="entr" presetID="10" presetSubtype="0">
                                  <p:stCondLst>
                                    <p:cond delay="0"/>
                                  </p:stCondLst>
                                  <p:childTnLst>
                                    <p:set>
                                      <p:cBhvr>
                                        <p:cTn dur="1" fill="hold">
                                          <p:stCondLst>
                                            <p:cond delay="0"/>
                                          </p:stCondLst>
                                        </p:cTn>
                                        <p:tgtEl>
                                          <p:spTgt spid="1262"/>
                                        </p:tgtEl>
                                        <p:attrNameLst>
                                          <p:attrName>style.visibility</p:attrName>
                                        </p:attrNameLst>
                                      </p:cBhvr>
                                      <p:to>
                                        <p:strVal val="visible"/>
                                      </p:to>
                                    </p:set>
                                    <p:animEffect filter="fade" transition="in">
                                      <p:cBhvr>
                                        <p:cTn dur="1000"/>
                                        <p:tgtEl>
                                          <p:spTgt spid="1262"/>
                                        </p:tgtEl>
                                      </p:cBhvr>
                                    </p:animEffect>
                                  </p:childTnLst>
                                </p:cTn>
                              </p:par>
                              <p:par>
                                <p:cTn fill="hold" nodeType="withEffect" presetClass="entr" presetID="10" presetSubtype="0">
                                  <p:stCondLst>
                                    <p:cond delay="0"/>
                                  </p:stCondLst>
                                  <p:childTnLst>
                                    <p:set>
                                      <p:cBhvr>
                                        <p:cTn dur="1" fill="hold">
                                          <p:stCondLst>
                                            <p:cond delay="0"/>
                                          </p:stCondLst>
                                        </p:cTn>
                                        <p:tgtEl>
                                          <p:spTgt spid="1263"/>
                                        </p:tgtEl>
                                        <p:attrNameLst>
                                          <p:attrName>style.visibility</p:attrName>
                                        </p:attrNameLst>
                                      </p:cBhvr>
                                      <p:to>
                                        <p:strVal val="visible"/>
                                      </p:to>
                                    </p:set>
                                    <p:animEffect filter="fade" transition="in">
                                      <p:cBhvr>
                                        <p:cTn dur="1000"/>
                                        <p:tgtEl>
                                          <p:spTgt spid="1263"/>
                                        </p:tgtEl>
                                      </p:cBhvr>
                                    </p:animEffect>
                                  </p:childTnLst>
                                </p:cTn>
                              </p:par>
                              <p:par>
                                <p:cTn fill="hold" nodeType="withEffect" presetClass="entr" presetID="10" presetSubtype="0">
                                  <p:stCondLst>
                                    <p:cond delay="0"/>
                                  </p:stCondLst>
                                  <p:childTnLst>
                                    <p:set>
                                      <p:cBhvr>
                                        <p:cTn dur="1" fill="hold">
                                          <p:stCondLst>
                                            <p:cond delay="0"/>
                                          </p:stCondLst>
                                        </p:cTn>
                                        <p:tgtEl>
                                          <p:spTgt spid="1231"/>
                                        </p:tgtEl>
                                        <p:attrNameLst>
                                          <p:attrName>style.visibility</p:attrName>
                                        </p:attrNameLst>
                                      </p:cBhvr>
                                      <p:to>
                                        <p:strVal val="visible"/>
                                      </p:to>
                                    </p:set>
                                    <p:animEffect filter="fade" transition="in">
                                      <p:cBhvr>
                                        <p:cTn dur="1000"/>
                                        <p:tgtEl>
                                          <p:spTgt spid="12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9"/>
                                        </p:tgtEl>
                                        <p:attrNameLst>
                                          <p:attrName>style.visibility</p:attrName>
                                        </p:attrNameLst>
                                      </p:cBhvr>
                                      <p:to>
                                        <p:strVal val="visible"/>
                                      </p:to>
                                    </p:set>
                                    <p:animEffect filter="fade" transition="in">
                                      <p:cBhvr>
                                        <p:cTn dur="1000"/>
                                        <p:tgtEl>
                                          <p:spTgt spid="1249"/>
                                        </p:tgtEl>
                                      </p:cBhvr>
                                    </p:animEffect>
                                  </p:childTnLst>
                                </p:cTn>
                              </p:par>
                              <p:par>
                                <p:cTn fill="hold" nodeType="withEffect" presetClass="entr" presetID="10" presetSubtype="0">
                                  <p:stCondLst>
                                    <p:cond delay="0"/>
                                  </p:stCondLst>
                                  <p:childTnLst>
                                    <p:set>
                                      <p:cBhvr>
                                        <p:cTn dur="1" fill="hold">
                                          <p:stCondLst>
                                            <p:cond delay="0"/>
                                          </p:stCondLst>
                                        </p:cTn>
                                        <p:tgtEl>
                                          <p:spTgt spid="1260"/>
                                        </p:tgtEl>
                                        <p:attrNameLst>
                                          <p:attrName>style.visibility</p:attrName>
                                        </p:attrNameLst>
                                      </p:cBhvr>
                                      <p:to>
                                        <p:strVal val="visible"/>
                                      </p:to>
                                    </p:set>
                                    <p:animEffect filter="fade" transition="in">
                                      <p:cBhvr>
                                        <p:cTn dur="1000"/>
                                        <p:tgtEl>
                                          <p:spTgt spid="1260"/>
                                        </p:tgtEl>
                                      </p:cBhvr>
                                    </p:animEffect>
                                  </p:childTnLst>
                                </p:cTn>
                              </p:par>
                              <p:par>
                                <p:cTn fill="hold" nodeType="withEffect" presetClass="entr" presetID="10" presetSubtype="0">
                                  <p:stCondLst>
                                    <p:cond delay="0"/>
                                  </p:stCondLst>
                                  <p:childTnLst>
                                    <p:set>
                                      <p:cBhvr>
                                        <p:cTn dur="1" fill="hold">
                                          <p:stCondLst>
                                            <p:cond delay="0"/>
                                          </p:stCondLst>
                                        </p:cTn>
                                        <p:tgtEl>
                                          <p:spTgt spid="1261"/>
                                        </p:tgtEl>
                                        <p:attrNameLst>
                                          <p:attrName>style.visibility</p:attrName>
                                        </p:attrNameLst>
                                      </p:cBhvr>
                                      <p:to>
                                        <p:strVal val="visible"/>
                                      </p:to>
                                    </p:set>
                                    <p:animEffect filter="fade" transition="in">
                                      <p:cBhvr>
                                        <p:cTn dur="1000"/>
                                        <p:tgtEl>
                                          <p:spTgt spid="1261"/>
                                        </p:tgtEl>
                                      </p:cBhvr>
                                    </p:animEffect>
                                  </p:childTnLst>
                                </p:cTn>
                              </p:par>
                              <p:par>
                                <p:cTn fill="hold" nodeType="withEffect" presetClass="entr" presetID="10" presetSubtype="0">
                                  <p:stCondLst>
                                    <p:cond delay="0"/>
                                  </p:stCondLst>
                                  <p:childTnLst>
                                    <p:set>
                                      <p:cBhvr>
                                        <p:cTn dur="1" fill="hold">
                                          <p:stCondLst>
                                            <p:cond delay="0"/>
                                          </p:stCondLst>
                                        </p:cTn>
                                        <p:tgtEl>
                                          <p:spTgt spid="1230"/>
                                        </p:tgtEl>
                                        <p:attrNameLst>
                                          <p:attrName>style.visibility</p:attrName>
                                        </p:attrNameLst>
                                      </p:cBhvr>
                                      <p:to>
                                        <p:strVal val="visible"/>
                                      </p:to>
                                    </p:set>
                                    <p:animEffect filter="fade" transition="in">
                                      <p:cBhvr>
                                        <p:cTn dur="1000"/>
                                        <p:tgtEl>
                                          <p:spTgt spid="123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28"/>
                                        </p:tgtEl>
                                        <p:attrNameLst>
                                          <p:attrName>style.visibility</p:attrName>
                                        </p:attrNameLst>
                                      </p:cBhvr>
                                      <p:to>
                                        <p:strVal val="visible"/>
                                      </p:to>
                                    </p:set>
                                    <p:animEffect filter="fade" transition="in">
                                      <p:cBhvr>
                                        <p:cTn dur="1000"/>
                                        <p:tgtEl>
                                          <p:spTgt spid="1228"/>
                                        </p:tgtEl>
                                      </p:cBhvr>
                                    </p:animEffect>
                                  </p:childTnLst>
                                </p:cTn>
                              </p:par>
                              <p:par>
                                <p:cTn fill="hold" nodeType="withEffect" presetClass="entr" presetID="10" presetSubtype="0">
                                  <p:stCondLst>
                                    <p:cond delay="0"/>
                                  </p:stCondLst>
                                  <p:childTnLst>
                                    <p:set>
                                      <p:cBhvr>
                                        <p:cTn dur="1" fill="hold">
                                          <p:stCondLst>
                                            <p:cond delay="0"/>
                                          </p:stCondLst>
                                        </p:cTn>
                                        <p:tgtEl>
                                          <p:spTgt spid="1266"/>
                                        </p:tgtEl>
                                        <p:attrNameLst>
                                          <p:attrName>style.visibility</p:attrName>
                                        </p:attrNameLst>
                                      </p:cBhvr>
                                      <p:to>
                                        <p:strVal val="visible"/>
                                      </p:to>
                                    </p:set>
                                    <p:animEffect filter="fade" transition="in">
                                      <p:cBhvr>
                                        <p:cTn dur="1000"/>
                                        <p:tgtEl>
                                          <p:spTgt spid="1266"/>
                                        </p:tgtEl>
                                      </p:cBhvr>
                                    </p:animEffect>
                                  </p:childTnLst>
                                </p:cTn>
                              </p:par>
                              <p:par>
                                <p:cTn fill="hold" nodeType="withEffect" presetClass="entr" presetID="10" presetSubtype="0">
                                  <p:stCondLst>
                                    <p:cond delay="0"/>
                                  </p:stCondLst>
                                  <p:childTnLst>
                                    <p:set>
                                      <p:cBhvr>
                                        <p:cTn dur="1" fill="hold">
                                          <p:stCondLst>
                                            <p:cond delay="0"/>
                                          </p:stCondLst>
                                        </p:cTn>
                                        <p:tgtEl>
                                          <p:spTgt spid="1267"/>
                                        </p:tgtEl>
                                        <p:attrNameLst>
                                          <p:attrName>style.visibility</p:attrName>
                                        </p:attrNameLst>
                                      </p:cBhvr>
                                      <p:to>
                                        <p:strVal val="visible"/>
                                      </p:to>
                                    </p:set>
                                    <p:animEffect filter="fade" transition="in">
                                      <p:cBhvr>
                                        <p:cTn dur="1000"/>
                                        <p:tgtEl>
                                          <p:spTgt spid="1267"/>
                                        </p:tgtEl>
                                      </p:cBhvr>
                                    </p:animEffect>
                                  </p:childTnLst>
                                </p:cTn>
                              </p:par>
                              <p:par>
                                <p:cTn fill="hold" nodeType="withEffect" presetClass="entr" presetID="10" presetSubtype="0">
                                  <p:stCondLst>
                                    <p:cond delay="0"/>
                                  </p:stCondLst>
                                  <p:childTnLst>
                                    <p:set>
                                      <p:cBhvr>
                                        <p:cTn dur="1" fill="hold">
                                          <p:stCondLst>
                                            <p:cond delay="0"/>
                                          </p:stCondLst>
                                        </p:cTn>
                                        <p:tgtEl>
                                          <p:spTgt spid="1253"/>
                                        </p:tgtEl>
                                        <p:attrNameLst>
                                          <p:attrName>style.visibility</p:attrName>
                                        </p:attrNameLst>
                                      </p:cBhvr>
                                      <p:to>
                                        <p:strVal val="visible"/>
                                      </p:to>
                                    </p:set>
                                    <p:animEffect filter="fade" transition="in">
                                      <p:cBhvr>
                                        <p:cTn dur="1000"/>
                                        <p:tgtEl>
                                          <p:spTgt spid="125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27"/>
                                        </p:tgtEl>
                                        <p:attrNameLst>
                                          <p:attrName>style.visibility</p:attrName>
                                        </p:attrNameLst>
                                      </p:cBhvr>
                                      <p:to>
                                        <p:strVal val="visible"/>
                                      </p:to>
                                    </p:set>
                                    <p:animEffect filter="fade" transition="in">
                                      <p:cBhvr>
                                        <p:cTn dur="1000"/>
                                        <p:tgtEl>
                                          <p:spTgt spid="12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sp>
        <p:nvSpPr>
          <p:cNvPr id="1274" name="Google Shape;1274;p9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Post-prevention</a:t>
            </a:r>
            <a:endParaRPr/>
          </a:p>
        </p:txBody>
      </p:sp>
      <p:sp>
        <p:nvSpPr>
          <p:cNvPr id="1275" name="Google Shape;1275;p99"/>
          <p:cNvSpPr/>
          <p:nvPr/>
        </p:nvSpPr>
        <p:spPr>
          <a:xfrm>
            <a:off x="1257125" y="1601050"/>
            <a:ext cx="1960500" cy="2587200"/>
          </a:xfrm>
          <a:prstGeom prst="roundRect">
            <a:avLst>
              <a:gd fmla="val 16667" name="adj"/>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9"/>
          <p:cNvSpPr txBox="1"/>
          <p:nvPr/>
        </p:nvSpPr>
        <p:spPr>
          <a:xfrm>
            <a:off x="1458875" y="2640775"/>
            <a:ext cx="15570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Jupiter</a:t>
            </a:r>
            <a:endParaRPr sz="2200">
              <a:solidFill>
                <a:schemeClr val="dk1"/>
              </a:solidFill>
              <a:latin typeface="DM Serif Display"/>
              <a:ea typeface="DM Serif Display"/>
              <a:cs typeface="DM Serif Display"/>
              <a:sym typeface="DM Serif Display"/>
            </a:endParaRPr>
          </a:p>
        </p:txBody>
      </p:sp>
      <p:sp>
        <p:nvSpPr>
          <p:cNvPr id="1277" name="Google Shape;1277;p99"/>
          <p:cNvSpPr txBox="1"/>
          <p:nvPr/>
        </p:nvSpPr>
        <p:spPr>
          <a:xfrm>
            <a:off x="1458875" y="3008201"/>
            <a:ext cx="1557000" cy="92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Jupiter is the biggest planet of them all</a:t>
            </a:r>
            <a:endParaRPr sz="1600">
              <a:solidFill>
                <a:schemeClr val="dk1"/>
              </a:solidFill>
              <a:latin typeface="Karla"/>
              <a:ea typeface="Karla"/>
              <a:cs typeface="Karla"/>
              <a:sym typeface="Karla"/>
            </a:endParaRPr>
          </a:p>
        </p:txBody>
      </p:sp>
      <p:sp>
        <p:nvSpPr>
          <p:cNvPr id="1278" name="Google Shape;1278;p99"/>
          <p:cNvSpPr/>
          <p:nvPr/>
        </p:nvSpPr>
        <p:spPr>
          <a:xfrm>
            <a:off x="3591750" y="1601050"/>
            <a:ext cx="1960500" cy="2587200"/>
          </a:xfrm>
          <a:prstGeom prst="roundRect">
            <a:avLst>
              <a:gd fmla="val 16667" name="adj"/>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9"/>
          <p:cNvSpPr txBox="1"/>
          <p:nvPr/>
        </p:nvSpPr>
        <p:spPr>
          <a:xfrm>
            <a:off x="3793500" y="2640775"/>
            <a:ext cx="15570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Mercury</a:t>
            </a:r>
            <a:endParaRPr sz="2200">
              <a:solidFill>
                <a:schemeClr val="dk1"/>
              </a:solidFill>
              <a:latin typeface="DM Serif Display"/>
              <a:ea typeface="DM Serif Display"/>
              <a:cs typeface="DM Serif Display"/>
              <a:sym typeface="DM Serif Display"/>
            </a:endParaRPr>
          </a:p>
        </p:txBody>
      </p:sp>
      <p:sp>
        <p:nvSpPr>
          <p:cNvPr id="1280" name="Google Shape;1280;p99"/>
          <p:cNvSpPr txBox="1"/>
          <p:nvPr/>
        </p:nvSpPr>
        <p:spPr>
          <a:xfrm>
            <a:off x="3793500" y="3008201"/>
            <a:ext cx="1557000" cy="926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sz="1600">
                <a:solidFill>
                  <a:schemeClr val="dk1"/>
                </a:solidFill>
                <a:latin typeface="Karla"/>
                <a:ea typeface="Karla"/>
                <a:cs typeface="Karla"/>
                <a:sym typeface="Karla"/>
              </a:rPr>
              <a:t>It’</a:t>
            </a:r>
            <a:r>
              <a:rPr lang="en" sz="1600">
                <a:solidFill>
                  <a:schemeClr val="dk1"/>
                </a:solidFill>
                <a:latin typeface="Karla"/>
                <a:ea typeface="Karla"/>
                <a:cs typeface="Karla"/>
                <a:sym typeface="Karla"/>
              </a:rPr>
              <a:t>s a small planet close to the Sun</a:t>
            </a:r>
            <a:endParaRPr sz="1600">
              <a:solidFill>
                <a:schemeClr val="dk1"/>
              </a:solidFill>
              <a:latin typeface="Karla"/>
              <a:ea typeface="Karla"/>
              <a:cs typeface="Karla"/>
              <a:sym typeface="Karla"/>
            </a:endParaRPr>
          </a:p>
        </p:txBody>
      </p:sp>
      <p:sp>
        <p:nvSpPr>
          <p:cNvPr id="1281" name="Google Shape;1281;p99"/>
          <p:cNvSpPr/>
          <p:nvPr/>
        </p:nvSpPr>
        <p:spPr>
          <a:xfrm>
            <a:off x="5926375" y="1601050"/>
            <a:ext cx="1960500" cy="2587200"/>
          </a:xfrm>
          <a:prstGeom prst="roundRect">
            <a:avLst>
              <a:gd fmla="val 16667" name="adj"/>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99"/>
          <p:cNvSpPr txBox="1"/>
          <p:nvPr/>
        </p:nvSpPr>
        <p:spPr>
          <a:xfrm>
            <a:off x="6128125" y="2640775"/>
            <a:ext cx="1557000" cy="4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Mars</a:t>
            </a:r>
            <a:endParaRPr sz="2200">
              <a:solidFill>
                <a:schemeClr val="dk1"/>
              </a:solidFill>
              <a:latin typeface="DM Serif Display"/>
              <a:ea typeface="DM Serif Display"/>
              <a:cs typeface="DM Serif Display"/>
              <a:sym typeface="DM Serif Display"/>
            </a:endParaRPr>
          </a:p>
        </p:txBody>
      </p:sp>
      <p:sp>
        <p:nvSpPr>
          <p:cNvPr id="1283" name="Google Shape;1283;p99"/>
          <p:cNvSpPr txBox="1"/>
          <p:nvPr/>
        </p:nvSpPr>
        <p:spPr>
          <a:xfrm>
            <a:off x="6128125" y="3008200"/>
            <a:ext cx="1557000" cy="92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Despite being red, Mars is a cold place</a:t>
            </a:r>
            <a:endParaRPr sz="1600">
              <a:solidFill>
                <a:schemeClr val="dk1"/>
              </a:solidFill>
              <a:latin typeface="Karla"/>
              <a:ea typeface="Karla"/>
              <a:cs typeface="Karla"/>
              <a:sym typeface="Karla"/>
            </a:endParaRPr>
          </a:p>
          <a:p>
            <a:pPr indent="0" lvl="0" marL="0" rtl="0" algn="r">
              <a:spcBef>
                <a:spcPts val="1200"/>
              </a:spcBef>
              <a:spcAft>
                <a:spcPts val="1200"/>
              </a:spcAft>
              <a:buNone/>
            </a:pPr>
            <a:r>
              <a:t/>
            </a:r>
            <a:endParaRPr sz="1600">
              <a:solidFill>
                <a:schemeClr val="dk1"/>
              </a:solidFill>
              <a:latin typeface="Karla"/>
              <a:ea typeface="Karla"/>
              <a:cs typeface="Karla"/>
              <a:sym typeface="Karla"/>
            </a:endParaRPr>
          </a:p>
        </p:txBody>
      </p:sp>
      <p:grpSp>
        <p:nvGrpSpPr>
          <p:cNvPr id="1284" name="Google Shape;1284;p99"/>
          <p:cNvGrpSpPr/>
          <p:nvPr/>
        </p:nvGrpSpPr>
        <p:grpSpPr>
          <a:xfrm>
            <a:off x="2072183" y="2007620"/>
            <a:ext cx="330385" cy="487729"/>
            <a:chOff x="4942472" y="3809318"/>
            <a:chExt cx="238976" cy="352762"/>
          </a:xfrm>
        </p:grpSpPr>
        <p:sp>
          <p:nvSpPr>
            <p:cNvPr id="1285" name="Google Shape;1285;p9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9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9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99"/>
          <p:cNvGrpSpPr/>
          <p:nvPr/>
        </p:nvGrpSpPr>
        <p:grpSpPr>
          <a:xfrm>
            <a:off x="4324212" y="2007935"/>
            <a:ext cx="495577" cy="487113"/>
            <a:chOff x="4882170" y="3349841"/>
            <a:chExt cx="358464" cy="352316"/>
          </a:xfrm>
        </p:grpSpPr>
        <p:sp>
          <p:nvSpPr>
            <p:cNvPr id="1293" name="Google Shape;1293;p9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 name="Google Shape;1295;p99"/>
          <p:cNvSpPr/>
          <p:nvPr/>
        </p:nvSpPr>
        <p:spPr>
          <a:xfrm>
            <a:off x="6683496" y="2005538"/>
            <a:ext cx="446257" cy="491883"/>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6" name="Google Shape;1296;p99"/>
          <p:cNvCxnSpPr>
            <a:stCxn id="1278" idx="1"/>
            <a:endCxn id="1278" idx="1"/>
          </p:cNvCxnSpPr>
          <p:nvPr/>
        </p:nvCxnSpPr>
        <p:spPr>
          <a:xfrm>
            <a:off x="3591750" y="2894650"/>
            <a:ext cx="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74"/>
                                        </p:tgtEl>
                                        <p:attrNameLst>
                                          <p:attrName>style.visibility</p:attrName>
                                        </p:attrNameLst>
                                      </p:cBhvr>
                                      <p:to>
                                        <p:strVal val="visible"/>
                                      </p:to>
                                    </p:set>
                                    <p:anim calcmode="lin" valueType="num">
                                      <p:cBhvr additive="base">
                                        <p:cTn dur="1000"/>
                                        <p:tgtEl>
                                          <p:spTgt spid="127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75"/>
                                        </p:tgtEl>
                                        <p:attrNameLst>
                                          <p:attrName>style.visibility</p:attrName>
                                        </p:attrNameLst>
                                      </p:cBhvr>
                                      <p:to>
                                        <p:strVal val="visible"/>
                                      </p:to>
                                    </p:set>
                                    <p:anim calcmode="lin" valueType="num">
                                      <p:cBhvr additive="base">
                                        <p:cTn dur="1000"/>
                                        <p:tgtEl>
                                          <p:spTgt spid="127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76"/>
                                        </p:tgtEl>
                                        <p:attrNameLst>
                                          <p:attrName>style.visibility</p:attrName>
                                        </p:attrNameLst>
                                      </p:cBhvr>
                                      <p:to>
                                        <p:strVal val="visible"/>
                                      </p:to>
                                    </p:set>
                                    <p:animEffect filter="fade" transition="in">
                                      <p:cBhvr>
                                        <p:cTn dur="1000"/>
                                        <p:tgtEl>
                                          <p:spTgt spid="1276"/>
                                        </p:tgtEl>
                                      </p:cBhvr>
                                    </p:animEffect>
                                  </p:childTnLst>
                                </p:cTn>
                              </p:par>
                              <p:par>
                                <p:cTn fill="hold" nodeType="withEffect" presetClass="entr" presetID="10" presetSubtype="0">
                                  <p:stCondLst>
                                    <p:cond delay="0"/>
                                  </p:stCondLst>
                                  <p:childTnLst>
                                    <p:set>
                                      <p:cBhvr>
                                        <p:cTn dur="1" fill="hold">
                                          <p:stCondLst>
                                            <p:cond delay="0"/>
                                          </p:stCondLst>
                                        </p:cTn>
                                        <p:tgtEl>
                                          <p:spTgt spid="1277"/>
                                        </p:tgtEl>
                                        <p:attrNameLst>
                                          <p:attrName>style.visibility</p:attrName>
                                        </p:attrNameLst>
                                      </p:cBhvr>
                                      <p:to>
                                        <p:strVal val="visible"/>
                                      </p:to>
                                    </p:set>
                                    <p:animEffect filter="fade" transition="in">
                                      <p:cBhvr>
                                        <p:cTn dur="1000"/>
                                        <p:tgtEl>
                                          <p:spTgt spid="1277"/>
                                        </p:tgtEl>
                                      </p:cBhvr>
                                    </p:animEffect>
                                  </p:childTnLst>
                                </p:cTn>
                              </p:par>
                              <p:par>
                                <p:cTn fill="hold" nodeType="withEffect" presetClass="entr" presetID="10" presetSubtype="0">
                                  <p:stCondLst>
                                    <p:cond delay="0"/>
                                  </p:stCondLst>
                                  <p:childTnLst>
                                    <p:set>
                                      <p:cBhvr>
                                        <p:cTn dur="1" fill="hold">
                                          <p:stCondLst>
                                            <p:cond delay="0"/>
                                          </p:stCondLst>
                                        </p:cTn>
                                        <p:tgtEl>
                                          <p:spTgt spid="1284"/>
                                        </p:tgtEl>
                                        <p:attrNameLst>
                                          <p:attrName>style.visibility</p:attrName>
                                        </p:attrNameLst>
                                      </p:cBhvr>
                                      <p:to>
                                        <p:strVal val="visible"/>
                                      </p:to>
                                    </p:set>
                                    <p:animEffect filter="fade" transition="in">
                                      <p:cBhvr>
                                        <p:cTn dur="1000"/>
                                        <p:tgtEl>
                                          <p:spTgt spid="128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78"/>
                                        </p:tgtEl>
                                        <p:attrNameLst>
                                          <p:attrName>style.visibility</p:attrName>
                                        </p:attrNameLst>
                                      </p:cBhvr>
                                      <p:to>
                                        <p:strVal val="visible"/>
                                      </p:to>
                                    </p:set>
                                    <p:anim calcmode="lin" valueType="num">
                                      <p:cBhvr additive="base">
                                        <p:cTn dur="1000"/>
                                        <p:tgtEl>
                                          <p:spTgt spid="1278"/>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79"/>
                                        </p:tgtEl>
                                        <p:attrNameLst>
                                          <p:attrName>style.visibility</p:attrName>
                                        </p:attrNameLst>
                                      </p:cBhvr>
                                      <p:to>
                                        <p:strVal val="visible"/>
                                      </p:to>
                                    </p:set>
                                    <p:animEffect filter="fade" transition="in">
                                      <p:cBhvr>
                                        <p:cTn dur="1000"/>
                                        <p:tgtEl>
                                          <p:spTgt spid="1279"/>
                                        </p:tgtEl>
                                      </p:cBhvr>
                                    </p:animEffect>
                                  </p:childTnLst>
                                </p:cTn>
                              </p:par>
                              <p:par>
                                <p:cTn fill="hold" nodeType="withEffect" presetClass="entr" presetID="10" presetSubtype="0">
                                  <p:stCondLst>
                                    <p:cond delay="0"/>
                                  </p:stCondLst>
                                  <p:childTnLst>
                                    <p:set>
                                      <p:cBhvr>
                                        <p:cTn dur="1" fill="hold">
                                          <p:stCondLst>
                                            <p:cond delay="0"/>
                                          </p:stCondLst>
                                        </p:cTn>
                                        <p:tgtEl>
                                          <p:spTgt spid="1280"/>
                                        </p:tgtEl>
                                        <p:attrNameLst>
                                          <p:attrName>style.visibility</p:attrName>
                                        </p:attrNameLst>
                                      </p:cBhvr>
                                      <p:to>
                                        <p:strVal val="visible"/>
                                      </p:to>
                                    </p:set>
                                    <p:animEffect filter="fade" transition="in">
                                      <p:cBhvr>
                                        <p:cTn dur="1000"/>
                                        <p:tgtEl>
                                          <p:spTgt spid="1280"/>
                                        </p:tgtEl>
                                      </p:cBhvr>
                                    </p:animEffect>
                                  </p:childTnLst>
                                </p:cTn>
                              </p:par>
                              <p:par>
                                <p:cTn fill="hold" nodeType="withEffect" presetClass="entr" presetID="10" presetSubtype="0">
                                  <p:stCondLst>
                                    <p:cond delay="0"/>
                                  </p:stCondLst>
                                  <p:childTnLst>
                                    <p:set>
                                      <p:cBhvr>
                                        <p:cTn dur="1" fill="hold">
                                          <p:stCondLst>
                                            <p:cond delay="0"/>
                                          </p:stCondLst>
                                        </p:cTn>
                                        <p:tgtEl>
                                          <p:spTgt spid="1292"/>
                                        </p:tgtEl>
                                        <p:attrNameLst>
                                          <p:attrName>style.visibility</p:attrName>
                                        </p:attrNameLst>
                                      </p:cBhvr>
                                      <p:to>
                                        <p:strVal val="visible"/>
                                      </p:to>
                                    </p:set>
                                    <p:animEffect filter="fade" transition="in">
                                      <p:cBhvr>
                                        <p:cTn dur="1000"/>
                                        <p:tgtEl>
                                          <p:spTgt spid="129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281"/>
                                        </p:tgtEl>
                                        <p:attrNameLst>
                                          <p:attrName>style.visibility</p:attrName>
                                        </p:attrNameLst>
                                      </p:cBhvr>
                                      <p:to>
                                        <p:strVal val="visible"/>
                                      </p:to>
                                    </p:set>
                                    <p:anim calcmode="lin" valueType="num">
                                      <p:cBhvr additive="base">
                                        <p:cTn dur="1000"/>
                                        <p:tgtEl>
                                          <p:spTgt spid="128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82"/>
                                        </p:tgtEl>
                                        <p:attrNameLst>
                                          <p:attrName>style.visibility</p:attrName>
                                        </p:attrNameLst>
                                      </p:cBhvr>
                                      <p:to>
                                        <p:strVal val="visible"/>
                                      </p:to>
                                    </p:set>
                                    <p:animEffect filter="fade" transition="in">
                                      <p:cBhvr>
                                        <p:cTn dur="1000"/>
                                        <p:tgtEl>
                                          <p:spTgt spid="1282"/>
                                        </p:tgtEl>
                                      </p:cBhvr>
                                    </p:animEffect>
                                  </p:childTnLst>
                                </p:cTn>
                              </p:par>
                              <p:par>
                                <p:cTn fill="hold" nodeType="withEffect" presetClass="entr" presetID="10" presetSubtype="0">
                                  <p:stCondLst>
                                    <p:cond delay="0"/>
                                  </p:stCondLst>
                                  <p:childTnLst>
                                    <p:set>
                                      <p:cBhvr>
                                        <p:cTn dur="1" fill="hold">
                                          <p:stCondLst>
                                            <p:cond delay="0"/>
                                          </p:stCondLst>
                                        </p:cTn>
                                        <p:tgtEl>
                                          <p:spTgt spid="1283"/>
                                        </p:tgtEl>
                                        <p:attrNameLst>
                                          <p:attrName>style.visibility</p:attrName>
                                        </p:attrNameLst>
                                      </p:cBhvr>
                                      <p:to>
                                        <p:strVal val="visible"/>
                                      </p:to>
                                    </p:set>
                                    <p:animEffect filter="fade" transition="in">
                                      <p:cBhvr>
                                        <p:cTn dur="1000"/>
                                        <p:tgtEl>
                                          <p:spTgt spid="1283"/>
                                        </p:tgtEl>
                                      </p:cBhvr>
                                    </p:animEffect>
                                  </p:childTnLst>
                                </p:cTn>
                              </p:par>
                              <p:par>
                                <p:cTn fill="hold" nodeType="withEffect" presetClass="entr" presetID="10" presetSubtype="0">
                                  <p:stCondLst>
                                    <p:cond delay="0"/>
                                  </p:stCondLst>
                                  <p:childTnLst>
                                    <p:set>
                                      <p:cBhvr>
                                        <p:cTn dur="1" fill="hold">
                                          <p:stCondLst>
                                            <p:cond delay="0"/>
                                          </p:stCondLst>
                                        </p:cTn>
                                        <p:tgtEl>
                                          <p:spTgt spid="1295"/>
                                        </p:tgtEl>
                                        <p:attrNameLst>
                                          <p:attrName>style.visibility</p:attrName>
                                        </p:attrNameLst>
                                      </p:cBhvr>
                                      <p:to>
                                        <p:strVal val="visible"/>
                                      </p:to>
                                    </p:set>
                                    <p:animEffect filter="fade" transition="in">
                                      <p:cBhvr>
                                        <p:cTn dur="1000"/>
                                        <p:tgtEl>
                                          <p:spTgt spid="12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 name="Shape 1300"/>
        <p:cNvGrpSpPr/>
        <p:nvPr/>
      </p:nvGrpSpPr>
      <p:grpSpPr>
        <a:xfrm>
          <a:off x="0" y="0"/>
          <a:ext cx="0" cy="0"/>
          <a:chOff x="0" y="0"/>
          <a:chExt cx="0" cy="0"/>
        </a:xfrm>
      </p:grpSpPr>
      <p:sp>
        <p:nvSpPr>
          <p:cNvPr id="1301" name="Google Shape;1301;p100"/>
          <p:cNvSpPr txBox="1"/>
          <p:nvPr>
            <p:ph type="title"/>
          </p:nvPr>
        </p:nvSpPr>
        <p:spPr>
          <a:xfrm>
            <a:off x="2519813" y="730000"/>
            <a:ext cx="44445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302" name="Google Shape;1302;p100"/>
          <p:cNvSpPr txBox="1"/>
          <p:nvPr>
            <p:ph idx="1" type="subTitle"/>
          </p:nvPr>
        </p:nvSpPr>
        <p:spPr>
          <a:xfrm>
            <a:off x="2519813" y="1291600"/>
            <a:ext cx="4444500" cy="45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Jupiter's rotation period</a:t>
            </a:r>
            <a:endParaRPr/>
          </a:p>
        </p:txBody>
      </p:sp>
      <p:sp>
        <p:nvSpPr>
          <p:cNvPr id="1303" name="Google Shape;1303;p100"/>
          <p:cNvSpPr txBox="1"/>
          <p:nvPr>
            <p:ph idx="2" type="title"/>
          </p:nvPr>
        </p:nvSpPr>
        <p:spPr>
          <a:xfrm>
            <a:off x="2519813" y="2062050"/>
            <a:ext cx="44445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304" name="Google Shape;1304;p100"/>
          <p:cNvSpPr txBox="1"/>
          <p:nvPr>
            <p:ph idx="3" type="subTitle"/>
          </p:nvPr>
        </p:nvSpPr>
        <p:spPr>
          <a:xfrm>
            <a:off x="2519813" y="2623650"/>
            <a:ext cx="4444500" cy="45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T</a:t>
            </a:r>
            <a:r>
              <a:rPr lang="en"/>
              <a:t>he Sun’s mass compared to Earth’s</a:t>
            </a:r>
            <a:endParaRPr/>
          </a:p>
        </p:txBody>
      </p:sp>
      <p:sp>
        <p:nvSpPr>
          <p:cNvPr id="1305" name="Google Shape;1305;p100"/>
          <p:cNvSpPr txBox="1"/>
          <p:nvPr>
            <p:ph idx="4" type="title"/>
          </p:nvPr>
        </p:nvSpPr>
        <p:spPr>
          <a:xfrm>
            <a:off x="2519813" y="3394100"/>
            <a:ext cx="44445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306" name="Google Shape;1306;p100"/>
          <p:cNvSpPr txBox="1"/>
          <p:nvPr>
            <p:ph idx="5" type="subTitle"/>
          </p:nvPr>
        </p:nvSpPr>
        <p:spPr>
          <a:xfrm>
            <a:off x="2349863" y="3955700"/>
            <a:ext cx="4784400" cy="45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a:t>
            </a:r>
            <a:r>
              <a:rPr lang="en"/>
              <a:t>istance between Earth and the Moon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05"/>
                                        </p:tgtEl>
                                        <p:attrNameLst>
                                          <p:attrName>style.visibility</p:attrName>
                                        </p:attrNameLst>
                                      </p:cBhvr>
                                      <p:to>
                                        <p:strVal val="visible"/>
                                      </p:to>
                                    </p:set>
                                    <p:anim calcmode="lin" valueType="num">
                                      <p:cBhvr additive="base">
                                        <p:cTn dur="1000"/>
                                        <p:tgtEl>
                                          <p:spTgt spid="1305"/>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06"/>
                                        </p:tgtEl>
                                        <p:attrNameLst>
                                          <p:attrName>style.visibility</p:attrName>
                                        </p:attrNameLst>
                                      </p:cBhvr>
                                      <p:to>
                                        <p:strVal val="visible"/>
                                      </p:to>
                                    </p:set>
                                    <p:animEffect filter="fade" transition="in">
                                      <p:cBhvr>
                                        <p:cTn dur="1000"/>
                                        <p:tgtEl>
                                          <p:spTgt spid="13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03"/>
                                        </p:tgtEl>
                                        <p:attrNameLst>
                                          <p:attrName>style.visibility</p:attrName>
                                        </p:attrNameLst>
                                      </p:cBhvr>
                                      <p:to>
                                        <p:strVal val="visible"/>
                                      </p:to>
                                    </p:set>
                                    <p:anim calcmode="lin" valueType="num">
                                      <p:cBhvr additive="base">
                                        <p:cTn dur="1000"/>
                                        <p:tgtEl>
                                          <p:spTgt spid="1303"/>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04"/>
                                        </p:tgtEl>
                                        <p:attrNameLst>
                                          <p:attrName>style.visibility</p:attrName>
                                        </p:attrNameLst>
                                      </p:cBhvr>
                                      <p:to>
                                        <p:strVal val="visible"/>
                                      </p:to>
                                    </p:set>
                                    <p:animEffect filter="fade" transition="in">
                                      <p:cBhvr>
                                        <p:cTn dur="1000"/>
                                        <p:tgtEl>
                                          <p:spTgt spid="130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01"/>
                                        </p:tgtEl>
                                        <p:attrNameLst>
                                          <p:attrName>style.visibility</p:attrName>
                                        </p:attrNameLst>
                                      </p:cBhvr>
                                      <p:to>
                                        <p:strVal val="visible"/>
                                      </p:to>
                                    </p:set>
                                    <p:anim calcmode="lin" valueType="num">
                                      <p:cBhvr additive="base">
                                        <p:cTn dur="1000"/>
                                        <p:tgtEl>
                                          <p:spTgt spid="1301"/>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02"/>
                                        </p:tgtEl>
                                        <p:attrNameLst>
                                          <p:attrName>style.visibility</p:attrName>
                                        </p:attrNameLst>
                                      </p:cBhvr>
                                      <p:to>
                                        <p:strVal val="visible"/>
                                      </p:to>
                                    </p:set>
                                    <p:animEffect filter="fade" transition="in">
                                      <p:cBhvr>
                                        <p:cTn dur="1000"/>
                                        <p:tgtEl>
                                          <p:spTgt spid="13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0" name="Shape 1310"/>
        <p:cNvGrpSpPr/>
        <p:nvPr/>
      </p:nvGrpSpPr>
      <p:grpSpPr>
        <a:xfrm>
          <a:off x="0" y="0"/>
          <a:ext cx="0" cy="0"/>
          <a:chOff x="0" y="0"/>
          <a:chExt cx="0" cy="0"/>
        </a:xfrm>
      </p:grpSpPr>
      <p:sp>
        <p:nvSpPr>
          <p:cNvPr id="1311" name="Google Shape;1311;p101"/>
          <p:cNvSpPr txBox="1"/>
          <p:nvPr>
            <p:ph idx="1" type="subTitle"/>
          </p:nvPr>
        </p:nvSpPr>
        <p:spPr>
          <a:xfrm>
            <a:off x="2085675" y="1836957"/>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Venus has a very beautiful name</a:t>
            </a:r>
            <a:endParaRPr/>
          </a:p>
        </p:txBody>
      </p:sp>
      <p:sp>
        <p:nvSpPr>
          <p:cNvPr id="1312" name="Google Shape;1312;p101"/>
          <p:cNvSpPr txBox="1"/>
          <p:nvPr>
            <p:ph idx="8" type="title"/>
          </p:nvPr>
        </p:nvSpPr>
        <p:spPr>
          <a:xfrm>
            <a:off x="2085675" y="906461"/>
            <a:ext cx="23949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1313" name="Google Shape;1313;p101"/>
          <p:cNvSpPr txBox="1"/>
          <p:nvPr>
            <p:ph type="title"/>
          </p:nvPr>
        </p:nvSpPr>
        <p:spPr>
          <a:xfrm>
            <a:off x="2085675" y="1468448"/>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14" name="Google Shape;1314;p101"/>
          <p:cNvSpPr txBox="1"/>
          <p:nvPr>
            <p:ph idx="2" type="title"/>
          </p:nvPr>
        </p:nvSpPr>
        <p:spPr>
          <a:xfrm>
            <a:off x="4663375" y="1468448"/>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1315" name="Google Shape;1315;p101"/>
          <p:cNvSpPr txBox="1"/>
          <p:nvPr>
            <p:ph idx="3" type="subTitle"/>
          </p:nvPr>
        </p:nvSpPr>
        <p:spPr>
          <a:xfrm>
            <a:off x="4663375" y="1836957"/>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Earth is the planet where we all live on</a:t>
            </a:r>
            <a:endParaRPr/>
          </a:p>
          <a:p>
            <a:pPr indent="0" lvl="0" marL="0" rtl="0" algn="ctr">
              <a:spcBef>
                <a:spcPts val="1200"/>
              </a:spcBef>
              <a:spcAft>
                <a:spcPts val="1200"/>
              </a:spcAft>
              <a:buNone/>
            </a:pPr>
            <a:r>
              <a:t/>
            </a:r>
            <a:endParaRPr/>
          </a:p>
        </p:txBody>
      </p:sp>
      <p:sp>
        <p:nvSpPr>
          <p:cNvPr id="1316" name="Google Shape;1316;p101"/>
          <p:cNvSpPr txBox="1"/>
          <p:nvPr>
            <p:ph idx="4" type="title"/>
          </p:nvPr>
        </p:nvSpPr>
        <p:spPr>
          <a:xfrm>
            <a:off x="2085675" y="3222764"/>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17" name="Google Shape;1317;p101"/>
          <p:cNvSpPr txBox="1"/>
          <p:nvPr>
            <p:ph idx="5" type="subTitle"/>
          </p:nvPr>
        </p:nvSpPr>
        <p:spPr>
          <a:xfrm>
            <a:off x="2085675" y="3591273"/>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Mercury is the smallest planet of them all</a:t>
            </a:r>
            <a:endParaRPr/>
          </a:p>
        </p:txBody>
      </p:sp>
      <p:sp>
        <p:nvSpPr>
          <p:cNvPr id="1318" name="Google Shape;1318;p101"/>
          <p:cNvSpPr txBox="1"/>
          <p:nvPr>
            <p:ph idx="6" type="title"/>
          </p:nvPr>
        </p:nvSpPr>
        <p:spPr>
          <a:xfrm>
            <a:off x="4663413" y="3236135"/>
            <a:ext cx="2394900" cy="4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19" name="Google Shape;1319;p101"/>
          <p:cNvSpPr txBox="1"/>
          <p:nvPr>
            <p:ph idx="7" type="subTitle"/>
          </p:nvPr>
        </p:nvSpPr>
        <p:spPr>
          <a:xfrm>
            <a:off x="4663412" y="3604644"/>
            <a:ext cx="2394900" cy="6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very cold </a:t>
            </a:r>
            <a:endParaRPr/>
          </a:p>
          <a:p>
            <a:pPr indent="0" lvl="0" marL="0" rtl="0" algn="ctr">
              <a:spcBef>
                <a:spcPts val="1200"/>
              </a:spcBef>
              <a:spcAft>
                <a:spcPts val="1200"/>
              </a:spcAft>
              <a:buNone/>
            </a:pPr>
            <a:r>
              <a:t/>
            </a:r>
            <a:endParaRPr/>
          </a:p>
        </p:txBody>
      </p:sp>
      <p:sp>
        <p:nvSpPr>
          <p:cNvPr id="1320" name="Google Shape;1320;p101"/>
          <p:cNvSpPr txBox="1"/>
          <p:nvPr>
            <p:ph idx="9" type="title"/>
          </p:nvPr>
        </p:nvSpPr>
        <p:spPr>
          <a:xfrm>
            <a:off x="2085675" y="2673336"/>
            <a:ext cx="23949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a:t>
            </a:r>
            <a:endParaRPr/>
          </a:p>
        </p:txBody>
      </p:sp>
      <p:sp>
        <p:nvSpPr>
          <p:cNvPr id="1321" name="Google Shape;1321;p101"/>
          <p:cNvSpPr txBox="1"/>
          <p:nvPr>
            <p:ph idx="13" type="title"/>
          </p:nvPr>
        </p:nvSpPr>
        <p:spPr>
          <a:xfrm>
            <a:off x="4663425" y="906456"/>
            <a:ext cx="23949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1322" name="Google Shape;1322;p101"/>
          <p:cNvSpPr txBox="1"/>
          <p:nvPr>
            <p:ph idx="14" type="title"/>
          </p:nvPr>
        </p:nvSpPr>
        <p:spPr>
          <a:xfrm>
            <a:off x="4663338" y="2674556"/>
            <a:ext cx="23949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11"/>
                                        </p:tgtEl>
                                        <p:attrNameLst>
                                          <p:attrName>style.visibility</p:attrName>
                                        </p:attrNameLst>
                                      </p:cBhvr>
                                      <p:to>
                                        <p:strVal val="visible"/>
                                      </p:to>
                                    </p:set>
                                    <p:anim calcmode="lin" valueType="num">
                                      <p:cBhvr additive="base">
                                        <p:cTn dur="1000"/>
                                        <p:tgtEl>
                                          <p:spTgt spid="1311"/>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12"/>
                                        </p:tgtEl>
                                        <p:attrNameLst>
                                          <p:attrName>style.visibility</p:attrName>
                                        </p:attrNameLst>
                                      </p:cBhvr>
                                      <p:to>
                                        <p:strVal val="visible"/>
                                      </p:to>
                                    </p:set>
                                    <p:animEffect filter="fade" transition="in">
                                      <p:cBhvr>
                                        <p:cTn dur="1000"/>
                                        <p:tgtEl>
                                          <p:spTgt spid="1312"/>
                                        </p:tgtEl>
                                      </p:cBhvr>
                                    </p:animEffect>
                                  </p:childTnLst>
                                </p:cTn>
                              </p:par>
                              <p:par>
                                <p:cTn fill="hold" nodeType="withEffect" presetClass="entr" presetID="10" presetSubtype="0">
                                  <p:stCondLst>
                                    <p:cond delay="0"/>
                                  </p:stCondLst>
                                  <p:childTnLst>
                                    <p:set>
                                      <p:cBhvr>
                                        <p:cTn dur="1" fill="hold">
                                          <p:stCondLst>
                                            <p:cond delay="0"/>
                                          </p:stCondLst>
                                        </p:cTn>
                                        <p:tgtEl>
                                          <p:spTgt spid="1313"/>
                                        </p:tgtEl>
                                        <p:attrNameLst>
                                          <p:attrName>style.visibility</p:attrName>
                                        </p:attrNameLst>
                                      </p:cBhvr>
                                      <p:to>
                                        <p:strVal val="visible"/>
                                      </p:to>
                                    </p:set>
                                    <p:animEffect filter="fade" transition="in">
                                      <p:cBhvr>
                                        <p:cTn dur="1000"/>
                                        <p:tgtEl>
                                          <p:spTgt spid="13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14"/>
                                        </p:tgtEl>
                                        <p:attrNameLst>
                                          <p:attrName>style.visibility</p:attrName>
                                        </p:attrNameLst>
                                      </p:cBhvr>
                                      <p:to>
                                        <p:strVal val="visible"/>
                                      </p:to>
                                    </p:set>
                                    <p:anim calcmode="lin" valueType="num">
                                      <p:cBhvr additive="base">
                                        <p:cTn dur="1000"/>
                                        <p:tgtEl>
                                          <p:spTgt spid="131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15"/>
                                        </p:tgtEl>
                                        <p:attrNameLst>
                                          <p:attrName>style.visibility</p:attrName>
                                        </p:attrNameLst>
                                      </p:cBhvr>
                                      <p:to>
                                        <p:strVal val="visible"/>
                                      </p:to>
                                    </p:set>
                                    <p:animEffect filter="fade" transition="in">
                                      <p:cBhvr>
                                        <p:cTn dur="1000"/>
                                        <p:tgtEl>
                                          <p:spTgt spid="1315"/>
                                        </p:tgtEl>
                                      </p:cBhvr>
                                    </p:animEffect>
                                  </p:childTnLst>
                                </p:cTn>
                              </p:par>
                              <p:par>
                                <p:cTn fill="hold" nodeType="withEffect" presetClass="entr" presetID="10" presetSubtype="0">
                                  <p:stCondLst>
                                    <p:cond delay="0"/>
                                  </p:stCondLst>
                                  <p:childTnLst>
                                    <p:set>
                                      <p:cBhvr>
                                        <p:cTn dur="1" fill="hold">
                                          <p:stCondLst>
                                            <p:cond delay="0"/>
                                          </p:stCondLst>
                                        </p:cTn>
                                        <p:tgtEl>
                                          <p:spTgt spid="1321"/>
                                        </p:tgtEl>
                                        <p:attrNameLst>
                                          <p:attrName>style.visibility</p:attrName>
                                        </p:attrNameLst>
                                      </p:cBhvr>
                                      <p:to>
                                        <p:strVal val="visible"/>
                                      </p:to>
                                    </p:set>
                                    <p:animEffect filter="fade" transition="in">
                                      <p:cBhvr>
                                        <p:cTn dur="1000"/>
                                        <p:tgtEl>
                                          <p:spTgt spid="13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16"/>
                                        </p:tgtEl>
                                        <p:attrNameLst>
                                          <p:attrName>style.visibility</p:attrName>
                                        </p:attrNameLst>
                                      </p:cBhvr>
                                      <p:to>
                                        <p:strVal val="visible"/>
                                      </p:to>
                                    </p:set>
                                    <p:anim calcmode="lin" valueType="num">
                                      <p:cBhvr additive="base">
                                        <p:cTn dur="1000"/>
                                        <p:tgtEl>
                                          <p:spTgt spid="131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17"/>
                                        </p:tgtEl>
                                        <p:attrNameLst>
                                          <p:attrName>style.visibility</p:attrName>
                                        </p:attrNameLst>
                                      </p:cBhvr>
                                      <p:to>
                                        <p:strVal val="visible"/>
                                      </p:to>
                                    </p:set>
                                    <p:animEffect filter="fade" transition="in">
                                      <p:cBhvr>
                                        <p:cTn dur="1000"/>
                                        <p:tgtEl>
                                          <p:spTgt spid="1317"/>
                                        </p:tgtEl>
                                      </p:cBhvr>
                                    </p:animEffect>
                                  </p:childTnLst>
                                </p:cTn>
                              </p:par>
                              <p:par>
                                <p:cTn fill="hold" nodeType="withEffect" presetClass="entr" presetID="10" presetSubtype="0">
                                  <p:stCondLst>
                                    <p:cond delay="0"/>
                                  </p:stCondLst>
                                  <p:childTnLst>
                                    <p:set>
                                      <p:cBhvr>
                                        <p:cTn dur="1" fill="hold">
                                          <p:stCondLst>
                                            <p:cond delay="0"/>
                                          </p:stCondLst>
                                        </p:cTn>
                                        <p:tgtEl>
                                          <p:spTgt spid="1320"/>
                                        </p:tgtEl>
                                        <p:attrNameLst>
                                          <p:attrName>style.visibility</p:attrName>
                                        </p:attrNameLst>
                                      </p:cBhvr>
                                      <p:to>
                                        <p:strVal val="visible"/>
                                      </p:to>
                                    </p:set>
                                    <p:animEffect filter="fade" transition="in">
                                      <p:cBhvr>
                                        <p:cTn dur="1000"/>
                                        <p:tgtEl>
                                          <p:spTgt spid="13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18"/>
                                        </p:tgtEl>
                                        <p:attrNameLst>
                                          <p:attrName>style.visibility</p:attrName>
                                        </p:attrNameLst>
                                      </p:cBhvr>
                                      <p:to>
                                        <p:strVal val="visible"/>
                                      </p:to>
                                    </p:set>
                                    <p:anim calcmode="lin" valueType="num">
                                      <p:cBhvr additive="base">
                                        <p:cTn dur="1000"/>
                                        <p:tgtEl>
                                          <p:spTgt spid="1318"/>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19"/>
                                        </p:tgtEl>
                                        <p:attrNameLst>
                                          <p:attrName>style.visibility</p:attrName>
                                        </p:attrNameLst>
                                      </p:cBhvr>
                                      <p:to>
                                        <p:strVal val="visible"/>
                                      </p:to>
                                    </p:set>
                                    <p:animEffect filter="fade" transition="in">
                                      <p:cBhvr>
                                        <p:cTn dur="1000"/>
                                        <p:tgtEl>
                                          <p:spTgt spid="1319"/>
                                        </p:tgtEl>
                                      </p:cBhvr>
                                    </p:animEffect>
                                  </p:childTnLst>
                                </p:cTn>
                              </p:par>
                              <p:par>
                                <p:cTn fill="hold" nodeType="withEffect" presetClass="entr" presetID="10" presetSubtype="0">
                                  <p:stCondLst>
                                    <p:cond delay="0"/>
                                  </p:stCondLst>
                                  <p:childTnLst>
                                    <p:set>
                                      <p:cBhvr>
                                        <p:cTn dur="1" fill="hold">
                                          <p:stCondLst>
                                            <p:cond delay="0"/>
                                          </p:stCondLst>
                                        </p:cTn>
                                        <p:tgtEl>
                                          <p:spTgt spid="1322"/>
                                        </p:tgtEl>
                                        <p:attrNameLst>
                                          <p:attrName>style.visibility</p:attrName>
                                        </p:attrNameLst>
                                      </p:cBhvr>
                                      <p:to>
                                        <p:strVal val="visible"/>
                                      </p:to>
                                    </p:set>
                                    <p:animEffect filter="fade" transition="in">
                                      <p:cBhvr>
                                        <p:cTn dur="1000"/>
                                        <p:tgtEl>
                                          <p:spTgt spid="13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6" name="Shape 1326"/>
        <p:cNvGrpSpPr/>
        <p:nvPr/>
      </p:nvGrpSpPr>
      <p:grpSpPr>
        <a:xfrm>
          <a:off x="0" y="0"/>
          <a:ext cx="0" cy="0"/>
          <a:chOff x="0" y="0"/>
          <a:chExt cx="0" cy="0"/>
        </a:xfrm>
      </p:grpSpPr>
      <p:sp>
        <p:nvSpPr>
          <p:cNvPr id="1327" name="Google Shape;1327;p10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1328" name="Google Shape;1328;p102"/>
          <p:cNvSpPr/>
          <p:nvPr/>
        </p:nvSpPr>
        <p:spPr>
          <a:xfrm>
            <a:off x="1595838" y="28257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02"/>
          <p:cNvSpPr/>
          <p:nvPr/>
        </p:nvSpPr>
        <p:spPr>
          <a:xfrm>
            <a:off x="3042369" y="28257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02"/>
          <p:cNvSpPr/>
          <p:nvPr/>
        </p:nvSpPr>
        <p:spPr>
          <a:xfrm>
            <a:off x="5935431" y="28257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02"/>
          <p:cNvSpPr/>
          <p:nvPr/>
        </p:nvSpPr>
        <p:spPr>
          <a:xfrm>
            <a:off x="7381963" y="28257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02"/>
          <p:cNvSpPr txBox="1"/>
          <p:nvPr/>
        </p:nvSpPr>
        <p:spPr>
          <a:xfrm>
            <a:off x="713225" y="3059400"/>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Day 1</a:t>
            </a:r>
            <a:endParaRPr sz="2200">
              <a:solidFill>
                <a:schemeClr val="dk1"/>
              </a:solidFill>
              <a:latin typeface="DM Serif Display"/>
              <a:ea typeface="DM Serif Display"/>
              <a:cs typeface="DM Serif Display"/>
              <a:sym typeface="DM Serif Display"/>
            </a:endParaRPr>
          </a:p>
        </p:txBody>
      </p:sp>
      <p:sp>
        <p:nvSpPr>
          <p:cNvPr id="1333" name="Google Shape;1333;p102"/>
          <p:cNvSpPr txBox="1"/>
          <p:nvPr/>
        </p:nvSpPr>
        <p:spPr>
          <a:xfrm>
            <a:off x="713225" y="3438050"/>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Mercury is the smallest planet</a:t>
            </a:r>
            <a:endParaRPr sz="1600">
              <a:solidFill>
                <a:schemeClr val="dk1"/>
              </a:solidFill>
              <a:latin typeface="Karla"/>
              <a:ea typeface="Karla"/>
              <a:cs typeface="Karla"/>
              <a:sym typeface="Karla"/>
            </a:endParaRPr>
          </a:p>
        </p:txBody>
      </p:sp>
      <p:sp>
        <p:nvSpPr>
          <p:cNvPr id="1334" name="Google Shape;1334;p102"/>
          <p:cNvSpPr txBox="1"/>
          <p:nvPr/>
        </p:nvSpPr>
        <p:spPr>
          <a:xfrm>
            <a:off x="3606300" y="3059400"/>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Day 3</a:t>
            </a:r>
            <a:endParaRPr sz="2200">
              <a:solidFill>
                <a:schemeClr val="dk1"/>
              </a:solidFill>
              <a:latin typeface="DM Serif Display"/>
              <a:ea typeface="DM Serif Display"/>
              <a:cs typeface="DM Serif Display"/>
              <a:sym typeface="DM Serif Display"/>
            </a:endParaRPr>
          </a:p>
        </p:txBody>
      </p:sp>
      <p:sp>
        <p:nvSpPr>
          <p:cNvPr id="1335" name="Google Shape;1335;p102"/>
          <p:cNvSpPr txBox="1"/>
          <p:nvPr/>
        </p:nvSpPr>
        <p:spPr>
          <a:xfrm>
            <a:off x="3606300" y="3438050"/>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Earth is where we all live on</a:t>
            </a:r>
            <a:endParaRPr sz="1600">
              <a:solidFill>
                <a:schemeClr val="dk1"/>
              </a:solidFill>
              <a:latin typeface="Karla"/>
              <a:ea typeface="Karla"/>
              <a:cs typeface="Karla"/>
              <a:sym typeface="Karla"/>
            </a:endParaRPr>
          </a:p>
        </p:txBody>
      </p:sp>
      <p:sp>
        <p:nvSpPr>
          <p:cNvPr id="1336" name="Google Shape;1336;p102"/>
          <p:cNvSpPr txBox="1"/>
          <p:nvPr/>
        </p:nvSpPr>
        <p:spPr>
          <a:xfrm>
            <a:off x="6499350" y="3059402"/>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Day 5</a:t>
            </a:r>
            <a:endParaRPr sz="2200">
              <a:solidFill>
                <a:schemeClr val="dk1"/>
              </a:solidFill>
              <a:latin typeface="DM Serif Display"/>
              <a:ea typeface="DM Serif Display"/>
              <a:cs typeface="DM Serif Display"/>
              <a:sym typeface="DM Serif Display"/>
            </a:endParaRPr>
          </a:p>
        </p:txBody>
      </p:sp>
      <p:sp>
        <p:nvSpPr>
          <p:cNvPr id="1337" name="Google Shape;1337;p102"/>
          <p:cNvSpPr txBox="1"/>
          <p:nvPr/>
        </p:nvSpPr>
        <p:spPr>
          <a:xfrm>
            <a:off x="6499350" y="3435475"/>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Despite being red, Mars is very cold </a:t>
            </a:r>
            <a:endParaRPr sz="1600">
              <a:solidFill>
                <a:schemeClr val="dk1"/>
              </a:solidFill>
              <a:latin typeface="Karla"/>
              <a:ea typeface="Karla"/>
              <a:cs typeface="Karla"/>
              <a:sym typeface="Karla"/>
            </a:endParaRPr>
          </a:p>
        </p:txBody>
      </p:sp>
      <p:sp>
        <p:nvSpPr>
          <p:cNvPr id="1338" name="Google Shape;1338;p102"/>
          <p:cNvSpPr txBox="1"/>
          <p:nvPr/>
        </p:nvSpPr>
        <p:spPr>
          <a:xfrm>
            <a:off x="2159763" y="1695743"/>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Day 2</a:t>
            </a:r>
            <a:endParaRPr sz="2200">
              <a:solidFill>
                <a:schemeClr val="dk1"/>
              </a:solidFill>
              <a:latin typeface="DM Serif Display"/>
              <a:ea typeface="DM Serif Display"/>
              <a:cs typeface="DM Serif Display"/>
              <a:sym typeface="DM Serif Display"/>
            </a:endParaRPr>
          </a:p>
        </p:txBody>
      </p:sp>
      <p:sp>
        <p:nvSpPr>
          <p:cNvPr id="1339" name="Google Shape;1339;p102"/>
          <p:cNvSpPr txBox="1"/>
          <p:nvPr/>
        </p:nvSpPr>
        <p:spPr>
          <a:xfrm>
            <a:off x="2159763" y="2083135"/>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Venus has a very beautiful name</a:t>
            </a:r>
            <a:endParaRPr sz="1600">
              <a:solidFill>
                <a:schemeClr val="dk1"/>
              </a:solidFill>
              <a:latin typeface="Karla"/>
              <a:ea typeface="Karla"/>
              <a:cs typeface="Karla"/>
              <a:sym typeface="Karla"/>
            </a:endParaRPr>
          </a:p>
          <a:p>
            <a:pPr indent="0" lvl="0" marL="0" rtl="0" algn="ctr">
              <a:spcBef>
                <a:spcPts val="1200"/>
              </a:spcBef>
              <a:spcAft>
                <a:spcPts val="1200"/>
              </a:spcAft>
              <a:buNone/>
            </a:pPr>
            <a:r>
              <a:t/>
            </a:r>
            <a:endParaRPr sz="1600">
              <a:solidFill>
                <a:schemeClr val="dk1"/>
              </a:solidFill>
              <a:latin typeface="Karla"/>
              <a:ea typeface="Karla"/>
              <a:cs typeface="Karla"/>
              <a:sym typeface="Karla"/>
            </a:endParaRPr>
          </a:p>
        </p:txBody>
      </p:sp>
      <p:sp>
        <p:nvSpPr>
          <p:cNvPr id="1340" name="Google Shape;1340;p102"/>
          <p:cNvSpPr/>
          <p:nvPr/>
        </p:nvSpPr>
        <p:spPr>
          <a:xfrm>
            <a:off x="4488900" y="2825759"/>
            <a:ext cx="166200" cy="166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02"/>
          <p:cNvSpPr txBox="1"/>
          <p:nvPr/>
        </p:nvSpPr>
        <p:spPr>
          <a:xfrm>
            <a:off x="5052825" y="1695743"/>
            <a:ext cx="19314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DM Serif Display"/>
                <a:ea typeface="DM Serif Display"/>
                <a:cs typeface="DM Serif Display"/>
                <a:sym typeface="DM Serif Display"/>
              </a:rPr>
              <a:t>Day 4</a:t>
            </a:r>
            <a:endParaRPr sz="2200">
              <a:solidFill>
                <a:schemeClr val="dk1"/>
              </a:solidFill>
              <a:latin typeface="DM Serif Display"/>
              <a:ea typeface="DM Serif Display"/>
              <a:cs typeface="DM Serif Display"/>
              <a:sym typeface="DM Serif Display"/>
            </a:endParaRPr>
          </a:p>
        </p:txBody>
      </p:sp>
      <p:sp>
        <p:nvSpPr>
          <p:cNvPr id="1342" name="Google Shape;1342;p102"/>
          <p:cNvSpPr txBox="1"/>
          <p:nvPr/>
        </p:nvSpPr>
        <p:spPr>
          <a:xfrm>
            <a:off x="5052825" y="2083135"/>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Jupiter is the biggest planet</a:t>
            </a:r>
            <a:endParaRPr sz="1600">
              <a:solidFill>
                <a:schemeClr val="dk1"/>
              </a:solidFill>
              <a:latin typeface="Karla"/>
              <a:ea typeface="Karla"/>
              <a:cs typeface="Karla"/>
              <a:sym typeface="Karla"/>
            </a:endParaRPr>
          </a:p>
          <a:p>
            <a:pPr indent="0" lvl="0" marL="0" rtl="0" algn="ctr">
              <a:spcBef>
                <a:spcPts val="1200"/>
              </a:spcBef>
              <a:spcAft>
                <a:spcPts val="1200"/>
              </a:spcAft>
              <a:buNone/>
            </a:pPr>
            <a:r>
              <a:t/>
            </a:r>
            <a:endParaRPr sz="1600">
              <a:solidFill>
                <a:schemeClr val="dk1"/>
              </a:solidFill>
              <a:latin typeface="Karla"/>
              <a:ea typeface="Karla"/>
              <a:cs typeface="Karla"/>
              <a:sym typeface="Karla"/>
            </a:endParaRPr>
          </a:p>
        </p:txBody>
      </p:sp>
      <p:cxnSp>
        <p:nvCxnSpPr>
          <p:cNvPr id="1343" name="Google Shape;1343;p102"/>
          <p:cNvCxnSpPr>
            <a:stCxn id="1328" idx="6"/>
            <a:endCxn id="1329" idx="2"/>
          </p:cNvCxnSpPr>
          <p:nvPr/>
        </p:nvCxnSpPr>
        <p:spPr>
          <a:xfrm>
            <a:off x="1762038" y="2908859"/>
            <a:ext cx="1280400" cy="0"/>
          </a:xfrm>
          <a:prstGeom prst="straightConnector1">
            <a:avLst/>
          </a:prstGeom>
          <a:noFill/>
          <a:ln cap="flat" cmpd="sng" w="9525">
            <a:solidFill>
              <a:schemeClr val="dk1"/>
            </a:solidFill>
            <a:prstDash val="solid"/>
            <a:round/>
            <a:headEnd len="med" w="med" type="none"/>
            <a:tailEnd len="med" w="med" type="none"/>
          </a:ln>
        </p:spPr>
      </p:cxnSp>
      <p:cxnSp>
        <p:nvCxnSpPr>
          <p:cNvPr id="1344" name="Google Shape;1344;p102"/>
          <p:cNvCxnSpPr>
            <a:stCxn id="1329" idx="6"/>
            <a:endCxn id="1340" idx="2"/>
          </p:cNvCxnSpPr>
          <p:nvPr/>
        </p:nvCxnSpPr>
        <p:spPr>
          <a:xfrm>
            <a:off x="3208569" y="2908859"/>
            <a:ext cx="1280400" cy="0"/>
          </a:xfrm>
          <a:prstGeom prst="straightConnector1">
            <a:avLst/>
          </a:prstGeom>
          <a:noFill/>
          <a:ln cap="flat" cmpd="sng" w="9525">
            <a:solidFill>
              <a:schemeClr val="dk1"/>
            </a:solidFill>
            <a:prstDash val="solid"/>
            <a:round/>
            <a:headEnd len="med" w="med" type="none"/>
            <a:tailEnd len="med" w="med" type="none"/>
          </a:ln>
        </p:spPr>
      </p:cxnSp>
      <p:cxnSp>
        <p:nvCxnSpPr>
          <p:cNvPr id="1345" name="Google Shape;1345;p102"/>
          <p:cNvCxnSpPr>
            <a:stCxn id="1340" idx="6"/>
            <a:endCxn id="1330" idx="2"/>
          </p:cNvCxnSpPr>
          <p:nvPr/>
        </p:nvCxnSpPr>
        <p:spPr>
          <a:xfrm>
            <a:off x="4655100" y="2908859"/>
            <a:ext cx="1280400" cy="0"/>
          </a:xfrm>
          <a:prstGeom prst="straightConnector1">
            <a:avLst/>
          </a:prstGeom>
          <a:noFill/>
          <a:ln cap="flat" cmpd="sng" w="9525">
            <a:solidFill>
              <a:schemeClr val="dk1"/>
            </a:solidFill>
            <a:prstDash val="solid"/>
            <a:round/>
            <a:headEnd len="med" w="med" type="none"/>
            <a:tailEnd len="med" w="med" type="none"/>
          </a:ln>
        </p:spPr>
      </p:cxnSp>
      <p:cxnSp>
        <p:nvCxnSpPr>
          <p:cNvPr id="1346" name="Google Shape;1346;p102"/>
          <p:cNvCxnSpPr>
            <a:stCxn id="1330" idx="6"/>
            <a:endCxn id="1331" idx="2"/>
          </p:cNvCxnSpPr>
          <p:nvPr/>
        </p:nvCxnSpPr>
        <p:spPr>
          <a:xfrm>
            <a:off x="6101631" y="2908859"/>
            <a:ext cx="12804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27"/>
                                        </p:tgtEl>
                                        <p:attrNameLst>
                                          <p:attrName>style.visibility</p:attrName>
                                        </p:attrNameLst>
                                      </p:cBhvr>
                                      <p:to>
                                        <p:strVal val="visible"/>
                                      </p:to>
                                    </p:set>
                                    <p:anim calcmode="lin" valueType="num">
                                      <p:cBhvr additive="base">
                                        <p:cTn dur="1000"/>
                                        <p:tgtEl>
                                          <p:spTgt spid="132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28"/>
                                        </p:tgtEl>
                                        <p:attrNameLst>
                                          <p:attrName>style.visibility</p:attrName>
                                        </p:attrNameLst>
                                      </p:cBhvr>
                                      <p:to>
                                        <p:strVal val="visible"/>
                                      </p:to>
                                    </p:set>
                                    <p:animEffect filter="fade" transition="in">
                                      <p:cBhvr>
                                        <p:cTn dur="1000"/>
                                        <p:tgtEl>
                                          <p:spTgt spid="1328"/>
                                        </p:tgtEl>
                                      </p:cBhvr>
                                    </p:animEffect>
                                  </p:childTnLst>
                                </p:cTn>
                              </p:par>
                              <p:par>
                                <p:cTn fill="hold" nodeType="withEffect" presetClass="entr" presetID="10" presetSubtype="0">
                                  <p:stCondLst>
                                    <p:cond delay="0"/>
                                  </p:stCondLst>
                                  <p:childTnLst>
                                    <p:set>
                                      <p:cBhvr>
                                        <p:cTn dur="1" fill="hold">
                                          <p:stCondLst>
                                            <p:cond delay="0"/>
                                          </p:stCondLst>
                                        </p:cTn>
                                        <p:tgtEl>
                                          <p:spTgt spid="1332"/>
                                        </p:tgtEl>
                                        <p:attrNameLst>
                                          <p:attrName>style.visibility</p:attrName>
                                        </p:attrNameLst>
                                      </p:cBhvr>
                                      <p:to>
                                        <p:strVal val="visible"/>
                                      </p:to>
                                    </p:set>
                                    <p:animEffect filter="fade" transition="in">
                                      <p:cBhvr>
                                        <p:cTn dur="1000"/>
                                        <p:tgtEl>
                                          <p:spTgt spid="1332"/>
                                        </p:tgtEl>
                                      </p:cBhvr>
                                    </p:animEffect>
                                  </p:childTnLst>
                                </p:cTn>
                              </p:par>
                              <p:par>
                                <p:cTn fill="hold" nodeType="withEffect" presetClass="entr" presetID="10" presetSubtype="0">
                                  <p:stCondLst>
                                    <p:cond delay="0"/>
                                  </p:stCondLst>
                                  <p:childTnLst>
                                    <p:set>
                                      <p:cBhvr>
                                        <p:cTn dur="1" fill="hold">
                                          <p:stCondLst>
                                            <p:cond delay="0"/>
                                          </p:stCondLst>
                                        </p:cTn>
                                        <p:tgtEl>
                                          <p:spTgt spid="1333"/>
                                        </p:tgtEl>
                                        <p:attrNameLst>
                                          <p:attrName>style.visibility</p:attrName>
                                        </p:attrNameLst>
                                      </p:cBhvr>
                                      <p:to>
                                        <p:strVal val="visible"/>
                                      </p:to>
                                    </p:set>
                                    <p:animEffect filter="fade" transition="in">
                                      <p:cBhvr>
                                        <p:cTn dur="1000"/>
                                        <p:tgtEl>
                                          <p:spTgt spid="133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29"/>
                                        </p:tgtEl>
                                        <p:attrNameLst>
                                          <p:attrName>style.visibility</p:attrName>
                                        </p:attrNameLst>
                                      </p:cBhvr>
                                      <p:to>
                                        <p:strVal val="visible"/>
                                      </p:to>
                                    </p:set>
                                    <p:anim calcmode="lin" valueType="num">
                                      <p:cBhvr additive="base">
                                        <p:cTn dur="1000"/>
                                        <p:tgtEl>
                                          <p:spTgt spid="1329"/>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38"/>
                                        </p:tgtEl>
                                        <p:attrNameLst>
                                          <p:attrName>style.visibility</p:attrName>
                                        </p:attrNameLst>
                                      </p:cBhvr>
                                      <p:to>
                                        <p:strVal val="visible"/>
                                      </p:to>
                                    </p:set>
                                    <p:animEffect filter="fade" transition="in">
                                      <p:cBhvr>
                                        <p:cTn dur="1000"/>
                                        <p:tgtEl>
                                          <p:spTgt spid="1338"/>
                                        </p:tgtEl>
                                      </p:cBhvr>
                                    </p:animEffect>
                                  </p:childTnLst>
                                </p:cTn>
                              </p:par>
                              <p:par>
                                <p:cTn fill="hold" nodeType="withEffect" presetClass="entr" presetID="10" presetSubtype="0">
                                  <p:stCondLst>
                                    <p:cond delay="0"/>
                                  </p:stCondLst>
                                  <p:childTnLst>
                                    <p:set>
                                      <p:cBhvr>
                                        <p:cTn dur="1" fill="hold">
                                          <p:stCondLst>
                                            <p:cond delay="0"/>
                                          </p:stCondLst>
                                        </p:cTn>
                                        <p:tgtEl>
                                          <p:spTgt spid="1339"/>
                                        </p:tgtEl>
                                        <p:attrNameLst>
                                          <p:attrName>style.visibility</p:attrName>
                                        </p:attrNameLst>
                                      </p:cBhvr>
                                      <p:to>
                                        <p:strVal val="visible"/>
                                      </p:to>
                                    </p:set>
                                    <p:animEffect filter="fade" transition="in">
                                      <p:cBhvr>
                                        <p:cTn dur="1000"/>
                                        <p:tgtEl>
                                          <p:spTgt spid="1339"/>
                                        </p:tgtEl>
                                      </p:cBhvr>
                                    </p:animEffect>
                                  </p:childTnLst>
                                </p:cTn>
                              </p:par>
                              <p:par>
                                <p:cTn fill="hold" nodeType="withEffect" presetClass="entr" presetID="10" presetSubtype="0">
                                  <p:stCondLst>
                                    <p:cond delay="0"/>
                                  </p:stCondLst>
                                  <p:childTnLst>
                                    <p:set>
                                      <p:cBhvr>
                                        <p:cTn dur="1" fill="hold">
                                          <p:stCondLst>
                                            <p:cond delay="0"/>
                                          </p:stCondLst>
                                        </p:cTn>
                                        <p:tgtEl>
                                          <p:spTgt spid="1343"/>
                                        </p:tgtEl>
                                        <p:attrNameLst>
                                          <p:attrName>style.visibility</p:attrName>
                                        </p:attrNameLst>
                                      </p:cBhvr>
                                      <p:to>
                                        <p:strVal val="visible"/>
                                      </p:to>
                                    </p:set>
                                    <p:animEffect filter="fade" transition="in">
                                      <p:cBhvr>
                                        <p:cTn dur="1000"/>
                                        <p:tgtEl>
                                          <p:spTgt spid="134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34"/>
                                        </p:tgtEl>
                                        <p:attrNameLst>
                                          <p:attrName>style.visibility</p:attrName>
                                        </p:attrNameLst>
                                      </p:cBhvr>
                                      <p:to>
                                        <p:strVal val="visible"/>
                                      </p:to>
                                    </p:set>
                                    <p:anim calcmode="lin" valueType="num">
                                      <p:cBhvr additive="base">
                                        <p:cTn dur="1000"/>
                                        <p:tgtEl>
                                          <p:spTgt spid="133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35"/>
                                        </p:tgtEl>
                                        <p:attrNameLst>
                                          <p:attrName>style.visibility</p:attrName>
                                        </p:attrNameLst>
                                      </p:cBhvr>
                                      <p:to>
                                        <p:strVal val="visible"/>
                                      </p:to>
                                    </p:set>
                                    <p:animEffect filter="fade" transition="in">
                                      <p:cBhvr>
                                        <p:cTn dur="1000"/>
                                        <p:tgtEl>
                                          <p:spTgt spid="1335"/>
                                        </p:tgtEl>
                                      </p:cBhvr>
                                    </p:animEffect>
                                  </p:childTnLst>
                                </p:cTn>
                              </p:par>
                              <p:par>
                                <p:cTn fill="hold" nodeType="withEffect" presetClass="entr" presetID="10" presetSubtype="0">
                                  <p:stCondLst>
                                    <p:cond delay="0"/>
                                  </p:stCondLst>
                                  <p:childTnLst>
                                    <p:set>
                                      <p:cBhvr>
                                        <p:cTn dur="1" fill="hold">
                                          <p:stCondLst>
                                            <p:cond delay="0"/>
                                          </p:stCondLst>
                                        </p:cTn>
                                        <p:tgtEl>
                                          <p:spTgt spid="1340"/>
                                        </p:tgtEl>
                                        <p:attrNameLst>
                                          <p:attrName>style.visibility</p:attrName>
                                        </p:attrNameLst>
                                      </p:cBhvr>
                                      <p:to>
                                        <p:strVal val="visible"/>
                                      </p:to>
                                    </p:set>
                                    <p:animEffect filter="fade" transition="in">
                                      <p:cBhvr>
                                        <p:cTn dur="1000"/>
                                        <p:tgtEl>
                                          <p:spTgt spid="1340"/>
                                        </p:tgtEl>
                                      </p:cBhvr>
                                    </p:animEffect>
                                  </p:childTnLst>
                                </p:cTn>
                              </p:par>
                              <p:par>
                                <p:cTn fill="hold" nodeType="withEffect" presetClass="entr" presetID="10" presetSubtype="0">
                                  <p:stCondLst>
                                    <p:cond delay="0"/>
                                  </p:stCondLst>
                                  <p:childTnLst>
                                    <p:set>
                                      <p:cBhvr>
                                        <p:cTn dur="1" fill="hold">
                                          <p:stCondLst>
                                            <p:cond delay="0"/>
                                          </p:stCondLst>
                                        </p:cTn>
                                        <p:tgtEl>
                                          <p:spTgt spid="1344"/>
                                        </p:tgtEl>
                                        <p:attrNameLst>
                                          <p:attrName>style.visibility</p:attrName>
                                        </p:attrNameLst>
                                      </p:cBhvr>
                                      <p:to>
                                        <p:strVal val="visible"/>
                                      </p:to>
                                    </p:set>
                                    <p:animEffect filter="fade" transition="in">
                                      <p:cBhvr>
                                        <p:cTn dur="1000"/>
                                        <p:tgtEl>
                                          <p:spTgt spid="134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30"/>
                                        </p:tgtEl>
                                        <p:attrNameLst>
                                          <p:attrName>style.visibility</p:attrName>
                                        </p:attrNameLst>
                                      </p:cBhvr>
                                      <p:to>
                                        <p:strVal val="visible"/>
                                      </p:to>
                                    </p:set>
                                    <p:anim calcmode="lin" valueType="num">
                                      <p:cBhvr additive="base">
                                        <p:cTn dur="1000"/>
                                        <p:tgtEl>
                                          <p:spTgt spid="133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41"/>
                                        </p:tgtEl>
                                        <p:attrNameLst>
                                          <p:attrName>style.visibility</p:attrName>
                                        </p:attrNameLst>
                                      </p:cBhvr>
                                      <p:to>
                                        <p:strVal val="visible"/>
                                      </p:to>
                                    </p:set>
                                    <p:animEffect filter="fade" transition="in">
                                      <p:cBhvr>
                                        <p:cTn dur="1000"/>
                                        <p:tgtEl>
                                          <p:spTgt spid="1341"/>
                                        </p:tgtEl>
                                      </p:cBhvr>
                                    </p:animEffect>
                                  </p:childTnLst>
                                </p:cTn>
                              </p:par>
                              <p:par>
                                <p:cTn fill="hold" nodeType="withEffect" presetClass="entr" presetID="10" presetSubtype="0">
                                  <p:stCondLst>
                                    <p:cond delay="0"/>
                                  </p:stCondLst>
                                  <p:childTnLst>
                                    <p:set>
                                      <p:cBhvr>
                                        <p:cTn dur="1" fill="hold">
                                          <p:stCondLst>
                                            <p:cond delay="0"/>
                                          </p:stCondLst>
                                        </p:cTn>
                                        <p:tgtEl>
                                          <p:spTgt spid="1342"/>
                                        </p:tgtEl>
                                        <p:attrNameLst>
                                          <p:attrName>style.visibility</p:attrName>
                                        </p:attrNameLst>
                                      </p:cBhvr>
                                      <p:to>
                                        <p:strVal val="visible"/>
                                      </p:to>
                                    </p:set>
                                    <p:animEffect filter="fade" transition="in">
                                      <p:cBhvr>
                                        <p:cTn dur="1000"/>
                                        <p:tgtEl>
                                          <p:spTgt spid="1342"/>
                                        </p:tgtEl>
                                      </p:cBhvr>
                                    </p:animEffect>
                                  </p:childTnLst>
                                </p:cTn>
                              </p:par>
                              <p:par>
                                <p:cTn fill="hold" nodeType="withEffect" presetClass="entr" presetID="10" presetSubtype="0">
                                  <p:stCondLst>
                                    <p:cond delay="0"/>
                                  </p:stCondLst>
                                  <p:childTnLst>
                                    <p:set>
                                      <p:cBhvr>
                                        <p:cTn dur="1" fill="hold">
                                          <p:stCondLst>
                                            <p:cond delay="0"/>
                                          </p:stCondLst>
                                        </p:cTn>
                                        <p:tgtEl>
                                          <p:spTgt spid="1345"/>
                                        </p:tgtEl>
                                        <p:attrNameLst>
                                          <p:attrName>style.visibility</p:attrName>
                                        </p:attrNameLst>
                                      </p:cBhvr>
                                      <p:to>
                                        <p:strVal val="visible"/>
                                      </p:to>
                                    </p:set>
                                    <p:animEffect filter="fade" transition="in">
                                      <p:cBhvr>
                                        <p:cTn dur="1000"/>
                                        <p:tgtEl>
                                          <p:spTgt spid="13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31"/>
                                        </p:tgtEl>
                                        <p:attrNameLst>
                                          <p:attrName>style.visibility</p:attrName>
                                        </p:attrNameLst>
                                      </p:cBhvr>
                                      <p:to>
                                        <p:strVal val="visible"/>
                                      </p:to>
                                    </p:set>
                                    <p:anim calcmode="lin" valueType="num">
                                      <p:cBhvr additive="base">
                                        <p:cTn dur="1000"/>
                                        <p:tgtEl>
                                          <p:spTgt spid="1331"/>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36"/>
                                        </p:tgtEl>
                                        <p:attrNameLst>
                                          <p:attrName>style.visibility</p:attrName>
                                        </p:attrNameLst>
                                      </p:cBhvr>
                                      <p:to>
                                        <p:strVal val="visible"/>
                                      </p:to>
                                    </p:set>
                                    <p:animEffect filter="fade" transition="in">
                                      <p:cBhvr>
                                        <p:cTn dur="1000"/>
                                        <p:tgtEl>
                                          <p:spTgt spid="1336"/>
                                        </p:tgtEl>
                                      </p:cBhvr>
                                    </p:animEffect>
                                  </p:childTnLst>
                                </p:cTn>
                              </p:par>
                              <p:par>
                                <p:cTn fill="hold" nodeType="withEffect" presetClass="entr" presetID="10" presetSubtype="0">
                                  <p:stCondLst>
                                    <p:cond delay="0"/>
                                  </p:stCondLst>
                                  <p:childTnLst>
                                    <p:set>
                                      <p:cBhvr>
                                        <p:cTn dur="1" fill="hold">
                                          <p:stCondLst>
                                            <p:cond delay="0"/>
                                          </p:stCondLst>
                                        </p:cTn>
                                        <p:tgtEl>
                                          <p:spTgt spid="1337"/>
                                        </p:tgtEl>
                                        <p:attrNameLst>
                                          <p:attrName>style.visibility</p:attrName>
                                        </p:attrNameLst>
                                      </p:cBhvr>
                                      <p:to>
                                        <p:strVal val="visible"/>
                                      </p:to>
                                    </p:set>
                                    <p:animEffect filter="fade" transition="in">
                                      <p:cBhvr>
                                        <p:cTn dur="1000"/>
                                        <p:tgtEl>
                                          <p:spTgt spid="1337"/>
                                        </p:tgtEl>
                                      </p:cBhvr>
                                    </p:animEffect>
                                  </p:childTnLst>
                                </p:cTn>
                              </p:par>
                              <p:par>
                                <p:cTn fill="hold" nodeType="withEffect" presetClass="entr" presetID="10" presetSubtype="0">
                                  <p:stCondLst>
                                    <p:cond delay="0"/>
                                  </p:stCondLst>
                                  <p:childTnLst>
                                    <p:set>
                                      <p:cBhvr>
                                        <p:cTn dur="1" fill="hold">
                                          <p:stCondLst>
                                            <p:cond delay="0"/>
                                          </p:stCondLst>
                                        </p:cTn>
                                        <p:tgtEl>
                                          <p:spTgt spid="1346"/>
                                        </p:tgtEl>
                                        <p:attrNameLst>
                                          <p:attrName>style.visibility</p:attrName>
                                        </p:attrNameLst>
                                      </p:cBhvr>
                                      <p:to>
                                        <p:strVal val="visible"/>
                                      </p:to>
                                    </p:set>
                                    <p:animEffect filter="fade" transition="in">
                                      <p:cBhvr>
                                        <p:cTn dur="1000"/>
                                        <p:tgtEl>
                                          <p:spTgt spid="134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0" name="Shape 1350"/>
        <p:cNvGrpSpPr/>
        <p:nvPr/>
      </p:nvGrpSpPr>
      <p:grpSpPr>
        <a:xfrm>
          <a:off x="0" y="0"/>
          <a:ext cx="0" cy="0"/>
          <a:chOff x="0" y="0"/>
          <a:chExt cx="0" cy="0"/>
        </a:xfrm>
      </p:grpSpPr>
      <p:sp>
        <p:nvSpPr>
          <p:cNvPr id="1351" name="Google Shape;1351;p103"/>
          <p:cNvSpPr/>
          <p:nvPr/>
        </p:nvSpPr>
        <p:spPr>
          <a:xfrm>
            <a:off x="1113737" y="2235150"/>
            <a:ext cx="1130400" cy="1130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t/>
            </a:r>
            <a:endParaRPr sz="3800">
              <a:solidFill>
                <a:schemeClr val="dk1"/>
              </a:solidFill>
              <a:latin typeface="DM Serif Display"/>
              <a:ea typeface="DM Serif Display"/>
              <a:cs typeface="DM Serif Display"/>
              <a:sym typeface="DM Serif Display"/>
            </a:endParaRPr>
          </a:p>
          <a:p>
            <a:pPr indent="0" lvl="0" marL="0" rtl="0" algn="l">
              <a:spcBef>
                <a:spcPts val="0"/>
              </a:spcBef>
              <a:spcAft>
                <a:spcPts val="0"/>
              </a:spcAft>
              <a:buNone/>
            </a:pPr>
            <a:r>
              <a:t/>
            </a:r>
            <a:endParaRPr>
              <a:solidFill>
                <a:schemeClr val="dk1"/>
              </a:solidFill>
            </a:endParaRPr>
          </a:p>
        </p:txBody>
      </p:sp>
      <p:sp>
        <p:nvSpPr>
          <p:cNvPr id="1352" name="Google Shape;1352;p10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Case timeline</a:t>
            </a:r>
            <a:endParaRPr/>
          </a:p>
        </p:txBody>
      </p:sp>
      <p:sp>
        <p:nvSpPr>
          <p:cNvPr id="1353" name="Google Shape;1353;p103"/>
          <p:cNvSpPr txBox="1"/>
          <p:nvPr/>
        </p:nvSpPr>
        <p:spPr>
          <a:xfrm>
            <a:off x="1254008" y="2407950"/>
            <a:ext cx="8382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4000">
                <a:solidFill>
                  <a:schemeClr val="dk1"/>
                </a:solidFill>
                <a:latin typeface="DM Serif Display"/>
                <a:ea typeface="DM Serif Display"/>
                <a:cs typeface="DM Serif Display"/>
                <a:sym typeface="DM Serif Display"/>
              </a:rPr>
              <a:t>01</a:t>
            </a:r>
            <a:endParaRPr sz="4000">
              <a:solidFill>
                <a:schemeClr val="dk1"/>
              </a:solidFill>
              <a:latin typeface="DM Serif Display"/>
              <a:ea typeface="DM Serif Display"/>
              <a:cs typeface="DM Serif Display"/>
              <a:sym typeface="DM Serif Display"/>
            </a:endParaRPr>
          </a:p>
        </p:txBody>
      </p:sp>
      <p:sp>
        <p:nvSpPr>
          <p:cNvPr id="1354" name="Google Shape;1354;p103"/>
          <p:cNvSpPr txBox="1"/>
          <p:nvPr/>
        </p:nvSpPr>
        <p:spPr>
          <a:xfrm>
            <a:off x="713237" y="3445680"/>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Mercury is the smallest planet</a:t>
            </a:r>
            <a:endParaRPr sz="1600">
              <a:solidFill>
                <a:schemeClr val="dk1"/>
              </a:solidFill>
              <a:latin typeface="Karla"/>
              <a:ea typeface="Karla"/>
              <a:cs typeface="Karla"/>
              <a:sym typeface="Karla"/>
            </a:endParaRPr>
          </a:p>
        </p:txBody>
      </p:sp>
      <p:sp>
        <p:nvSpPr>
          <p:cNvPr id="1355" name="Google Shape;1355;p103"/>
          <p:cNvSpPr txBox="1"/>
          <p:nvPr/>
        </p:nvSpPr>
        <p:spPr>
          <a:xfrm>
            <a:off x="2645832" y="1542575"/>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Earth is where we all live on</a:t>
            </a:r>
            <a:endParaRPr sz="1600">
              <a:solidFill>
                <a:schemeClr val="dk1"/>
              </a:solidFill>
              <a:latin typeface="Karla"/>
              <a:ea typeface="Karla"/>
              <a:cs typeface="Karla"/>
              <a:sym typeface="Karla"/>
            </a:endParaRPr>
          </a:p>
        </p:txBody>
      </p:sp>
      <p:sp>
        <p:nvSpPr>
          <p:cNvPr id="1356" name="Google Shape;1356;p103"/>
          <p:cNvSpPr txBox="1"/>
          <p:nvPr/>
        </p:nvSpPr>
        <p:spPr>
          <a:xfrm>
            <a:off x="4578427" y="3445680"/>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solidFill>
                  <a:schemeClr val="dk1"/>
                </a:solidFill>
                <a:latin typeface="Karla"/>
                <a:ea typeface="Karla"/>
                <a:cs typeface="Karla"/>
                <a:sym typeface="Karla"/>
              </a:rPr>
              <a:t>Despite being red, Mars is very cold </a:t>
            </a:r>
            <a:endParaRPr sz="1600">
              <a:solidFill>
                <a:schemeClr val="dk1"/>
              </a:solidFill>
              <a:latin typeface="Karla"/>
              <a:ea typeface="Karla"/>
              <a:cs typeface="Karla"/>
              <a:sym typeface="Karla"/>
            </a:endParaRPr>
          </a:p>
        </p:txBody>
      </p:sp>
      <p:sp>
        <p:nvSpPr>
          <p:cNvPr id="1357" name="Google Shape;1357;p103"/>
          <p:cNvSpPr/>
          <p:nvPr/>
        </p:nvSpPr>
        <p:spPr>
          <a:xfrm>
            <a:off x="3038822" y="2235150"/>
            <a:ext cx="1130400" cy="1130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800">
              <a:solidFill>
                <a:schemeClr val="dk1"/>
              </a:solidFill>
              <a:latin typeface="DM Serif Display"/>
              <a:ea typeface="DM Serif Display"/>
              <a:cs typeface="DM Serif Display"/>
              <a:sym typeface="DM Serif Display"/>
            </a:endParaRPr>
          </a:p>
          <a:p>
            <a:pPr indent="0" lvl="0" marL="0" rtl="0" algn="l">
              <a:spcBef>
                <a:spcPts val="0"/>
              </a:spcBef>
              <a:spcAft>
                <a:spcPts val="0"/>
              </a:spcAft>
              <a:buNone/>
            </a:pPr>
            <a:r>
              <a:t/>
            </a:r>
            <a:endParaRPr>
              <a:solidFill>
                <a:schemeClr val="dk1"/>
              </a:solidFill>
            </a:endParaRPr>
          </a:p>
        </p:txBody>
      </p:sp>
      <p:sp>
        <p:nvSpPr>
          <p:cNvPr id="1358" name="Google Shape;1358;p103"/>
          <p:cNvSpPr txBox="1"/>
          <p:nvPr/>
        </p:nvSpPr>
        <p:spPr>
          <a:xfrm>
            <a:off x="3179092" y="2407950"/>
            <a:ext cx="8382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4000">
                <a:solidFill>
                  <a:schemeClr val="dk1"/>
                </a:solidFill>
                <a:latin typeface="DM Serif Display"/>
                <a:ea typeface="DM Serif Display"/>
                <a:cs typeface="DM Serif Display"/>
                <a:sym typeface="DM Serif Display"/>
              </a:rPr>
              <a:t>02</a:t>
            </a:r>
            <a:endParaRPr sz="4000">
              <a:solidFill>
                <a:schemeClr val="dk1"/>
              </a:solidFill>
              <a:latin typeface="DM Serif Display"/>
              <a:ea typeface="DM Serif Display"/>
              <a:cs typeface="DM Serif Display"/>
              <a:sym typeface="DM Serif Display"/>
            </a:endParaRPr>
          </a:p>
        </p:txBody>
      </p:sp>
      <p:sp>
        <p:nvSpPr>
          <p:cNvPr id="1359" name="Google Shape;1359;p103"/>
          <p:cNvSpPr/>
          <p:nvPr/>
        </p:nvSpPr>
        <p:spPr>
          <a:xfrm>
            <a:off x="4975185" y="2235150"/>
            <a:ext cx="1130400" cy="1130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800">
              <a:solidFill>
                <a:schemeClr val="dk1"/>
              </a:solidFill>
              <a:latin typeface="DM Serif Display"/>
              <a:ea typeface="DM Serif Display"/>
              <a:cs typeface="DM Serif Display"/>
              <a:sym typeface="DM Serif Display"/>
            </a:endParaRPr>
          </a:p>
          <a:p>
            <a:pPr indent="0" lvl="0" marL="0" rtl="0" algn="l">
              <a:spcBef>
                <a:spcPts val="0"/>
              </a:spcBef>
              <a:spcAft>
                <a:spcPts val="0"/>
              </a:spcAft>
              <a:buNone/>
            </a:pPr>
            <a:r>
              <a:t/>
            </a:r>
            <a:endParaRPr>
              <a:solidFill>
                <a:schemeClr val="dk1"/>
              </a:solidFill>
            </a:endParaRPr>
          </a:p>
        </p:txBody>
      </p:sp>
      <p:sp>
        <p:nvSpPr>
          <p:cNvPr id="1360" name="Google Shape;1360;p103"/>
          <p:cNvSpPr txBox="1"/>
          <p:nvPr/>
        </p:nvSpPr>
        <p:spPr>
          <a:xfrm>
            <a:off x="5115455" y="2407950"/>
            <a:ext cx="8382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4000">
                <a:solidFill>
                  <a:schemeClr val="dk1"/>
                </a:solidFill>
                <a:latin typeface="DM Serif Display"/>
                <a:ea typeface="DM Serif Display"/>
                <a:cs typeface="DM Serif Display"/>
                <a:sym typeface="DM Serif Display"/>
              </a:rPr>
              <a:t>03</a:t>
            </a:r>
            <a:endParaRPr sz="4000">
              <a:solidFill>
                <a:schemeClr val="dk1"/>
              </a:solidFill>
              <a:latin typeface="DM Serif Display"/>
              <a:ea typeface="DM Serif Display"/>
              <a:cs typeface="DM Serif Display"/>
              <a:sym typeface="DM Serif Display"/>
            </a:endParaRPr>
          </a:p>
        </p:txBody>
      </p:sp>
      <p:cxnSp>
        <p:nvCxnSpPr>
          <p:cNvPr id="1361" name="Google Shape;1361;p103"/>
          <p:cNvCxnSpPr>
            <a:stCxn id="1351" idx="6"/>
            <a:endCxn id="1357" idx="2"/>
          </p:cNvCxnSpPr>
          <p:nvPr/>
        </p:nvCxnSpPr>
        <p:spPr>
          <a:xfrm>
            <a:off x="2244137" y="2800350"/>
            <a:ext cx="794700" cy="600"/>
          </a:xfrm>
          <a:prstGeom prst="curvedConnector3">
            <a:avLst>
              <a:gd fmla="val 49999" name="adj1"/>
            </a:avLst>
          </a:prstGeom>
          <a:noFill/>
          <a:ln cap="flat" cmpd="sng" w="9525">
            <a:solidFill>
              <a:schemeClr val="dk1"/>
            </a:solidFill>
            <a:prstDash val="solid"/>
            <a:round/>
            <a:headEnd len="med" w="med" type="none"/>
            <a:tailEnd len="med" w="med" type="none"/>
          </a:ln>
        </p:spPr>
      </p:cxnSp>
      <p:cxnSp>
        <p:nvCxnSpPr>
          <p:cNvPr id="1362" name="Google Shape;1362;p103"/>
          <p:cNvCxnSpPr>
            <a:stCxn id="1357" idx="6"/>
            <a:endCxn id="1359" idx="2"/>
          </p:cNvCxnSpPr>
          <p:nvPr/>
        </p:nvCxnSpPr>
        <p:spPr>
          <a:xfrm>
            <a:off x="4169222" y="2800350"/>
            <a:ext cx="806100" cy="600"/>
          </a:xfrm>
          <a:prstGeom prst="curvedConnector3">
            <a:avLst>
              <a:gd fmla="val 49992" name="adj1"/>
            </a:avLst>
          </a:prstGeom>
          <a:noFill/>
          <a:ln cap="flat" cmpd="sng" w="9525">
            <a:solidFill>
              <a:schemeClr val="dk1"/>
            </a:solidFill>
            <a:prstDash val="solid"/>
            <a:round/>
            <a:headEnd len="med" w="med" type="none"/>
            <a:tailEnd len="med" w="med" type="none"/>
          </a:ln>
        </p:spPr>
      </p:cxnSp>
      <p:sp>
        <p:nvSpPr>
          <p:cNvPr id="1363" name="Google Shape;1363;p103"/>
          <p:cNvSpPr txBox="1"/>
          <p:nvPr/>
        </p:nvSpPr>
        <p:spPr>
          <a:xfrm>
            <a:off x="6511022" y="1542575"/>
            <a:ext cx="19314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sz="1600">
                <a:solidFill>
                  <a:schemeClr val="dk1"/>
                </a:solidFill>
                <a:latin typeface="Karla"/>
                <a:ea typeface="Karla"/>
                <a:cs typeface="Karla"/>
                <a:sym typeface="Karla"/>
              </a:rPr>
              <a:t>Venus has a very beautiful name</a:t>
            </a:r>
            <a:endParaRPr sz="1600">
              <a:solidFill>
                <a:schemeClr val="dk1"/>
              </a:solidFill>
              <a:latin typeface="Karla"/>
              <a:ea typeface="Karla"/>
              <a:cs typeface="Karla"/>
              <a:sym typeface="Karla"/>
            </a:endParaRPr>
          </a:p>
        </p:txBody>
      </p:sp>
      <p:sp>
        <p:nvSpPr>
          <p:cNvPr id="1364" name="Google Shape;1364;p103"/>
          <p:cNvSpPr/>
          <p:nvPr/>
        </p:nvSpPr>
        <p:spPr>
          <a:xfrm>
            <a:off x="6911522" y="2235150"/>
            <a:ext cx="1130400" cy="1130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800">
              <a:solidFill>
                <a:schemeClr val="dk1"/>
              </a:solidFill>
              <a:latin typeface="DM Serif Display"/>
              <a:ea typeface="DM Serif Display"/>
              <a:cs typeface="DM Serif Display"/>
              <a:sym typeface="DM Serif Display"/>
            </a:endParaRPr>
          </a:p>
          <a:p>
            <a:pPr indent="0" lvl="0" marL="0" rtl="0" algn="l">
              <a:spcBef>
                <a:spcPts val="0"/>
              </a:spcBef>
              <a:spcAft>
                <a:spcPts val="0"/>
              </a:spcAft>
              <a:buNone/>
            </a:pPr>
            <a:r>
              <a:t/>
            </a:r>
            <a:endParaRPr>
              <a:solidFill>
                <a:schemeClr val="dk1"/>
              </a:solidFill>
            </a:endParaRPr>
          </a:p>
        </p:txBody>
      </p:sp>
      <p:sp>
        <p:nvSpPr>
          <p:cNvPr id="1365" name="Google Shape;1365;p103"/>
          <p:cNvSpPr txBox="1"/>
          <p:nvPr/>
        </p:nvSpPr>
        <p:spPr>
          <a:xfrm>
            <a:off x="7051792" y="2407950"/>
            <a:ext cx="838200" cy="63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4000">
                <a:solidFill>
                  <a:schemeClr val="dk1"/>
                </a:solidFill>
                <a:latin typeface="DM Serif Display"/>
                <a:ea typeface="DM Serif Display"/>
                <a:cs typeface="DM Serif Display"/>
                <a:sym typeface="DM Serif Display"/>
              </a:rPr>
              <a:t>04</a:t>
            </a:r>
            <a:endParaRPr sz="4000">
              <a:solidFill>
                <a:schemeClr val="dk1"/>
              </a:solidFill>
              <a:latin typeface="DM Serif Display"/>
              <a:ea typeface="DM Serif Display"/>
              <a:cs typeface="DM Serif Display"/>
              <a:sym typeface="DM Serif Display"/>
            </a:endParaRPr>
          </a:p>
        </p:txBody>
      </p:sp>
      <p:cxnSp>
        <p:nvCxnSpPr>
          <p:cNvPr id="1366" name="Google Shape;1366;p103"/>
          <p:cNvCxnSpPr>
            <a:stCxn id="1359" idx="6"/>
            <a:endCxn id="1364" idx="2"/>
          </p:cNvCxnSpPr>
          <p:nvPr/>
        </p:nvCxnSpPr>
        <p:spPr>
          <a:xfrm>
            <a:off x="6105585" y="2800350"/>
            <a:ext cx="805800" cy="600"/>
          </a:xfrm>
          <a:prstGeom prst="curvedConnector3">
            <a:avLst>
              <a:gd fmla="val 50009" name="adj1"/>
            </a:avLst>
          </a:prstGeom>
          <a:noFill/>
          <a:ln cap="flat" cmpd="sng" w="9525">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52"/>
                                        </p:tgtEl>
                                        <p:attrNameLst>
                                          <p:attrName>style.visibility</p:attrName>
                                        </p:attrNameLst>
                                      </p:cBhvr>
                                      <p:to>
                                        <p:strVal val="visible"/>
                                      </p:to>
                                    </p:set>
                                    <p:anim calcmode="lin" valueType="num">
                                      <p:cBhvr additive="base">
                                        <p:cTn dur="1000"/>
                                        <p:tgtEl>
                                          <p:spTgt spid="135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51"/>
                                        </p:tgtEl>
                                        <p:attrNameLst>
                                          <p:attrName>style.visibility</p:attrName>
                                        </p:attrNameLst>
                                      </p:cBhvr>
                                      <p:to>
                                        <p:strVal val="visible"/>
                                      </p:to>
                                    </p:set>
                                    <p:anim calcmode="lin" valueType="num">
                                      <p:cBhvr additive="base">
                                        <p:cTn dur="1000"/>
                                        <p:tgtEl>
                                          <p:spTgt spid="1351"/>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353"/>
                                        </p:tgtEl>
                                        <p:attrNameLst>
                                          <p:attrName>style.visibility</p:attrName>
                                        </p:attrNameLst>
                                      </p:cBhvr>
                                      <p:to>
                                        <p:strVal val="visible"/>
                                      </p:to>
                                    </p:set>
                                    <p:animEffect filter="fade" transition="in">
                                      <p:cBhvr>
                                        <p:cTn dur="1000"/>
                                        <p:tgtEl>
                                          <p:spTgt spid="1353"/>
                                        </p:tgtEl>
                                      </p:cBhvr>
                                    </p:animEffect>
                                  </p:childTnLst>
                                </p:cTn>
                              </p:par>
                              <p:par>
                                <p:cTn fill="hold" nodeType="withEffect" presetClass="entr" presetID="10" presetSubtype="0">
                                  <p:stCondLst>
                                    <p:cond delay="0"/>
                                  </p:stCondLst>
                                  <p:childTnLst>
                                    <p:set>
                                      <p:cBhvr>
                                        <p:cTn dur="1" fill="hold">
                                          <p:stCondLst>
                                            <p:cond delay="0"/>
                                          </p:stCondLst>
                                        </p:cTn>
                                        <p:tgtEl>
                                          <p:spTgt spid="1354"/>
                                        </p:tgtEl>
                                        <p:attrNameLst>
                                          <p:attrName>style.visibility</p:attrName>
                                        </p:attrNameLst>
                                      </p:cBhvr>
                                      <p:to>
                                        <p:strVal val="visible"/>
                                      </p:to>
                                    </p:set>
                                    <p:animEffect filter="fade" transition="in">
                                      <p:cBhvr>
                                        <p:cTn dur="1000"/>
                                        <p:tgtEl>
                                          <p:spTgt spid="135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55"/>
                                        </p:tgtEl>
                                        <p:attrNameLst>
                                          <p:attrName>style.visibility</p:attrName>
                                        </p:attrNameLst>
                                      </p:cBhvr>
                                      <p:to>
                                        <p:strVal val="visible"/>
                                      </p:to>
                                    </p:set>
                                    <p:anim calcmode="lin" valueType="num">
                                      <p:cBhvr additive="base">
                                        <p:cTn dur="1000"/>
                                        <p:tgtEl>
                                          <p:spTgt spid="135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57"/>
                                        </p:tgtEl>
                                        <p:attrNameLst>
                                          <p:attrName>style.visibility</p:attrName>
                                        </p:attrNameLst>
                                      </p:cBhvr>
                                      <p:to>
                                        <p:strVal val="visible"/>
                                      </p:to>
                                    </p:set>
                                    <p:animEffect filter="fade" transition="in">
                                      <p:cBhvr>
                                        <p:cTn dur="1000"/>
                                        <p:tgtEl>
                                          <p:spTgt spid="1357"/>
                                        </p:tgtEl>
                                      </p:cBhvr>
                                    </p:animEffect>
                                  </p:childTnLst>
                                </p:cTn>
                              </p:par>
                              <p:par>
                                <p:cTn fill="hold" nodeType="withEffect" presetClass="entr" presetID="10" presetSubtype="0">
                                  <p:stCondLst>
                                    <p:cond delay="0"/>
                                  </p:stCondLst>
                                  <p:childTnLst>
                                    <p:set>
                                      <p:cBhvr>
                                        <p:cTn dur="1" fill="hold">
                                          <p:stCondLst>
                                            <p:cond delay="0"/>
                                          </p:stCondLst>
                                        </p:cTn>
                                        <p:tgtEl>
                                          <p:spTgt spid="1358"/>
                                        </p:tgtEl>
                                        <p:attrNameLst>
                                          <p:attrName>style.visibility</p:attrName>
                                        </p:attrNameLst>
                                      </p:cBhvr>
                                      <p:to>
                                        <p:strVal val="visible"/>
                                      </p:to>
                                    </p:set>
                                    <p:animEffect filter="fade" transition="in">
                                      <p:cBhvr>
                                        <p:cTn dur="1000"/>
                                        <p:tgtEl>
                                          <p:spTgt spid="1358"/>
                                        </p:tgtEl>
                                      </p:cBhvr>
                                    </p:animEffect>
                                  </p:childTnLst>
                                </p:cTn>
                              </p:par>
                              <p:par>
                                <p:cTn fill="hold" nodeType="withEffect" presetClass="entr" presetID="10" presetSubtype="0">
                                  <p:stCondLst>
                                    <p:cond delay="0"/>
                                  </p:stCondLst>
                                  <p:childTnLst>
                                    <p:set>
                                      <p:cBhvr>
                                        <p:cTn dur="1" fill="hold">
                                          <p:stCondLst>
                                            <p:cond delay="0"/>
                                          </p:stCondLst>
                                        </p:cTn>
                                        <p:tgtEl>
                                          <p:spTgt spid="1361"/>
                                        </p:tgtEl>
                                        <p:attrNameLst>
                                          <p:attrName>style.visibility</p:attrName>
                                        </p:attrNameLst>
                                      </p:cBhvr>
                                      <p:to>
                                        <p:strVal val="visible"/>
                                      </p:to>
                                    </p:set>
                                    <p:animEffect filter="fade" transition="in">
                                      <p:cBhvr>
                                        <p:cTn dur="1000"/>
                                        <p:tgtEl>
                                          <p:spTgt spid="136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56"/>
                                        </p:tgtEl>
                                        <p:attrNameLst>
                                          <p:attrName>style.visibility</p:attrName>
                                        </p:attrNameLst>
                                      </p:cBhvr>
                                      <p:to>
                                        <p:strVal val="visible"/>
                                      </p:to>
                                    </p:set>
                                    <p:anim calcmode="lin" valueType="num">
                                      <p:cBhvr additive="base">
                                        <p:cTn dur="1000"/>
                                        <p:tgtEl>
                                          <p:spTgt spid="135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59"/>
                                        </p:tgtEl>
                                        <p:attrNameLst>
                                          <p:attrName>style.visibility</p:attrName>
                                        </p:attrNameLst>
                                      </p:cBhvr>
                                      <p:to>
                                        <p:strVal val="visible"/>
                                      </p:to>
                                    </p:set>
                                    <p:animEffect filter="fade" transition="in">
                                      <p:cBhvr>
                                        <p:cTn dur="1000"/>
                                        <p:tgtEl>
                                          <p:spTgt spid="1359"/>
                                        </p:tgtEl>
                                      </p:cBhvr>
                                    </p:animEffect>
                                  </p:childTnLst>
                                </p:cTn>
                              </p:par>
                              <p:par>
                                <p:cTn fill="hold" nodeType="withEffect" presetClass="entr" presetID="10" presetSubtype="0">
                                  <p:stCondLst>
                                    <p:cond delay="0"/>
                                  </p:stCondLst>
                                  <p:childTnLst>
                                    <p:set>
                                      <p:cBhvr>
                                        <p:cTn dur="1" fill="hold">
                                          <p:stCondLst>
                                            <p:cond delay="0"/>
                                          </p:stCondLst>
                                        </p:cTn>
                                        <p:tgtEl>
                                          <p:spTgt spid="1360"/>
                                        </p:tgtEl>
                                        <p:attrNameLst>
                                          <p:attrName>style.visibility</p:attrName>
                                        </p:attrNameLst>
                                      </p:cBhvr>
                                      <p:to>
                                        <p:strVal val="visible"/>
                                      </p:to>
                                    </p:set>
                                    <p:animEffect filter="fade" transition="in">
                                      <p:cBhvr>
                                        <p:cTn dur="1000"/>
                                        <p:tgtEl>
                                          <p:spTgt spid="1360"/>
                                        </p:tgtEl>
                                      </p:cBhvr>
                                    </p:animEffect>
                                  </p:childTnLst>
                                </p:cTn>
                              </p:par>
                              <p:par>
                                <p:cTn fill="hold" nodeType="withEffect" presetClass="entr" presetID="10" presetSubtype="0">
                                  <p:stCondLst>
                                    <p:cond delay="0"/>
                                  </p:stCondLst>
                                  <p:childTnLst>
                                    <p:set>
                                      <p:cBhvr>
                                        <p:cTn dur="1" fill="hold">
                                          <p:stCondLst>
                                            <p:cond delay="0"/>
                                          </p:stCondLst>
                                        </p:cTn>
                                        <p:tgtEl>
                                          <p:spTgt spid="1362"/>
                                        </p:tgtEl>
                                        <p:attrNameLst>
                                          <p:attrName>style.visibility</p:attrName>
                                        </p:attrNameLst>
                                      </p:cBhvr>
                                      <p:to>
                                        <p:strVal val="visible"/>
                                      </p:to>
                                    </p:set>
                                    <p:animEffect filter="fade" transition="in">
                                      <p:cBhvr>
                                        <p:cTn dur="1000"/>
                                        <p:tgtEl>
                                          <p:spTgt spid="136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63"/>
                                        </p:tgtEl>
                                        <p:attrNameLst>
                                          <p:attrName>style.visibility</p:attrName>
                                        </p:attrNameLst>
                                      </p:cBhvr>
                                      <p:to>
                                        <p:strVal val="visible"/>
                                      </p:to>
                                    </p:set>
                                    <p:animEffect filter="fade" transition="in">
                                      <p:cBhvr>
                                        <p:cTn dur="1000"/>
                                        <p:tgtEl>
                                          <p:spTgt spid="1363"/>
                                        </p:tgtEl>
                                      </p:cBhvr>
                                    </p:animEffect>
                                  </p:childTnLst>
                                </p:cTn>
                              </p:par>
                              <p:par>
                                <p:cTn fill="hold" nodeType="withEffect" presetClass="entr" presetID="2" presetSubtype="2">
                                  <p:stCondLst>
                                    <p:cond delay="0"/>
                                  </p:stCondLst>
                                  <p:childTnLst>
                                    <p:set>
                                      <p:cBhvr>
                                        <p:cTn dur="1" fill="hold">
                                          <p:stCondLst>
                                            <p:cond delay="0"/>
                                          </p:stCondLst>
                                        </p:cTn>
                                        <p:tgtEl>
                                          <p:spTgt spid="1364"/>
                                        </p:tgtEl>
                                        <p:attrNameLst>
                                          <p:attrName>style.visibility</p:attrName>
                                        </p:attrNameLst>
                                      </p:cBhvr>
                                      <p:to>
                                        <p:strVal val="visible"/>
                                      </p:to>
                                    </p:set>
                                    <p:anim calcmode="lin" valueType="num">
                                      <p:cBhvr additive="base">
                                        <p:cTn dur="1000"/>
                                        <p:tgtEl>
                                          <p:spTgt spid="136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65"/>
                                        </p:tgtEl>
                                        <p:attrNameLst>
                                          <p:attrName>style.visibility</p:attrName>
                                        </p:attrNameLst>
                                      </p:cBhvr>
                                      <p:to>
                                        <p:strVal val="visible"/>
                                      </p:to>
                                    </p:set>
                                    <p:animEffect filter="fade" transition="in">
                                      <p:cBhvr>
                                        <p:cTn dur="1000"/>
                                        <p:tgtEl>
                                          <p:spTgt spid="1365"/>
                                        </p:tgtEl>
                                      </p:cBhvr>
                                    </p:animEffect>
                                  </p:childTnLst>
                                </p:cTn>
                              </p:par>
                              <p:par>
                                <p:cTn fill="hold" nodeType="withEffect" presetClass="entr" presetID="10" presetSubtype="0">
                                  <p:stCondLst>
                                    <p:cond delay="0"/>
                                  </p:stCondLst>
                                  <p:childTnLst>
                                    <p:set>
                                      <p:cBhvr>
                                        <p:cTn dur="1" fill="hold">
                                          <p:stCondLst>
                                            <p:cond delay="0"/>
                                          </p:stCondLst>
                                        </p:cTn>
                                        <p:tgtEl>
                                          <p:spTgt spid="1366"/>
                                        </p:tgtEl>
                                        <p:attrNameLst>
                                          <p:attrName>style.visibility</p:attrName>
                                        </p:attrNameLst>
                                      </p:cBhvr>
                                      <p:to>
                                        <p:strVal val="visible"/>
                                      </p:to>
                                    </p:set>
                                    <p:animEffect filter="fade" transition="in">
                                      <p:cBhvr>
                                        <p:cTn dur="1000"/>
                                        <p:tgtEl>
                                          <p:spTgt spid="13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0" name="Shape 1370"/>
        <p:cNvGrpSpPr/>
        <p:nvPr/>
      </p:nvGrpSpPr>
      <p:grpSpPr>
        <a:xfrm>
          <a:off x="0" y="0"/>
          <a:ext cx="0" cy="0"/>
          <a:chOff x="0" y="0"/>
          <a:chExt cx="0" cy="0"/>
        </a:xfrm>
      </p:grpSpPr>
      <p:sp>
        <p:nvSpPr>
          <p:cNvPr id="1371" name="Google Shape;1371;p104"/>
          <p:cNvSpPr txBox="1"/>
          <p:nvPr>
            <p:ph idx="1" type="subTitle"/>
          </p:nvPr>
        </p:nvSpPr>
        <p:spPr>
          <a:xfrm>
            <a:off x="2640050" y="2283675"/>
            <a:ext cx="3863700" cy="138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a:p>
            <a:pPr indent="0" lvl="0" marL="0" rtl="0" algn="ctr">
              <a:spcBef>
                <a:spcPts val="0"/>
              </a:spcBef>
              <a:spcAft>
                <a:spcPts val="1200"/>
              </a:spcAft>
              <a:buNone/>
            </a:pPr>
            <a:r>
              <a:t/>
            </a:r>
            <a:endParaRPr/>
          </a:p>
        </p:txBody>
      </p:sp>
      <p:sp>
        <p:nvSpPr>
          <p:cNvPr id="1372" name="Google Shape;1372;p10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72"/>
                                        </p:tgtEl>
                                        <p:attrNameLst>
                                          <p:attrName>style.visibility</p:attrName>
                                        </p:attrNameLst>
                                      </p:cBhvr>
                                      <p:to>
                                        <p:strVal val="visible"/>
                                      </p:to>
                                    </p:set>
                                    <p:anim calcmode="lin" valueType="num">
                                      <p:cBhvr additive="base">
                                        <p:cTn dur="1000"/>
                                        <p:tgtEl>
                                          <p:spTgt spid="137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371"/>
                                        </p:tgtEl>
                                        <p:attrNameLst>
                                          <p:attrName>style.visibility</p:attrName>
                                        </p:attrNameLst>
                                      </p:cBhvr>
                                      <p:to>
                                        <p:strVal val="visible"/>
                                      </p:to>
                                    </p:set>
                                    <p:anim calcmode="lin" valueType="num">
                                      <p:cBhvr additive="base">
                                        <p:cTn dur="1000"/>
                                        <p:tgtEl>
                                          <p:spTgt spid="137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6" name="Shape 1376"/>
        <p:cNvGrpSpPr/>
        <p:nvPr/>
      </p:nvGrpSpPr>
      <p:grpSpPr>
        <a:xfrm>
          <a:off x="0" y="0"/>
          <a:ext cx="0" cy="0"/>
          <a:chOff x="0" y="0"/>
          <a:chExt cx="0" cy="0"/>
        </a:xfrm>
      </p:grpSpPr>
      <p:sp>
        <p:nvSpPr>
          <p:cNvPr id="1377" name="Google Shape;1377;p105"/>
          <p:cNvSpPr txBox="1"/>
          <p:nvPr>
            <p:ph type="title"/>
          </p:nvPr>
        </p:nvSpPr>
        <p:spPr>
          <a:xfrm>
            <a:off x="887850" y="1523909"/>
            <a:ext cx="4046400" cy="6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Conclusions</a:t>
            </a:r>
            <a:endParaRPr/>
          </a:p>
        </p:txBody>
      </p:sp>
      <p:pic>
        <p:nvPicPr>
          <p:cNvPr id="1378" name="Google Shape;1378;p105"/>
          <p:cNvPicPr preferRelativeResize="0"/>
          <p:nvPr/>
        </p:nvPicPr>
        <p:blipFill rotWithShape="1">
          <a:blip r:embed="rId3">
            <a:alphaModFix/>
          </a:blip>
          <a:srcRect b="0" l="16676" r="16676" t="0"/>
          <a:stretch/>
        </p:blipFill>
        <p:spPr>
          <a:xfrm flipH="1">
            <a:off x="5296650" y="1092000"/>
            <a:ext cx="2959500" cy="2959500"/>
          </a:xfrm>
          <a:prstGeom prst="ellipse">
            <a:avLst/>
          </a:prstGeom>
          <a:noFill/>
          <a:ln>
            <a:noFill/>
          </a:ln>
        </p:spPr>
      </p:pic>
      <p:sp>
        <p:nvSpPr>
          <p:cNvPr id="1379" name="Google Shape;1379;p105"/>
          <p:cNvSpPr txBox="1"/>
          <p:nvPr>
            <p:ph idx="1" type="body"/>
          </p:nvPr>
        </p:nvSpPr>
        <p:spPr>
          <a:xfrm>
            <a:off x="887850" y="2184691"/>
            <a:ext cx="4046400" cy="14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377"/>
                                        </p:tgtEl>
                                        <p:attrNameLst>
                                          <p:attrName>style.visibility</p:attrName>
                                        </p:attrNameLst>
                                      </p:cBhvr>
                                      <p:to>
                                        <p:strVal val="visible"/>
                                      </p:to>
                                    </p:set>
                                    <p:animEffect filter="fade" transition="in">
                                      <p:cBhvr>
                                        <p:cTn dur="1000"/>
                                        <p:tgtEl>
                                          <p:spTgt spid="13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78"/>
                                        </p:tgtEl>
                                        <p:attrNameLst>
                                          <p:attrName>style.visibility</p:attrName>
                                        </p:attrNameLst>
                                      </p:cBhvr>
                                      <p:to>
                                        <p:strVal val="visible"/>
                                      </p:to>
                                    </p:set>
                                    <p:animEffect filter="fade" transition="in">
                                      <p:cBhvr>
                                        <p:cTn dur="1000"/>
                                        <p:tgtEl>
                                          <p:spTgt spid="13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 name="Shape 1383"/>
        <p:cNvGrpSpPr/>
        <p:nvPr/>
      </p:nvGrpSpPr>
      <p:grpSpPr>
        <a:xfrm>
          <a:off x="0" y="0"/>
          <a:ext cx="0" cy="0"/>
          <a:chOff x="0" y="0"/>
          <a:chExt cx="0" cy="0"/>
        </a:xfrm>
      </p:grpSpPr>
      <p:sp>
        <p:nvSpPr>
          <p:cNvPr id="1384" name="Google Shape;1384;p106"/>
          <p:cNvSpPr txBox="1"/>
          <p:nvPr>
            <p:ph idx="1" type="subTitle"/>
          </p:nvPr>
        </p:nvSpPr>
        <p:spPr>
          <a:xfrm>
            <a:off x="1729425" y="1735225"/>
            <a:ext cx="5685000" cy="2868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0" lvl="0" marL="0" rtl="0" algn="ctr">
              <a:spcBef>
                <a:spcPts val="1200"/>
              </a:spcBef>
              <a:spcAft>
                <a:spcPts val="0"/>
              </a:spcAft>
              <a:buNone/>
            </a:pPr>
            <a:r>
              <a:t/>
            </a:r>
            <a:endParaRPr/>
          </a:p>
        </p:txBody>
      </p:sp>
      <p:sp>
        <p:nvSpPr>
          <p:cNvPr id="1385" name="Google Shape;1385;p10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References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85"/>
                                        </p:tgtEl>
                                        <p:attrNameLst>
                                          <p:attrName>style.visibility</p:attrName>
                                        </p:attrNameLst>
                                      </p:cBhvr>
                                      <p:to>
                                        <p:strVal val="visible"/>
                                      </p:to>
                                    </p:set>
                                    <p:anim calcmode="lin" valueType="num">
                                      <p:cBhvr additive="base">
                                        <p:cTn dur="1000"/>
                                        <p:tgtEl>
                                          <p:spTgt spid="138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84"/>
                                        </p:tgtEl>
                                        <p:attrNameLst>
                                          <p:attrName>style.visibility</p:attrName>
                                        </p:attrNameLst>
                                      </p:cBhvr>
                                      <p:to>
                                        <p:strVal val="visible"/>
                                      </p:to>
                                    </p:set>
                                    <p:animEffect filter="fade" transition="in">
                                      <p:cBhvr>
                                        <p:cTn dur="1000"/>
                                        <p:tgtEl>
                                          <p:spTgt spid="138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9" name="Shape 1389"/>
        <p:cNvGrpSpPr/>
        <p:nvPr/>
      </p:nvGrpSpPr>
      <p:grpSpPr>
        <a:xfrm>
          <a:off x="0" y="0"/>
          <a:ext cx="0" cy="0"/>
          <a:chOff x="0" y="0"/>
          <a:chExt cx="0" cy="0"/>
        </a:xfrm>
      </p:grpSpPr>
      <p:sp>
        <p:nvSpPr>
          <p:cNvPr id="1390" name="Google Shape;1390;p107"/>
          <p:cNvSpPr txBox="1"/>
          <p:nvPr>
            <p:ph idx="1" type="subTitle"/>
          </p:nvPr>
        </p:nvSpPr>
        <p:spPr>
          <a:xfrm>
            <a:off x="727575" y="2064075"/>
            <a:ext cx="3701100" cy="2025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1200"/>
              </a:spcAft>
              <a:buSzPts val="1600"/>
              <a:buChar char="●"/>
            </a:pPr>
            <a:r>
              <a:rPr lang="en"/>
              <a:t>AUTHOR (YEAR). </a:t>
            </a:r>
            <a:r>
              <a:rPr i="1" lang="en"/>
              <a:t>Title of the publication</a:t>
            </a:r>
            <a:r>
              <a:rPr lang="en"/>
              <a:t>. Publisher</a:t>
            </a:r>
            <a:endParaRPr/>
          </a:p>
        </p:txBody>
      </p:sp>
      <p:sp>
        <p:nvSpPr>
          <p:cNvPr id="1391" name="Google Shape;1391;p10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References</a:t>
            </a:r>
            <a:endParaRPr/>
          </a:p>
          <a:p>
            <a:pPr indent="0" lvl="0" marL="0" rtl="0" algn="ctr">
              <a:spcBef>
                <a:spcPts val="0"/>
              </a:spcBef>
              <a:spcAft>
                <a:spcPts val="0"/>
              </a:spcAft>
              <a:buNone/>
            </a:pPr>
            <a:r>
              <a:t/>
            </a:r>
            <a:endParaRPr/>
          </a:p>
        </p:txBody>
      </p:sp>
      <p:sp>
        <p:nvSpPr>
          <p:cNvPr id="1392" name="Google Shape;1392;p107"/>
          <p:cNvSpPr txBox="1"/>
          <p:nvPr>
            <p:ph idx="2" type="subTitle"/>
          </p:nvPr>
        </p:nvSpPr>
        <p:spPr>
          <a:xfrm>
            <a:off x="4729750" y="2064075"/>
            <a:ext cx="3701100" cy="2025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330200" lvl="0" marL="457200" rtl="0" algn="l">
              <a:spcBef>
                <a:spcPts val="1200"/>
              </a:spcBef>
              <a:spcAft>
                <a:spcPts val="0"/>
              </a:spcAft>
              <a:buSzPts val="1600"/>
              <a:buChar char="●"/>
            </a:pPr>
            <a:r>
              <a:rPr lang="en"/>
              <a:t>AUTHOR (YEAR). </a:t>
            </a:r>
            <a:r>
              <a:rPr i="1" lang="en"/>
              <a:t>Title of the publication</a:t>
            </a:r>
            <a:r>
              <a:rPr lang="en"/>
              <a:t>. Publisher</a:t>
            </a:r>
            <a:endParaRPr/>
          </a:p>
          <a:p>
            <a:pPr indent="0" lvl="0" marL="0" rtl="0" algn="l">
              <a:spcBef>
                <a:spcPts val="1200"/>
              </a:spcBef>
              <a:spcAft>
                <a:spcPts val="1200"/>
              </a:spcAft>
              <a:buNone/>
            </a:pPr>
            <a:r>
              <a:t/>
            </a:r>
            <a:endParaRPr/>
          </a:p>
        </p:txBody>
      </p:sp>
      <p:grpSp>
        <p:nvGrpSpPr>
          <p:cNvPr id="1393" name="Google Shape;1393;p107"/>
          <p:cNvGrpSpPr/>
          <p:nvPr/>
        </p:nvGrpSpPr>
        <p:grpSpPr>
          <a:xfrm>
            <a:off x="2286880" y="1441089"/>
            <a:ext cx="582486" cy="446506"/>
            <a:chOff x="2567841" y="1994124"/>
            <a:chExt cx="399812" cy="306477"/>
          </a:xfrm>
        </p:grpSpPr>
        <p:sp>
          <p:nvSpPr>
            <p:cNvPr id="1394" name="Google Shape;1394;p10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0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0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107"/>
          <p:cNvSpPr/>
          <p:nvPr/>
        </p:nvSpPr>
        <p:spPr>
          <a:xfrm>
            <a:off x="6302600" y="1436725"/>
            <a:ext cx="555388" cy="45523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91"/>
                                        </p:tgtEl>
                                        <p:attrNameLst>
                                          <p:attrName>style.visibility</p:attrName>
                                        </p:attrNameLst>
                                      </p:cBhvr>
                                      <p:to>
                                        <p:strVal val="visible"/>
                                      </p:to>
                                    </p:set>
                                    <p:anim calcmode="lin" valueType="num">
                                      <p:cBhvr additive="base">
                                        <p:cTn dur="1000"/>
                                        <p:tgtEl>
                                          <p:spTgt spid="1391"/>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390"/>
                                        </p:tgtEl>
                                        <p:attrNameLst>
                                          <p:attrName>style.visibility</p:attrName>
                                        </p:attrNameLst>
                                      </p:cBhvr>
                                      <p:to>
                                        <p:strVal val="visible"/>
                                      </p:to>
                                    </p:set>
                                    <p:anim calcmode="lin" valueType="num">
                                      <p:cBhvr additive="base">
                                        <p:cTn dur="1000"/>
                                        <p:tgtEl>
                                          <p:spTgt spid="1390"/>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93"/>
                                        </p:tgtEl>
                                        <p:attrNameLst>
                                          <p:attrName>style.visibility</p:attrName>
                                        </p:attrNameLst>
                                      </p:cBhvr>
                                      <p:to>
                                        <p:strVal val="visible"/>
                                      </p:to>
                                    </p:set>
                                    <p:animEffect filter="fade" transition="in">
                                      <p:cBhvr>
                                        <p:cTn dur="1000"/>
                                        <p:tgtEl>
                                          <p:spTgt spid="139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92"/>
                                        </p:tgtEl>
                                        <p:attrNameLst>
                                          <p:attrName>style.visibility</p:attrName>
                                        </p:attrNameLst>
                                      </p:cBhvr>
                                      <p:to>
                                        <p:strVal val="visible"/>
                                      </p:to>
                                    </p:set>
                                    <p:anim calcmode="lin" valueType="num">
                                      <p:cBhvr additive="base">
                                        <p:cTn dur="1000"/>
                                        <p:tgtEl>
                                          <p:spTgt spid="1392"/>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397"/>
                                        </p:tgtEl>
                                        <p:attrNameLst>
                                          <p:attrName>style.visibility</p:attrName>
                                        </p:attrNameLst>
                                      </p:cBhvr>
                                      <p:to>
                                        <p:strVal val="visible"/>
                                      </p:to>
                                    </p:set>
                                    <p:animEffect filter="fade" transition="in">
                                      <p:cBhvr>
                                        <p:cTn dur="1000"/>
                                        <p:tgtEl>
                                          <p:spTgt spid="13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1" name="Shape 1401"/>
        <p:cNvGrpSpPr/>
        <p:nvPr/>
      </p:nvGrpSpPr>
      <p:grpSpPr>
        <a:xfrm>
          <a:off x="0" y="0"/>
          <a:ext cx="0" cy="0"/>
          <a:chOff x="0" y="0"/>
          <a:chExt cx="0" cy="0"/>
        </a:xfrm>
      </p:grpSpPr>
      <p:sp>
        <p:nvSpPr>
          <p:cNvPr id="1402" name="Google Shape;1402;p108"/>
          <p:cNvSpPr txBox="1"/>
          <p:nvPr>
            <p:ph type="title"/>
          </p:nvPr>
        </p:nvSpPr>
        <p:spPr>
          <a:xfrm>
            <a:off x="909400" y="3204375"/>
            <a:ext cx="2169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James</a:t>
            </a:r>
            <a:endParaRPr/>
          </a:p>
        </p:txBody>
      </p:sp>
      <p:sp>
        <p:nvSpPr>
          <p:cNvPr id="1403" name="Google Shape;1403;p108"/>
          <p:cNvSpPr txBox="1"/>
          <p:nvPr>
            <p:ph idx="1" type="subTitle"/>
          </p:nvPr>
        </p:nvSpPr>
        <p:spPr>
          <a:xfrm>
            <a:off x="909400" y="3572884"/>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about this person here</a:t>
            </a:r>
            <a:endParaRPr/>
          </a:p>
        </p:txBody>
      </p:sp>
      <p:sp>
        <p:nvSpPr>
          <p:cNvPr id="1404" name="Google Shape;1404;p108"/>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405" name="Google Shape;1405;p108"/>
          <p:cNvSpPr txBox="1"/>
          <p:nvPr>
            <p:ph idx="3" type="title"/>
          </p:nvPr>
        </p:nvSpPr>
        <p:spPr>
          <a:xfrm>
            <a:off x="3487101" y="3204375"/>
            <a:ext cx="2169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406" name="Google Shape;1406;p108"/>
          <p:cNvSpPr txBox="1"/>
          <p:nvPr>
            <p:ph idx="4" type="subTitle"/>
          </p:nvPr>
        </p:nvSpPr>
        <p:spPr>
          <a:xfrm>
            <a:off x="3487100" y="3572884"/>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about this person here</a:t>
            </a:r>
            <a:endParaRPr/>
          </a:p>
        </p:txBody>
      </p:sp>
      <p:sp>
        <p:nvSpPr>
          <p:cNvPr id="1407" name="Google Shape;1407;p108"/>
          <p:cNvSpPr txBox="1"/>
          <p:nvPr>
            <p:ph idx="5" type="title"/>
          </p:nvPr>
        </p:nvSpPr>
        <p:spPr>
          <a:xfrm>
            <a:off x="6064802" y="3204375"/>
            <a:ext cx="2169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Jane Patterson</a:t>
            </a:r>
            <a:endParaRPr/>
          </a:p>
        </p:txBody>
      </p:sp>
      <p:sp>
        <p:nvSpPr>
          <p:cNvPr id="1408" name="Google Shape;1408;p108"/>
          <p:cNvSpPr txBox="1"/>
          <p:nvPr>
            <p:ph idx="6" type="subTitle"/>
          </p:nvPr>
        </p:nvSpPr>
        <p:spPr>
          <a:xfrm>
            <a:off x="6064800" y="3572884"/>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about this person here</a:t>
            </a:r>
            <a:endParaRPr/>
          </a:p>
        </p:txBody>
      </p:sp>
      <p:pic>
        <p:nvPicPr>
          <p:cNvPr id="1409" name="Google Shape;1409;p108"/>
          <p:cNvPicPr preferRelativeResize="0"/>
          <p:nvPr/>
        </p:nvPicPr>
        <p:blipFill rotWithShape="1">
          <a:blip r:embed="rId3">
            <a:alphaModFix/>
          </a:blip>
          <a:srcRect b="0" l="0" r="0" t="0"/>
          <a:stretch/>
        </p:blipFill>
        <p:spPr>
          <a:xfrm>
            <a:off x="1273750" y="1692325"/>
            <a:ext cx="1440900" cy="1440900"/>
          </a:xfrm>
          <a:prstGeom prst="ellipse">
            <a:avLst/>
          </a:prstGeom>
          <a:noFill/>
          <a:ln>
            <a:noFill/>
          </a:ln>
        </p:spPr>
      </p:pic>
      <p:pic>
        <p:nvPicPr>
          <p:cNvPr id="1410" name="Google Shape;1410;p108"/>
          <p:cNvPicPr preferRelativeResize="0"/>
          <p:nvPr/>
        </p:nvPicPr>
        <p:blipFill rotWithShape="1">
          <a:blip r:embed="rId4">
            <a:alphaModFix/>
          </a:blip>
          <a:srcRect b="0" l="0" r="0" t="0"/>
          <a:stretch/>
        </p:blipFill>
        <p:spPr>
          <a:xfrm>
            <a:off x="3851450" y="1692325"/>
            <a:ext cx="1440900" cy="1440900"/>
          </a:xfrm>
          <a:prstGeom prst="ellipse">
            <a:avLst/>
          </a:prstGeom>
          <a:noFill/>
          <a:ln>
            <a:noFill/>
          </a:ln>
        </p:spPr>
      </p:pic>
      <p:pic>
        <p:nvPicPr>
          <p:cNvPr id="1411" name="Google Shape;1411;p108"/>
          <p:cNvPicPr preferRelativeResize="0"/>
          <p:nvPr/>
        </p:nvPicPr>
        <p:blipFill rotWithShape="1">
          <a:blip r:embed="rId5">
            <a:alphaModFix/>
          </a:blip>
          <a:srcRect b="0" l="0" r="0" t="0"/>
          <a:stretch/>
        </p:blipFill>
        <p:spPr>
          <a:xfrm>
            <a:off x="6429150" y="1692325"/>
            <a:ext cx="1440900" cy="14409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04"/>
                                        </p:tgtEl>
                                        <p:attrNameLst>
                                          <p:attrName>style.visibility</p:attrName>
                                        </p:attrNameLst>
                                      </p:cBhvr>
                                      <p:to>
                                        <p:strVal val="visible"/>
                                      </p:to>
                                    </p:set>
                                    <p:anim calcmode="lin" valueType="num">
                                      <p:cBhvr additive="base">
                                        <p:cTn dur="1000"/>
                                        <p:tgtEl>
                                          <p:spTgt spid="140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02"/>
                                        </p:tgtEl>
                                        <p:attrNameLst>
                                          <p:attrName>style.visibility</p:attrName>
                                        </p:attrNameLst>
                                      </p:cBhvr>
                                      <p:to>
                                        <p:strVal val="visible"/>
                                      </p:to>
                                    </p:set>
                                    <p:animEffect filter="fade" transition="in">
                                      <p:cBhvr>
                                        <p:cTn dur="1000"/>
                                        <p:tgtEl>
                                          <p:spTgt spid="1402"/>
                                        </p:tgtEl>
                                      </p:cBhvr>
                                    </p:animEffect>
                                  </p:childTnLst>
                                </p:cTn>
                              </p:par>
                              <p:par>
                                <p:cTn fill="hold" nodeType="withEffect" presetClass="entr" presetID="10" presetSubtype="0">
                                  <p:stCondLst>
                                    <p:cond delay="0"/>
                                  </p:stCondLst>
                                  <p:childTnLst>
                                    <p:set>
                                      <p:cBhvr>
                                        <p:cTn dur="1" fill="hold">
                                          <p:stCondLst>
                                            <p:cond delay="0"/>
                                          </p:stCondLst>
                                        </p:cTn>
                                        <p:tgtEl>
                                          <p:spTgt spid="1403"/>
                                        </p:tgtEl>
                                        <p:attrNameLst>
                                          <p:attrName>style.visibility</p:attrName>
                                        </p:attrNameLst>
                                      </p:cBhvr>
                                      <p:to>
                                        <p:strVal val="visible"/>
                                      </p:to>
                                    </p:set>
                                    <p:animEffect filter="fade" transition="in">
                                      <p:cBhvr>
                                        <p:cTn dur="1000"/>
                                        <p:tgtEl>
                                          <p:spTgt spid="1403"/>
                                        </p:tgtEl>
                                      </p:cBhvr>
                                    </p:animEffect>
                                  </p:childTnLst>
                                </p:cTn>
                              </p:par>
                              <p:par>
                                <p:cTn fill="hold" nodeType="withEffect" presetClass="entr" presetID="10" presetSubtype="0">
                                  <p:stCondLst>
                                    <p:cond delay="0"/>
                                  </p:stCondLst>
                                  <p:childTnLst>
                                    <p:set>
                                      <p:cBhvr>
                                        <p:cTn dur="1" fill="hold">
                                          <p:stCondLst>
                                            <p:cond delay="0"/>
                                          </p:stCondLst>
                                        </p:cTn>
                                        <p:tgtEl>
                                          <p:spTgt spid="1409"/>
                                        </p:tgtEl>
                                        <p:attrNameLst>
                                          <p:attrName>style.visibility</p:attrName>
                                        </p:attrNameLst>
                                      </p:cBhvr>
                                      <p:to>
                                        <p:strVal val="visible"/>
                                      </p:to>
                                    </p:set>
                                    <p:animEffect filter="fade" transition="in">
                                      <p:cBhvr>
                                        <p:cTn dur="1000"/>
                                        <p:tgtEl>
                                          <p:spTgt spid="14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05"/>
                                        </p:tgtEl>
                                        <p:attrNameLst>
                                          <p:attrName>style.visibility</p:attrName>
                                        </p:attrNameLst>
                                      </p:cBhvr>
                                      <p:to>
                                        <p:strVal val="visible"/>
                                      </p:to>
                                    </p:set>
                                    <p:animEffect filter="fade" transition="in">
                                      <p:cBhvr>
                                        <p:cTn dur="1000"/>
                                        <p:tgtEl>
                                          <p:spTgt spid="1405"/>
                                        </p:tgtEl>
                                      </p:cBhvr>
                                    </p:animEffect>
                                  </p:childTnLst>
                                </p:cTn>
                              </p:par>
                              <p:par>
                                <p:cTn fill="hold" nodeType="withEffect" presetClass="entr" presetID="10" presetSubtype="0">
                                  <p:stCondLst>
                                    <p:cond delay="0"/>
                                  </p:stCondLst>
                                  <p:childTnLst>
                                    <p:set>
                                      <p:cBhvr>
                                        <p:cTn dur="1" fill="hold">
                                          <p:stCondLst>
                                            <p:cond delay="0"/>
                                          </p:stCondLst>
                                        </p:cTn>
                                        <p:tgtEl>
                                          <p:spTgt spid="1406"/>
                                        </p:tgtEl>
                                        <p:attrNameLst>
                                          <p:attrName>style.visibility</p:attrName>
                                        </p:attrNameLst>
                                      </p:cBhvr>
                                      <p:to>
                                        <p:strVal val="visible"/>
                                      </p:to>
                                    </p:set>
                                    <p:animEffect filter="fade" transition="in">
                                      <p:cBhvr>
                                        <p:cTn dur="1000"/>
                                        <p:tgtEl>
                                          <p:spTgt spid="1406"/>
                                        </p:tgtEl>
                                      </p:cBhvr>
                                    </p:animEffect>
                                  </p:childTnLst>
                                </p:cTn>
                              </p:par>
                              <p:par>
                                <p:cTn fill="hold" nodeType="withEffect" presetClass="entr" presetID="10" presetSubtype="0">
                                  <p:stCondLst>
                                    <p:cond delay="0"/>
                                  </p:stCondLst>
                                  <p:childTnLst>
                                    <p:set>
                                      <p:cBhvr>
                                        <p:cTn dur="1" fill="hold">
                                          <p:stCondLst>
                                            <p:cond delay="0"/>
                                          </p:stCondLst>
                                        </p:cTn>
                                        <p:tgtEl>
                                          <p:spTgt spid="1410"/>
                                        </p:tgtEl>
                                        <p:attrNameLst>
                                          <p:attrName>style.visibility</p:attrName>
                                        </p:attrNameLst>
                                      </p:cBhvr>
                                      <p:to>
                                        <p:strVal val="visible"/>
                                      </p:to>
                                    </p:set>
                                    <p:animEffect filter="fade" transition="in">
                                      <p:cBhvr>
                                        <p:cTn dur="1000"/>
                                        <p:tgtEl>
                                          <p:spTgt spid="141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07"/>
                                        </p:tgtEl>
                                        <p:attrNameLst>
                                          <p:attrName>style.visibility</p:attrName>
                                        </p:attrNameLst>
                                      </p:cBhvr>
                                      <p:to>
                                        <p:strVal val="visible"/>
                                      </p:to>
                                    </p:set>
                                    <p:animEffect filter="fade" transition="in">
                                      <p:cBhvr>
                                        <p:cTn dur="1000"/>
                                        <p:tgtEl>
                                          <p:spTgt spid="1407"/>
                                        </p:tgtEl>
                                      </p:cBhvr>
                                    </p:animEffect>
                                  </p:childTnLst>
                                </p:cTn>
                              </p:par>
                              <p:par>
                                <p:cTn fill="hold" nodeType="withEffect" presetClass="entr" presetID="10" presetSubtype="0">
                                  <p:stCondLst>
                                    <p:cond delay="0"/>
                                  </p:stCondLst>
                                  <p:childTnLst>
                                    <p:set>
                                      <p:cBhvr>
                                        <p:cTn dur="1" fill="hold">
                                          <p:stCondLst>
                                            <p:cond delay="0"/>
                                          </p:stCondLst>
                                        </p:cTn>
                                        <p:tgtEl>
                                          <p:spTgt spid="1408"/>
                                        </p:tgtEl>
                                        <p:attrNameLst>
                                          <p:attrName>style.visibility</p:attrName>
                                        </p:attrNameLst>
                                      </p:cBhvr>
                                      <p:to>
                                        <p:strVal val="visible"/>
                                      </p:to>
                                    </p:set>
                                    <p:animEffect filter="fade" transition="in">
                                      <p:cBhvr>
                                        <p:cTn dur="1000"/>
                                        <p:tgtEl>
                                          <p:spTgt spid="1408"/>
                                        </p:tgtEl>
                                      </p:cBhvr>
                                    </p:animEffect>
                                  </p:childTnLst>
                                </p:cTn>
                              </p:par>
                              <p:par>
                                <p:cTn fill="hold" nodeType="withEffect" presetClass="entr" presetID="10" presetSubtype="0">
                                  <p:stCondLst>
                                    <p:cond delay="0"/>
                                  </p:stCondLst>
                                  <p:childTnLst>
                                    <p:set>
                                      <p:cBhvr>
                                        <p:cTn dur="1" fill="hold">
                                          <p:stCondLst>
                                            <p:cond delay="0"/>
                                          </p:stCondLst>
                                        </p:cTn>
                                        <p:tgtEl>
                                          <p:spTgt spid="1411"/>
                                        </p:tgtEl>
                                        <p:attrNameLst>
                                          <p:attrName>style.visibility</p:attrName>
                                        </p:attrNameLst>
                                      </p:cBhvr>
                                      <p:to>
                                        <p:strVal val="visible"/>
                                      </p:to>
                                    </p:set>
                                    <p:animEffect filter="fade" transition="in">
                                      <p:cBhvr>
                                        <p:cTn dur="1000"/>
                                        <p:tgtEl>
                                          <p:spTgt spid="14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5" name="Shape 1415"/>
        <p:cNvGrpSpPr/>
        <p:nvPr/>
      </p:nvGrpSpPr>
      <p:grpSpPr>
        <a:xfrm>
          <a:off x="0" y="0"/>
          <a:ext cx="0" cy="0"/>
          <a:chOff x="0" y="0"/>
          <a:chExt cx="0" cy="0"/>
        </a:xfrm>
      </p:grpSpPr>
      <p:sp>
        <p:nvSpPr>
          <p:cNvPr id="1416" name="Google Shape;1416;p109"/>
          <p:cNvSpPr txBox="1"/>
          <p:nvPr>
            <p:ph type="title"/>
          </p:nvPr>
        </p:nvSpPr>
        <p:spPr>
          <a:xfrm>
            <a:off x="1893550" y="3128175"/>
            <a:ext cx="2169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Phil Smith</a:t>
            </a:r>
            <a:endParaRPr/>
          </a:p>
        </p:txBody>
      </p:sp>
      <p:sp>
        <p:nvSpPr>
          <p:cNvPr id="1417" name="Google Shape;1417;p109"/>
          <p:cNvSpPr txBox="1"/>
          <p:nvPr>
            <p:ph idx="1" type="subTitle"/>
          </p:nvPr>
        </p:nvSpPr>
        <p:spPr>
          <a:xfrm>
            <a:off x="1893550" y="3496684"/>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You can speak about this person here</a:t>
            </a:r>
            <a:endParaRPr/>
          </a:p>
        </p:txBody>
      </p:sp>
      <p:sp>
        <p:nvSpPr>
          <p:cNvPr id="1418" name="Google Shape;1418;p109"/>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Our team</a:t>
            </a:r>
            <a:endParaRPr/>
          </a:p>
        </p:txBody>
      </p:sp>
      <p:sp>
        <p:nvSpPr>
          <p:cNvPr id="1419" name="Google Shape;1419;p109"/>
          <p:cNvSpPr txBox="1"/>
          <p:nvPr>
            <p:ph idx="3" type="title"/>
          </p:nvPr>
        </p:nvSpPr>
        <p:spPr>
          <a:xfrm>
            <a:off x="5080850" y="3128175"/>
            <a:ext cx="2169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Grace Gold</a:t>
            </a:r>
            <a:endParaRPr/>
          </a:p>
        </p:txBody>
      </p:sp>
      <p:sp>
        <p:nvSpPr>
          <p:cNvPr id="1420" name="Google Shape;1420;p109"/>
          <p:cNvSpPr txBox="1"/>
          <p:nvPr>
            <p:ph idx="4" type="subTitle"/>
          </p:nvPr>
        </p:nvSpPr>
        <p:spPr>
          <a:xfrm>
            <a:off x="5080850" y="3496684"/>
            <a:ext cx="2169600" cy="677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You can speak about this person here</a:t>
            </a:r>
            <a:endParaRPr/>
          </a:p>
        </p:txBody>
      </p:sp>
      <p:pic>
        <p:nvPicPr>
          <p:cNvPr id="1421" name="Google Shape;1421;p109"/>
          <p:cNvPicPr preferRelativeResize="0"/>
          <p:nvPr/>
        </p:nvPicPr>
        <p:blipFill rotWithShape="1">
          <a:blip r:embed="rId3">
            <a:alphaModFix/>
          </a:blip>
          <a:srcRect b="32327" l="19659" r="38866" t="5531"/>
          <a:stretch/>
        </p:blipFill>
        <p:spPr>
          <a:xfrm>
            <a:off x="2176750" y="1456894"/>
            <a:ext cx="1603200" cy="1603200"/>
          </a:xfrm>
          <a:prstGeom prst="ellipse">
            <a:avLst/>
          </a:prstGeom>
          <a:noFill/>
          <a:ln>
            <a:noFill/>
          </a:ln>
        </p:spPr>
      </p:pic>
      <p:pic>
        <p:nvPicPr>
          <p:cNvPr id="1422" name="Google Shape;1422;p109"/>
          <p:cNvPicPr preferRelativeResize="0"/>
          <p:nvPr/>
        </p:nvPicPr>
        <p:blipFill rotWithShape="1">
          <a:blip r:embed="rId4">
            <a:alphaModFix/>
          </a:blip>
          <a:srcRect b="36989" l="28589" r="29772" t="444"/>
          <a:stretch/>
        </p:blipFill>
        <p:spPr>
          <a:xfrm>
            <a:off x="5364043" y="1456894"/>
            <a:ext cx="1603200" cy="16032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18"/>
                                        </p:tgtEl>
                                        <p:attrNameLst>
                                          <p:attrName>style.visibility</p:attrName>
                                        </p:attrNameLst>
                                      </p:cBhvr>
                                      <p:to>
                                        <p:strVal val="visible"/>
                                      </p:to>
                                    </p:set>
                                    <p:anim calcmode="lin" valueType="num">
                                      <p:cBhvr additive="base">
                                        <p:cTn dur="1000"/>
                                        <p:tgtEl>
                                          <p:spTgt spid="141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416"/>
                                        </p:tgtEl>
                                        <p:attrNameLst>
                                          <p:attrName>style.visibility</p:attrName>
                                        </p:attrNameLst>
                                      </p:cBhvr>
                                      <p:to>
                                        <p:strVal val="visible"/>
                                      </p:to>
                                    </p:set>
                                    <p:anim calcmode="lin" valueType="num">
                                      <p:cBhvr additive="base">
                                        <p:cTn dur="1000"/>
                                        <p:tgtEl>
                                          <p:spTgt spid="141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417"/>
                                        </p:tgtEl>
                                        <p:attrNameLst>
                                          <p:attrName>style.visibility</p:attrName>
                                        </p:attrNameLst>
                                      </p:cBhvr>
                                      <p:to>
                                        <p:strVal val="visible"/>
                                      </p:to>
                                    </p:set>
                                    <p:animEffect filter="fade" transition="in">
                                      <p:cBhvr>
                                        <p:cTn dur="1000"/>
                                        <p:tgtEl>
                                          <p:spTgt spid="1417"/>
                                        </p:tgtEl>
                                      </p:cBhvr>
                                    </p:animEffect>
                                  </p:childTnLst>
                                </p:cTn>
                              </p:par>
                              <p:par>
                                <p:cTn fill="hold" nodeType="withEffect" presetClass="entr" presetID="10" presetSubtype="0">
                                  <p:stCondLst>
                                    <p:cond delay="0"/>
                                  </p:stCondLst>
                                  <p:childTnLst>
                                    <p:set>
                                      <p:cBhvr>
                                        <p:cTn dur="1" fill="hold">
                                          <p:stCondLst>
                                            <p:cond delay="0"/>
                                          </p:stCondLst>
                                        </p:cTn>
                                        <p:tgtEl>
                                          <p:spTgt spid="1421"/>
                                        </p:tgtEl>
                                        <p:attrNameLst>
                                          <p:attrName>style.visibility</p:attrName>
                                        </p:attrNameLst>
                                      </p:cBhvr>
                                      <p:to>
                                        <p:strVal val="visible"/>
                                      </p:to>
                                    </p:set>
                                    <p:animEffect filter="fade" transition="in">
                                      <p:cBhvr>
                                        <p:cTn dur="1000"/>
                                        <p:tgtEl>
                                          <p:spTgt spid="14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419"/>
                                        </p:tgtEl>
                                        <p:attrNameLst>
                                          <p:attrName>style.visibility</p:attrName>
                                        </p:attrNameLst>
                                      </p:cBhvr>
                                      <p:to>
                                        <p:strVal val="visible"/>
                                      </p:to>
                                    </p:set>
                                    <p:anim calcmode="lin" valueType="num">
                                      <p:cBhvr additive="base">
                                        <p:cTn dur="1000"/>
                                        <p:tgtEl>
                                          <p:spTgt spid="1419"/>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420"/>
                                        </p:tgtEl>
                                        <p:attrNameLst>
                                          <p:attrName>style.visibility</p:attrName>
                                        </p:attrNameLst>
                                      </p:cBhvr>
                                      <p:to>
                                        <p:strVal val="visible"/>
                                      </p:to>
                                    </p:set>
                                    <p:animEffect filter="fade" transition="in">
                                      <p:cBhvr>
                                        <p:cTn dur="1000"/>
                                        <p:tgtEl>
                                          <p:spTgt spid="1420"/>
                                        </p:tgtEl>
                                      </p:cBhvr>
                                    </p:animEffect>
                                  </p:childTnLst>
                                </p:cTn>
                              </p:par>
                              <p:par>
                                <p:cTn fill="hold" nodeType="withEffect" presetClass="entr" presetID="10" presetSubtype="0">
                                  <p:stCondLst>
                                    <p:cond delay="0"/>
                                  </p:stCondLst>
                                  <p:childTnLst>
                                    <p:set>
                                      <p:cBhvr>
                                        <p:cTn dur="1" fill="hold">
                                          <p:stCondLst>
                                            <p:cond delay="0"/>
                                          </p:stCondLst>
                                        </p:cTn>
                                        <p:tgtEl>
                                          <p:spTgt spid="1422"/>
                                        </p:tgtEl>
                                        <p:attrNameLst>
                                          <p:attrName>style.visibility</p:attrName>
                                        </p:attrNameLst>
                                      </p:cBhvr>
                                      <p:to>
                                        <p:strVal val="visible"/>
                                      </p:to>
                                    </p:set>
                                    <p:animEffect filter="fade" transition="in">
                                      <p:cBhvr>
                                        <p:cTn dur="1000"/>
                                        <p:tgtEl>
                                          <p:spTgt spid="14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6" name="Shape 1426"/>
        <p:cNvGrpSpPr/>
        <p:nvPr/>
      </p:nvGrpSpPr>
      <p:grpSpPr>
        <a:xfrm>
          <a:off x="0" y="0"/>
          <a:ext cx="0" cy="0"/>
          <a:chOff x="0" y="0"/>
          <a:chExt cx="0" cy="0"/>
        </a:xfrm>
      </p:grpSpPr>
      <p:sp>
        <p:nvSpPr>
          <p:cNvPr id="1427" name="Google Shape;1427;p110"/>
          <p:cNvSpPr txBox="1"/>
          <p:nvPr>
            <p:ph idx="1" type="subTitle"/>
          </p:nvPr>
        </p:nvSpPr>
        <p:spPr>
          <a:xfrm>
            <a:off x="1275750" y="2296400"/>
            <a:ext cx="2906100" cy="11559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You can replace the image on the screen with your own work. Just right-click on it and select “Replace image”</a:t>
            </a:r>
            <a:endParaRPr/>
          </a:p>
        </p:txBody>
      </p:sp>
      <p:sp>
        <p:nvSpPr>
          <p:cNvPr id="1428" name="Google Shape;1428;p11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Online</a:t>
            </a:r>
            <a:r>
              <a:rPr lang="en"/>
              <a:t> support</a:t>
            </a:r>
            <a:endParaRPr/>
          </a:p>
        </p:txBody>
      </p:sp>
      <p:sp>
        <p:nvSpPr>
          <p:cNvPr id="1429" name="Google Shape;1429;p110"/>
          <p:cNvSpPr/>
          <p:nvPr/>
        </p:nvSpPr>
        <p:spPr>
          <a:xfrm>
            <a:off x="4366950" y="1704789"/>
            <a:ext cx="3501245" cy="2796317"/>
          </a:xfrm>
          <a:custGeom>
            <a:rect b="b" l="l" r="r" t="t"/>
            <a:pathLst>
              <a:path extrusionOk="0" h="207365" w="259640">
                <a:moveTo>
                  <a:pt x="248323" y="9646"/>
                </a:moveTo>
                <a:lnTo>
                  <a:pt x="248323" y="143837"/>
                </a:lnTo>
                <a:lnTo>
                  <a:pt x="11253" y="143837"/>
                </a:lnTo>
                <a:lnTo>
                  <a:pt x="11253" y="9646"/>
                </a:lnTo>
                <a:close/>
                <a:moveTo>
                  <a:pt x="8231" y="1"/>
                </a:moveTo>
                <a:cubicBezTo>
                  <a:pt x="3987" y="1"/>
                  <a:pt x="1" y="3023"/>
                  <a:pt x="1" y="7267"/>
                </a:cubicBezTo>
                <a:lnTo>
                  <a:pt x="1" y="170007"/>
                </a:lnTo>
                <a:cubicBezTo>
                  <a:pt x="1" y="174315"/>
                  <a:pt x="3987" y="177594"/>
                  <a:pt x="8231" y="177594"/>
                </a:cubicBezTo>
                <a:lnTo>
                  <a:pt x="104229" y="177594"/>
                </a:lnTo>
                <a:cubicBezTo>
                  <a:pt x="104229" y="177594"/>
                  <a:pt x="103972" y="190004"/>
                  <a:pt x="98314" y="195791"/>
                </a:cubicBezTo>
                <a:cubicBezTo>
                  <a:pt x="94520" y="199649"/>
                  <a:pt x="89376" y="203121"/>
                  <a:pt x="90791" y="204986"/>
                </a:cubicBezTo>
                <a:lnTo>
                  <a:pt x="90791" y="205179"/>
                </a:lnTo>
                <a:cubicBezTo>
                  <a:pt x="90791" y="206657"/>
                  <a:pt x="93234" y="207365"/>
                  <a:pt x="99664" y="207365"/>
                </a:cubicBezTo>
                <a:lnTo>
                  <a:pt x="162741" y="207365"/>
                </a:lnTo>
                <a:cubicBezTo>
                  <a:pt x="169107" y="207365"/>
                  <a:pt x="171357" y="206529"/>
                  <a:pt x="171357" y="204921"/>
                </a:cubicBezTo>
                <a:lnTo>
                  <a:pt x="170779" y="204921"/>
                </a:lnTo>
                <a:cubicBezTo>
                  <a:pt x="172000" y="202992"/>
                  <a:pt x="166921" y="199585"/>
                  <a:pt x="163191" y="195791"/>
                </a:cubicBezTo>
                <a:cubicBezTo>
                  <a:pt x="157469" y="190004"/>
                  <a:pt x="157276" y="177594"/>
                  <a:pt x="157276" y="177594"/>
                </a:cubicBezTo>
                <a:lnTo>
                  <a:pt x="251988" y="177594"/>
                </a:lnTo>
                <a:cubicBezTo>
                  <a:pt x="252027" y="177595"/>
                  <a:pt x="252066" y="177595"/>
                  <a:pt x="252104" y="177595"/>
                </a:cubicBezTo>
                <a:cubicBezTo>
                  <a:pt x="256232" y="177595"/>
                  <a:pt x="259640" y="174211"/>
                  <a:pt x="259640" y="170007"/>
                </a:cubicBezTo>
                <a:lnTo>
                  <a:pt x="259640" y="7267"/>
                </a:lnTo>
                <a:cubicBezTo>
                  <a:pt x="259575" y="3023"/>
                  <a:pt x="256168" y="1"/>
                  <a:pt x="251924" y="1"/>
                </a:cubicBezTo>
                <a:close/>
              </a:path>
            </a:pathLst>
          </a:custGeom>
          <a:solidFill>
            <a:schemeClr val="lt1"/>
          </a:solidFill>
          <a:ln cap="flat" cmpd="sng" w="9525">
            <a:solidFill>
              <a:schemeClr val="dk1"/>
            </a:solidFill>
            <a:prstDash val="solid"/>
            <a:miter lim="642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0" name="Google Shape;1430;p110"/>
          <p:cNvPicPr preferRelativeResize="0"/>
          <p:nvPr/>
        </p:nvPicPr>
        <p:blipFill rotWithShape="1">
          <a:blip r:embed="rId3">
            <a:alphaModFix/>
          </a:blip>
          <a:srcRect b="0" l="0" r="0" t="0"/>
          <a:stretch/>
        </p:blipFill>
        <p:spPr>
          <a:xfrm>
            <a:off x="4529450" y="1850425"/>
            <a:ext cx="3176275" cy="1786649"/>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28"/>
                                        </p:tgtEl>
                                        <p:attrNameLst>
                                          <p:attrName>style.visibility</p:attrName>
                                        </p:attrNameLst>
                                      </p:cBhvr>
                                      <p:to>
                                        <p:strVal val="visible"/>
                                      </p:to>
                                    </p:set>
                                    <p:anim calcmode="lin" valueType="num">
                                      <p:cBhvr additive="base">
                                        <p:cTn dur="1000"/>
                                        <p:tgtEl>
                                          <p:spTgt spid="142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427"/>
                                        </p:tgtEl>
                                        <p:attrNameLst>
                                          <p:attrName>style.visibility</p:attrName>
                                        </p:attrNameLst>
                                      </p:cBhvr>
                                      <p:to>
                                        <p:strVal val="visible"/>
                                      </p:to>
                                    </p:set>
                                    <p:anim calcmode="lin" valueType="num">
                                      <p:cBhvr additive="base">
                                        <p:cTn dur="1000"/>
                                        <p:tgtEl>
                                          <p:spTgt spid="142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29"/>
                                        </p:tgtEl>
                                        <p:attrNameLst>
                                          <p:attrName>style.visibility</p:attrName>
                                        </p:attrNameLst>
                                      </p:cBhvr>
                                      <p:to>
                                        <p:strVal val="visible"/>
                                      </p:to>
                                    </p:set>
                                    <p:animEffect filter="fade" transition="in">
                                      <p:cBhvr>
                                        <p:cTn dur="1000"/>
                                        <p:tgtEl>
                                          <p:spTgt spid="1429"/>
                                        </p:tgtEl>
                                      </p:cBhvr>
                                    </p:animEffect>
                                  </p:childTnLst>
                                </p:cTn>
                              </p:par>
                              <p:par>
                                <p:cTn fill="hold" nodeType="withEffect" presetClass="entr" presetID="10" presetSubtype="0">
                                  <p:stCondLst>
                                    <p:cond delay="0"/>
                                  </p:stCondLst>
                                  <p:childTnLst>
                                    <p:set>
                                      <p:cBhvr>
                                        <p:cTn dur="1" fill="hold">
                                          <p:stCondLst>
                                            <p:cond delay="0"/>
                                          </p:stCondLst>
                                        </p:cTn>
                                        <p:tgtEl>
                                          <p:spTgt spid="1430"/>
                                        </p:tgtEl>
                                        <p:attrNameLst>
                                          <p:attrName>style.visibility</p:attrName>
                                        </p:attrNameLst>
                                      </p:cBhvr>
                                      <p:to>
                                        <p:strVal val="visible"/>
                                      </p:to>
                                    </p:set>
                                    <p:animEffect filter="fade" transition="in">
                                      <p:cBhvr>
                                        <p:cTn dur="1000"/>
                                        <p:tgtEl>
                                          <p:spTgt spid="14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4" name="Shape 1434"/>
        <p:cNvGrpSpPr/>
        <p:nvPr/>
      </p:nvGrpSpPr>
      <p:grpSpPr>
        <a:xfrm>
          <a:off x="0" y="0"/>
          <a:ext cx="0" cy="0"/>
          <a:chOff x="0" y="0"/>
          <a:chExt cx="0" cy="0"/>
        </a:xfrm>
      </p:grpSpPr>
      <p:sp>
        <p:nvSpPr>
          <p:cNvPr id="1435" name="Google Shape;1435;p111"/>
          <p:cNvSpPr txBox="1"/>
          <p:nvPr>
            <p:ph type="title"/>
          </p:nvPr>
        </p:nvSpPr>
        <p:spPr>
          <a:xfrm>
            <a:off x="4935278" y="1448500"/>
            <a:ext cx="3310200" cy="60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Laptop device</a:t>
            </a:r>
            <a:endParaRPr/>
          </a:p>
        </p:txBody>
      </p:sp>
      <p:sp>
        <p:nvSpPr>
          <p:cNvPr id="1436" name="Google Shape;1436;p111"/>
          <p:cNvSpPr txBox="1"/>
          <p:nvPr>
            <p:ph idx="1" type="body"/>
          </p:nvPr>
        </p:nvSpPr>
        <p:spPr>
          <a:xfrm>
            <a:off x="4935278" y="2109278"/>
            <a:ext cx="3310200" cy="14349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You can replace the image on the screen with your own work. Just right-click on it and select </a:t>
            </a:r>
            <a:r>
              <a:rPr lang="en"/>
              <a:t>“Replace image”</a:t>
            </a:r>
            <a:endParaRPr/>
          </a:p>
        </p:txBody>
      </p:sp>
      <p:grpSp>
        <p:nvGrpSpPr>
          <p:cNvPr id="1437" name="Google Shape;1437;p111"/>
          <p:cNvGrpSpPr/>
          <p:nvPr/>
        </p:nvGrpSpPr>
        <p:grpSpPr>
          <a:xfrm>
            <a:off x="1050922" y="1434157"/>
            <a:ext cx="3371822" cy="2275197"/>
            <a:chOff x="1293506" y="2959057"/>
            <a:chExt cx="374730" cy="252870"/>
          </a:xfrm>
        </p:grpSpPr>
        <p:sp>
          <p:nvSpPr>
            <p:cNvPr id="1438" name="Google Shape;1438;p111"/>
            <p:cNvSpPr/>
            <p:nvPr/>
          </p:nvSpPr>
          <p:spPr>
            <a:xfrm>
              <a:off x="1311599" y="2959057"/>
              <a:ext cx="338544" cy="228735"/>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1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1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1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42" name="Google Shape;1442;p111"/>
          <p:cNvPicPr preferRelativeResize="0"/>
          <p:nvPr/>
        </p:nvPicPr>
        <p:blipFill rotWithShape="1">
          <a:blip r:embed="rId3">
            <a:alphaModFix/>
          </a:blip>
          <a:srcRect b="0" l="3652" r="3652" t="0"/>
          <a:stretch/>
        </p:blipFill>
        <p:spPr>
          <a:xfrm>
            <a:off x="1412364" y="1681156"/>
            <a:ext cx="2648400" cy="1607100"/>
          </a:xfrm>
          <a:prstGeom prst="rect">
            <a:avLst/>
          </a:prstGeom>
          <a:noFill/>
          <a:ln cap="flat" cmpd="sng" w="9525">
            <a:solidFill>
              <a:schemeClr val="dk1"/>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35"/>
                                        </p:tgtEl>
                                        <p:attrNameLst>
                                          <p:attrName>style.visibility</p:attrName>
                                        </p:attrNameLst>
                                      </p:cBhvr>
                                      <p:to>
                                        <p:strVal val="visible"/>
                                      </p:to>
                                    </p:set>
                                    <p:anim calcmode="lin" valueType="num">
                                      <p:cBhvr additive="base">
                                        <p:cTn dur="1000"/>
                                        <p:tgtEl>
                                          <p:spTgt spid="143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436"/>
                                        </p:tgtEl>
                                        <p:attrNameLst>
                                          <p:attrName>style.visibility</p:attrName>
                                        </p:attrNameLst>
                                      </p:cBhvr>
                                      <p:to>
                                        <p:strVal val="visible"/>
                                      </p:to>
                                    </p:set>
                                    <p:animEffect filter="fade" transition="in">
                                      <p:cBhvr>
                                        <p:cTn dur="1000"/>
                                        <p:tgtEl>
                                          <p:spTgt spid="143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437"/>
                                        </p:tgtEl>
                                        <p:attrNameLst>
                                          <p:attrName>style.visibility</p:attrName>
                                        </p:attrNameLst>
                                      </p:cBhvr>
                                      <p:to>
                                        <p:strVal val="visible"/>
                                      </p:to>
                                    </p:set>
                                    <p:anim calcmode="lin" valueType="num">
                                      <p:cBhvr additive="base">
                                        <p:cTn dur="1000"/>
                                        <p:tgtEl>
                                          <p:spTgt spid="1437"/>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442"/>
                                        </p:tgtEl>
                                        <p:attrNameLst>
                                          <p:attrName>style.visibility</p:attrName>
                                        </p:attrNameLst>
                                      </p:cBhvr>
                                      <p:to>
                                        <p:strVal val="visible"/>
                                      </p:to>
                                    </p:set>
                                    <p:animEffect filter="fade" transition="in">
                                      <p:cBhvr>
                                        <p:cTn dur="1000"/>
                                        <p:tgtEl>
                                          <p:spTgt spid="14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6" name="Shape 1446"/>
        <p:cNvGrpSpPr/>
        <p:nvPr/>
      </p:nvGrpSpPr>
      <p:grpSpPr>
        <a:xfrm>
          <a:off x="0" y="0"/>
          <a:ext cx="0" cy="0"/>
          <a:chOff x="0" y="0"/>
          <a:chExt cx="0" cy="0"/>
        </a:xfrm>
      </p:grpSpPr>
      <p:sp>
        <p:nvSpPr>
          <p:cNvPr id="1447" name="Google Shape;1447;p112"/>
          <p:cNvSpPr txBox="1"/>
          <p:nvPr>
            <p:ph type="title"/>
          </p:nvPr>
        </p:nvSpPr>
        <p:spPr>
          <a:xfrm>
            <a:off x="914927" y="1448500"/>
            <a:ext cx="3310200" cy="6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website</a:t>
            </a:r>
            <a:endParaRPr/>
          </a:p>
        </p:txBody>
      </p:sp>
      <p:sp>
        <p:nvSpPr>
          <p:cNvPr id="1448" name="Google Shape;1448;p112"/>
          <p:cNvSpPr txBox="1"/>
          <p:nvPr>
            <p:ph idx="1" type="body"/>
          </p:nvPr>
        </p:nvSpPr>
        <p:spPr>
          <a:xfrm>
            <a:off x="914927" y="2109278"/>
            <a:ext cx="3310200" cy="14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a:p>
            <a:pPr indent="0" lvl="0" marL="0" rtl="0" algn="l">
              <a:spcBef>
                <a:spcPts val="1200"/>
              </a:spcBef>
              <a:spcAft>
                <a:spcPts val="0"/>
              </a:spcAft>
              <a:buNone/>
            </a:pPr>
            <a:r>
              <a:t/>
            </a:r>
            <a:endParaRPr/>
          </a:p>
        </p:txBody>
      </p:sp>
      <p:sp>
        <p:nvSpPr>
          <p:cNvPr id="1449" name="Google Shape;1449;p112"/>
          <p:cNvSpPr/>
          <p:nvPr/>
        </p:nvSpPr>
        <p:spPr>
          <a:xfrm>
            <a:off x="5369150" y="831450"/>
            <a:ext cx="1745449" cy="3480524"/>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1450" name="Google Shape;1450;p112"/>
          <p:cNvPicPr preferRelativeResize="0"/>
          <p:nvPr/>
        </p:nvPicPr>
        <p:blipFill rotWithShape="1">
          <a:blip r:embed="rId3">
            <a:alphaModFix/>
          </a:blip>
          <a:srcRect b="0" l="8040" r="8040" t="0"/>
          <a:stretch/>
        </p:blipFill>
        <p:spPr>
          <a:xfrm>
            <a:off x="5431530" y="1114994"/>
            <a:ext cx="1626156" cy="2903173"/>
          </a:xfrm>
          <a:prstGeom prst="rect">
            <a:avLst/>
          </a:prstGeom>
          <a:noFill/>
          <a:ln cap="flat" cmpd="sng" w="9525">
            <a:solidFill>
              <a:schemeClr val="dk1"/>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47"/>
                                        </p:tgtEl>
                                        <p:attrNameLst>
                                          <p:attrName>style.visibility</p:attrName>
                                        </p:attrNameLst>
                                      </p:cBhvr>
                                      <p:to>
                                        <p:strVal val="visible"/>
                                      </p:to>
                                    </p:set>
                                    <p:anim calcmode="lin" valueType="num">
                                      <p:cBhvr additive="base">
                                        <p:cTn dur="1000"/>
                                        <p:tgtEl>
                                          <p:spTgt spid="1447"/>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448"/>
                                        </p:tgtEl>
                                        <p:attrNameLst>
                                          <p:attrName>style.visibility</p:attrName>
                                        </p:attrNameLst>
                                      </p:cBhvr>
                                      <p:to>
                                        <p:strVal val="visible"/>
                                      </p:to>
                                    </p:set>
                                    <p:animEffect filter="fade" transition="in">
                                      <p:cBhvr>
                                        <p:cTn dur="1000"/>
                                        <p:tgtEl>
                                          <p:spTgt spid="144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49"/>
                                        </p:tgtEl>
                                        <p:attrNameLst>
                                          <p:attrName>style.visibility</p:attrName>
                                        </p:attrNameLst>
                                      </p:cBhvr>
                                      <p:to>
                                        <p:strVal val="visible"/>
                                      </p:to>
                                    </p:set>
                                    <p:anim calcmode="lin" valueType="num">
                                      <p:cBhvr additive="base">
                                        <p:cTn dur="1000"/>
                                        <p:tgtEl>
                                          <p:spTgt spid="1449"/>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450"/>
                                        </p:tgtEl>
                                        <p:attrNameLst>
                                          <p:attrName>style.visibility</p:attrName>
                                        </p:attrNameLst>
                                      </p:cBhvr>
                                      <p:to>
                                        <p:strVal val="visible"/>
                                      </p:to>
                                    </p:set>
                                    <p:animEffect filter="fade" transition="in">
                                      <p:cBhvr>
                                        <p:cTn dur="1000"/>
                                        <p:tgtEl>
                                          <p:spTgt spid="145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 name="Shape 1454"/>
        <p:cNvGrpSpPr/>
        <p:nvPr/>
      </p:nvGrpSpPr>
      <p:grpSpPr>
        <a:xfrm>
          <a:off x="0" y="0"/>
          <a:ext cx="0" cy="0"/>
          <a:chOff x="0" y="0"/>
          <a:chExt cx="0" cy="0"/>
        </a:xfrm>
      </p:grpSpPr>
      <p:sp>
        <p:nvSpPr>
          <p:cNvPr id="1455" name="Google Shape;1455;p113"/>
          <p:cNvSpPr txBox="1"/>
          <p:nvPr>
            <p:ph type="title"/>
          </p:nvPr>
        </p:nvSpPr>
        <p:spPr>
          <a:xfrm>
            <a:off x="4935278" y="1448500"/>
            <a:ext cx="3310200" cy="60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Tablet app</a:t>
            </a:r>
            <a:endParaRPr/>
          </a:p>
        </p:txBody>
      </p:sp>
      <p:sp>
        <p:nvSpPr>
          <p:cNvPr id="1456" name="Google Shape;1456;p113"/>
          <p:cNvSpPr txBox="1"/>
          <p:nvPr>
            <p:ph idx="1" type="body"/>
          </p:nvPr>
        </p:nvSpPr>
        <p:spPr>
          <a:xfrm>
            <a:off x="4935278" y="2109278"/>
            <a:ext cx="3310200" cy="14349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You can replace the image on the screen with your own work. Just right-click on it and select “Replace image”</a:t>
            </a:r>
            <a:endParaRPr/>
          </a:p>
        </p:txBody>
      </p:sp>
      <p:grpSp>
        <p:nvGrpSpPr>
          <p:cNvPr id="1457" name="Google Shape;1457;p113"/>
          <p:cNvGrpSpPr/>
          <p:nvPr/>
        </p:nvGrpSpPr>
        <p:grpSpPr>
          <a:xfrm flipH="1">
            <a:off x="1382481" y="929771"/>
            <a:ext cx="2388309" cy="3283958"/>
            <a:chOff x="-734425" y="725975"/>
            <a:chExt cx="2684700" cy="3691500"/>
          </a:xfrm>
        </p:grpSpPr>
        <p:sp>
          <p:nvSpPr>
            <p:cNvPr id="1458" name="Google Shape;1458;p113"/>
            <p:cNvSpPr/>
            <p:nvPr/>
          </p:nvSpPr>
          <p:spPr>
            <a:xfrm>
              <a:off x="-734425" y="725975"/>
              <a:ext cx="2684700" cy="3691500"/>
            </a:xfrm>
            <a:prstGeom prst="roundRect">
              <a:avLst>
                <a:gd fmla="val 4846"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13"/>
            <p:cNvSpPr/>
            <p:nvPr/>
          </p:nvSpPr>
          <p:spPr>
            <a:xfrm>
              <a:off x="515525" y="4253150"/>
              <a:ext cx="184800" cy="109500"/>
            </a:xfrm>
            <a:prstGeom prst="roundRect">
              <a:avLst>
                <a:gd fmla="val 50000" name="adj"/>
              </a:avLst>
            </a:prstGeom>
            <a:solidFill>
              <a:schemeClr val="dk1"/>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13"/>
            <p:cNvSpPr/>
            <p:nvPr/>
          </p:nvSpPr>
          <p:spPr>
            <a:xfrm>
              <a:off x="577175" y="801325"/>
              <a:ext cx="61500" cy="61500"/>
            </a:xfrm>
            <a:prstGeom prst="ellipse">
              <a:avLst/>
            </a:prstGeom>
            <a:no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13"/>
            <p:cNvSpPr/>
            <p:nvPr/>
          </p:nvSpPr>
          <p:spPr>
            <a:xfrm>
              <a:off x="-537613" y="1090079"/>
              <a:ext cx="2291100" cy="2997600"/>
            </a:xfrm>
            <a:prstGeom prst="rect">
              <a:avLst/>
            </a:prstGeom>
            <a:noFill/>
            <a:ln cap="flat" cmpd="sng" w="9525">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62" name="Google Shape;1462;p113"/>
          <p:cNvPicPr preferRelativeResize="0"/>
          <p:nvPr/>
        </p:nvPicPr>
        <p:blipFill rotWithShape="1">
          <a:blip r:embed="rId3">
            <a:alphaModFix/>
          </a:blip>
          <a:srcRect b="0" l="28637" r="28641" t="0"/>
          <a:stretch/>
        </p:blipFill>
        <p:spPr>
          <a:xfrm>
            <a:off x="1571575" y="1261652"/>
            <a:ext cx="2006501" cy="2641826"/>
          </a:xfrm>
          <a:prstGeom prst="rect">
            <a:avLst/>
          </a:prstGeom>
          <a:noFill/>
          <a:ln cap="flat" cmpd="sng" w="19050">
            <a:solidFill>
              <a:schemeClr val="dk1"/>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57"/>
                                        </p:tgtEl>
                                        <p:attrNameLst>
                                          <p:attrName>style.visibility</p:attrName>
                                        </p:attrNameLst>
                                      </p:cBhvr>
                                      <p:to>
                                        <p:strVal val="visible"/>
                                      </p:to>
                                    </p:set>
                                    <p:anim calcmode="lin" valueType="num">
                                      <p:cBhvr additive="base">
                                        <p:cTn dur="1000"/>
                                        <p:tgtEl>
                                          <p:spTgt spid="1457"/>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462"/>
                                        </p:tgtEl>
                                        <p:attrNameLst>
                                          <p:attrName>style.visibility</p:attrName>
                                        </p:attrNameLst>
                                      </p:cBhvr>
                                      <p:to>
                                        <p:strVal val="visible"/>
                                      </p:to>
                                    </p:set>
                                    <p:animEffect filter="fade" transition="in">
                                      <p:cBhvr>
                                        <p:cTn dur="1000"/>
                                        <p:tgtEl>
                                          <p:spTgt spid="146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55"/>
                                        </p:tgtEl>
                                        <p:attrNameLst>
                                          <p:attrName>style.visibility</p:attrName>
                                        </p:attrNameLst>
                                      </p:cBhvr>
                                      <p:to>
                                        <p:strVal val="visible"/>
                                      </p:to>
                                    </p:set>
                                    <p:anim calcmode="lin" valueType="num">
                                      <p:cBhvr additive="base">
                                        <p:cTn dur="1000"/>
                                        <p:tgtEl>
                                          <p:spTgt spid="1455"/>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456"/>
                                        </p:tgtEl>
                                        <p:attrNameLst>
                                          <p:attrName>style.visibility</p:attrName>
                                        </p:attrNameLst>
                                      </p:cBhvr>
                                      <p:to>
                                        <p:strVal val="visible"/>
                                      </p:to>
                                    </p:set>
                                    <p:animEffect filter="fade" transition="in">
                                      <p:cBhvr>
                                        <p:cTn dur="1000"/>
                                        <p:tgtEl>
                                          <p:spTgt spid="14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114"/>
          <p:cNvSpPr txBox="1"/>
          <p:nvPr>
            <p:ph type="ctrTitle"/>
          </p:nvPr>
        </p:nvSpPr>
        <p:spPr>
          <a:xfrm>
            <a:off x="2733325" y="539500"/>
            <a:ext cx="3677400" cy="9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68" name="Google Shape;1468;p114"/>
          <p:cNvSpPr txBox="1"/>
          <p:nvPr>
            <p:ph idx="1" type="subTitle"/>
          </p:nvPr>
        </p:nvSpPr>
        <p:spPr>
          <a:xfrm>
            <a:off x="2733375" y="1531350"/>
            <a:ext cx="3677400" cy="115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Does anyone have any questions?</a:t>
            </a:r>
            <a:endParaRPr/>
          </a:p>
          <a:p>
            <a:pPr indent="0" lvl="0" marL="0" rtl="0" algn="ctr">
              <a:spcBef>
                <a:spcPts val="0"/>
              </a:spcBef>
              <a:spcAft>
                <a:spcPts val="0"/>
              </a:spcAft>
              <a:buClr>
                <a:schemeClr val="dk1"/>
              </a:buClr>
              <a:buSzPts val="1100"/>
              <a:buFont typeface="Arial"/>
              <a:buNone/>
            </a:pPr>
            <a:r>
              <a:rPr lang="en"/>
              <a:t>addyouremail@freepik.com</a:t>
            </a:r>
            <a:endParaRPr/>
          </a:p>
          <a:p>
            <a:pPr indent="0" lvl="0" marL="0" rtl="0" algn="ctr">
              <a:spcBef>
                <a:spcPts val="0"/>
              </a:spcBef>
              <a:spcAft>
                <a:spcPts val="0"/>
              </a:spcAft>
              <a:buClr>
                <a:schemeClr val="dk1"/>
              </a:buClr>
              <a:buSzPts val="1100"/>
              <a:buFont typeface="Arial"/>
              <a:buNone/>
            </a:pPr>
            <a:r>
              <a:rPr lang="en"/>
              <a:t>+91 620 421 838</a:t>
            </a:r>
            <a:endParaRPr/>
          </a:p>
          <a:p>
            <a:pPr indent="0" lvl="0" marL="0" rtl="0" algn="ctr">
              <a:spcBef>
                <a:spcPts val="0"/>
              </a:spcBef>
              <a:spcAft>
                <a:spcPts val="0"/>
              </a:spcAft>
              <a:buNone/>
            </a:pPr>
            <a:r>
              <a:rPr lang="en"/>
              <a:t>yourwebsite.com</a:t>
            </a:r>
            <a:endParaRPr/>
          </a:p>
        </p:txBody>
      </p:sp>
      <p:sp>
        <p:nvSpPr>
          <p:cNvPr id="1469" name="Google Shape;1469;p114"/>
          <p:cNvSpPr txBox="1"/>
          <p:nvPr/>
        </p:nvSpPr>
        <p:spPr>
          <a:xfrm>
            <a:off x="2733464" y="4060950"/>
            <a:ext cx="3677100" cy="253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solidFill>
                  <a:schemeClr val="dk1"/>
                </a:solidFill>
                <a:latin typeface="Karla"/>
                <a:ea typeface="Karla"/>
                <a:cs typeface="Karla"/>
                <a:sym typeface="Karla"/>
              </a:rPr>
              <a:t>Please keep this slide for attribution</a:t>
            </a:r>
            <a:endParaRPr sz="1200">
              <a:solidFill>
                <a:schemeClr val="dk1"/>
              </a:solidFill>
              <a:latin typeface="Karla"/>
              <a:ea typeface="Karla"/>
              <a:cs typeface="Karla"/>
              <a:sym typeface="Karla"/>
            </a:endParaRPr>
          </a:p>
        </p:txBody>
      </p:sp>
      <p:sp>
        <p:nvSpPr>
          <p:cNvPr id="1470" name="Google Shape;1470;p114"/>
          <p:cNvSpPr/>
          <p:nvPr/>
        </p:nvSpPr>
        <p:spPr>
          <a:xfrm>
            <a:off x="3949634" y="283019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 name="Google Shape;1471;p114"/>
          <p:cNvGrpSpPr/>
          <p:nvPr/>
        </p:nvGrpSpPr>
        <p:grpSpPr>
          <a:xfrm>
            <a:off x="4399106" y="2830199"/>
            <a:ext cx="346056" cy="345674"/>
            <a:chOff x="3303268" y="3817349"/>
            <a:chExt cx="346056" cy="345674"/>
          </a:xfrm>
        </p:grpSpPr>
        <p:sp>
          <p:nvSpPr>
            <p:cNvPr id="1472" name="Google Shape;1472;p11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1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1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11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114"/>
          <p:cNvGrpSpPr/>
          <p:nvPr/>
        </p:nvGrpSpPr>
        <p:grpSpPr>
          <a:xfrm>
            <a:off x="4848195" y="2830199"/>
            <a:ext cx="346056" cy="345674"/>
            <a:chOff x="3752358" y="3817349"/>
            <a:chExt cx="346056" cy="345674"/>
          </a:xfrm>
        </p:grpSpPr>
        <p:sp>
          <p:nvSpPr>
            <p:cNvPr id="1477" name="Google Shape;1477;p11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1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1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1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4" name="Shape 1484"/>
        <p:cNvGrpSpPr/>
        <p:nvPr/>
      </p:nvGrpSpPr>
      <p:grpSpPr>
        <a:xfrm>
          <a:off x="0" y="0"/>
          <a:ext cx="0" cy="0"/>
          <a:chOff x="0" y="0"/>
          <a:chExt cx="0" cy="0"/>
        </a:xfrm>
      </p:grpSpPr>
      <p:sp>
        <p:nvSpPr>
          <p:cNvPr id="1485" name="Google Shape;1485;p11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Healthcare</a:t>
            </a:r>
            <a:r>
              <a:rPr lang="en"/>
              <a:t> icon pack</a:t>
            </a:r>
            <a:endParaRPr/>
          </a:p>
        </p:txBody>
      </p:sp>
      <p:sp>
        <p:nvSpPr>
          <p:cNvPr id="1486" name="Google Shape;1486;p115"/>
          <p:cNvSpPr/>
          <p:nvPr/>
        </p:nvSpPr>
        <p:spPr>
          <a:xfrm>
            <a:off x="1351025" y="1377324"/>
            <a:ext cx="396092" cy="346592"/>
          </a:xfrm>
          <a:custGeom>
            <a:rect b="b" l="l" r="r" t="t"/>
            <a:pathLst>
              <a:path extrusionOk="0" h="15341" w="17532">
                <a:moveTo>
                  <a:pt x="10804" y="1"/>
                </a:moveTo>
                <a:cubicBezTo>
                  <a:pt x="10676" y="1"/>
                  <a:pt x="10548" y="88"/>
                  <a:pt x="10548" y="264"/>
                </a:cubicBezTo>
                <a:lnTo>
                  <a:pt x="10548" y="1038"/>
                </a:lnTo>
                <a:cubicBezTo>
                  <a:pt x="10548" y="1184"/>
                  <a:pt x="10665" y="1301"/>
                  <a:pt x="10811" y="1301"/>
                </a:cubicBezTo>
                <a:cubicBezTo>
                  <a:pt x="10957" y="1301"/>
                  <a:pt x="11060" y="1184"/>
                  <a:pt x="11060" y="1038"/>
                </a:cubicBezTo>
                <a:lnTo>
                  <a:pt x="11060" y="264"/>
                </a:lnTo>
                <a:cubicBezTo>
                  <a:pt x="11060" y="88"/>
                  <a:pt x="10932" y="1"/>
                  <a:pt x="10804" y="1"/>
                </a:cubicBezTo>
                <a:close/>
                <a:moveTo>
                  <a:pt x="9445" y="359"/>
                </a:moveTo>
                <a:cubicBezTo>
                  <a:pt x="9263" y="359"/>
                  <a:pt x="9080" y="553"/>
                  <a:pt x="9219" y="760"/>
                </a:cubicBezTo>
                <a:lnTo>
                  <a:pt x="9540" y="1345"/>
                </a:lnTo>
                <a:cubicBezTo>
                  <a:pt x="9598" y="1416"/>
                  <a:pt x="9673" y="1447"/>
                  <a:pt x="9745" y="1447"/>
                </a:cubicBezTo>
                <a:cubicBezTo>
                  <a:pt x="9910" y="1447"/>
                  <a:pt x="10064" y="1289"/>
                  <a:pt x="9993" y="1096"/>
                </a:cubicBezTo>
                <a:lnTo>
                  <a:pt x="9672" y="512"/>
                </a:lnTo>
                <a:cubicBezTo>
                  <a:pt x="9620" y="403"/>
                  <a:pt x="9532" y="359"/>
                  <a:pt x="9445" y="359"/>
                </a:cubicBezTo>
                <a:close/>
                <a:moveTo>
                  <a:pt x="12177" y="359"/>
                </a:moveTo>
                <a:cubicBezTo>
                  <a:pt x="12090" y="359"/>
                  <a:pt x="12003" y="403"/>
                  <a:pt x="11951" y="512"/>
                </a:cubicBezTo>
                <a:lnTo>
                  <a:pt x="11629" y="1096"/>
                </a:lnTo>
                <a:cubicBezTo>
                  <a:pt x="11556" y="1213"/>
                  <a:pt x="11600" y="1374"/>
                  <a:pt x="11732" y="1447"/>
                </a:cubicBezTo>
                <a:lnTo>
                  <a:pt x="11717" y="1432"/>
                </a:lnTo>
                <a:lnTo>
                  <a:pt x="11717" y="1432"/>
                </a:lnTo>
                <a:cubicBezTo>
                  <a:pt x="11761" y="1457"/>
                  <a:pt x="11808" y="1468"/>
                  <a:pt x="11853" y="1468"/>
                </a:cubicBezTo>
                <a:cubicBezTo>
                  <a:pt x="11944" y="1468"/>
                  <a:pt x="12029" y="1423"/>
                  <a:pt x="12068" y="1345"/>
                </a:cubicBezTo>
                <a:lnTo>
                  <a:pt x="12404" y="760"/>
                </a:lnTo>
                <a:cubicBezTo>
                  <a:pt x="12542" y="553"/>
                  <a:pt x="12360" y="359"/>
                  <a:pt x="12177" y="359"/>
                </a:cubicBezTo>
                <a:close/>
                <a:moveTo>
                  <a:pt x="10811" y="2842"/>
                </a:moveTo>
                <a:cubicBezTo>
                  <a:pt x="11125" y="2842"/>
                  <a:pt x="11439" y="3054"/>
                  <a:pt x="11439" y="3478"/>
                </a:cubicBezTo>
                <a:lnTo>
                  <a:pt x="11439" y="3931"/>
                </a:lnTo>
                <a:lnTo>
                  <a:pt x="10183" y="3931"/>
                </a:lnTo>
                <a:lnTo>
                  <a:pt x="10183" y="3478"/>
                </a:lnTo>
                <a:cubicBezTo>
                  <a:pt x="10183" y="3054"/>
                  <a:pt x="10497" y="2842"/>
                  <a:pt x="10811" y="2842"/>
                </a:cubicBezTo>
                <a:close/>
                <a:moveTo>
                  <a:pt x="11761" y="5479"/>
                </a:moveTo>
                <a:lnTo>
                  <a:pt x="12652" y="7685"/>
                </a:lnTo>
                <a:lnTo>
                  <a:pt x="9204" y="7685"/>
                </a:lnTo>
                <a:lnTo>
                  <a:pt x="9204" y="5479"/>
                </a:lnTo>
                <a:close/>
                <a:moveTo>
                  <a:pt x="9116" y="4968"/>
                </a:moveTo>
                <a:cubicBezTo>
                  <a:pt x="8883" y="4968"/>
                  <a:pt x="8678" y="5158"/>
                  <a:pt x="8693" y="5392"/>
                </a:cubicBezTo>
                <a:lnTo>
                  <a:pt x="8693" y="7773"/>
                </a:lnTo>
                <a:cubicBezTo>
                  <a:pt x="8693" y="8007"/>
                  <a:pt x="8883" y="8197"/>
                  <a:pt x="9116" y="8197"/>
                </a:cubicBezTo>
                <a:lnTo>
                  <a:pt x="12769" y="8197"/>
                </a:lnTo>
                <a:cubicBezTo>
                  <a:pt x="13061" y="8197"/>
                  <a:pt x="13266" y="7890"/>
                  <a:pt x="13163" y="7612"/>
                </a:cubicBezTo>
                <a:lnTo>
                  <a:pt x="12199" y="5231"/>
                </a:lnTo>
                <a:cubicBezTo>
                  <a:pt x="12141" y="5070"/>
                  <a:pt x="11980" y="4968"/>
                  <a:pt x="11805" y="4968"/>
                </a:cubicBezTo>
                <a:close/>
                <a:moveTo>
                  <a:pt x="4354" y="5479"/>
                </a:moveTo>
                <a:lnTo>
                  <a:pt x="4354" y="6619"/>
                </a:lnTo>
                <a:cubicBezTo>
                  <a:pt x="4354" y="6809"/>
                  <a:pt x="4514" y="6984"/>
                  <a:pt x="4719" y="6984"/>
                </a:cubicBezTo>
                <a:lnTo>
                  <a:pt x="5829" y="6970"/>
                </a:lnTo>
                <a:lnTo>
                  <a:pt x="5829" y="7495"/>
                </a:lnTo>
                <a:lnTo>
                  <a:pt x="4704" y="7495"/>
                </a:lnTo>
                <a:cubicBezTo>
                  <a:pt x="4500" y="7495"/>
                  <a:pt x="4339" y="7656"/>
                  <a:pt x="4339" y="7861"/>
                </a:cubicBezTo>
                <a:lnTo>
                  <a:pt x="4339" y="8986"/>
                </a:lnTo>
                <a:lnTo>
                  <a:pt x="3842" y="8986"/>
                </a:lnTo>
                <a:lnTo>
                  <a:pt x="3842" y="7861"/>
                </a:lnTo>
                <a:cubicBezTo>
                  <a:pt x="3842" y="7656"/>
                  <a:pt x="3667" y="7495"/>
                  <a:pt x="3477" y="7495"/>
                </a:cubicBezTo>
                <a:lnTo>
                  <a:pt x="2338" y="7495"/>
                </a:lnTo>
                <a:lnTo>
                  <a:pt x="2338" y="6970"/>
                </a:lnTo>
                <a:lnTo>
                  <a:pt x="3477" y="6970"/>
                </a:lnTo>
                <a:cubicBezTo>
                  <a:pt x="3667" y="6970"/>
                  <a:pt x="3842" y="6809"/>
                  <a:pt x="3842" y="6604"/>
                </a:cubicBezTo>
                <a:lnTo>
                  <a:pt x="3842" y="5479"/>
                </a:lnTo>
                <a:close/>
                <a:moveTo>
                  <a:pt x="3784" y="4968"/>
                </a:moveTo>
                <a:cubicBezTo>
                  <a:pt x="3521" y="4968"/>
                  <a:pt x="3316" y="5173"/>
                  <a:pt x="3316" y="5436"/>
                </a:cubicBezTo>
                <a:lnTo>
                  <a:pt x="3316" y="6458"/>
                </a:lnTo>
                <a:lnTo>
                  <a:pt x="2294" y="6458"/>
                </a:lnTo>
                <a:cubicBezTo>
                  <a:pt x="2031" y="6458"/>
                  <a:pt x="1826" y="6663"/>
                  <a:pt x="1826" y="6926"/>
                </a:cubicBezTo>
                <a:lnTo>
                  <a:pt x="1826" y="7539"/>
                </a:lnTo>
                <a:cubicBezTo>
                  <a:pt x="1826" y="7788"/>
                  <a:pt x="2031" y="7992"/>
                  <a:pt x="2294" y="8007"/>
                </a:cubicBezTo>
                <a:lnTo>
                  <a:pt x="3316" y="8007"/>
                </a:lnTo>
                <a:lnTo>
                  <a:pt x="3316" y="9029"/>
                </a:lnTo>
                <a:cubicBezTo>
                  <a:pt x="3316" y="9278"/>
                  <a:pt x="3521" y="9497"/>
                  <a:pt x="3784" y="9497"/>
                </a:cubicBezTo>
                <a:lnTo>
                  <a:pt x="4398" y="9497"/>
                </a:lnTo>
                <a:cubicBezTo>
                  <a:pt x="4646" y="9497"/>
                  <a:pt x="4850" y="9292"/>
                  <a:pt x="4850" y="9029"/>
                </a:cubicBezTo>
                <a:lnTo>
                  <a:pt x="4850" y="8007"/>
                </a:lnTo>
                <a:lnTo>
                  <a:pt x="5888" y="8007"/>
                </a:lnTo>
                <a:cubicBezTo>
                  <a:pt x="6136" y="7992"/>
                  <a:pt x="6341" y="7788"/>
                  <a:pt x="6341" y="7539"/>
                </a:cubicBezTo>
                <a:lnTo>
                  <a:pt x="6341" y="6926"/>
                </a:lnTo>
                <a:cubicBezTo>
                  <a:pt x="6341" y="6663"/>
                  <a:pt x="6136" y="6458"/>
                  <a:pt x="5888" y="6458"/>
                </a:cubicBezTo>
                <a:lnTo>
                  <a:pt x="4850" y="6458"/>
                </a:lnTo>
                <a:lnTo>
                  <a:pt x="4850" y="5436"/>
                </a:lnTo>
                <a:cubicBezTo>
                  <a:pt x="4850" y="5173"/>
                  <a:pt x="4646" y="4968"/>
                  <a:pt x="4398" y="4968"/>
                </a:cubicBezTo>
                <a:close/>
                <a:moveTo>
                  <a:pt x="7655" y="10520"/>
                </a:moveTo>
                <a:lnTo>
                  <a:pt x="7655" y="12930"/>
                </a:lnTo>
                <a:lnTo>
                  <a:pt x="6224" y="12930"/>
                </a:lnTo>
                <a:cubicBezTo>
                  <a:pt x="6107" y="11849"/>
                  <a:pt x="5186" y="11031"/>
                  <a:pt x="4091" y="11031"/>
                </a:cubicBezTo>
                <a:cubicBezTo>
                  <a:pt x="2995" y="11031"/>
                  <a:pt x="2075" y="11849"/>
                  <a:pt x="1943" y="12930"/>
                </a:cubicBezTo>
                <a:lnTo>
                  <a:pt x="1286" y="12930"/>
                </a:lnTo>
                <a:cubicBezTo>
                  <a:pt x="847" y="12930"/>
                  <a:pt x="511" y="12594"/>
                  <a:pt x="511" y="12156"/>
                </a:cubicBezTo>
                <a:lnTo>
                  <a:pt x="511" y="10520"/>
                </a:lnTo>
                <a:close/>
                <a:moveTo>
                  <a:pt x="11965" y="4457"/>
                </a:moveTo>
                <a:cubicBezTo>
                  <a:pt x="12287" y="4457"/>
                  <a:pt x="12564" y="4647"/>
                  <a:pt x="12681" y="4939"/>
                </a:cubicBezTo>
                <a:lnTo>
                  <a:pt x="13850" y="7758"/>
                </a:lnTo>
                <a:cubicBezTo>
                  <a:pt x="13952" y="8007"/>
                  <a:pt x="14157" y="8211"/>
                  <a:pt x="14434" y="8284"/>
                </a:cubicBezTo>
                <a:lnTo>
                  <a:pt x="16509" y="8986"/>
                </a:lnTo>
                <a:cubicBezTo>
                  <a:pt x="16830" y="9088"/>
                  <a:pt x="17035" y="9380"/>
                  <a:pt x="17035" y="9716"/>
                </a:cubicBezTo>
                <a:lnTo>
                  <a:pt x="17035" y="10008"/>
                </a:lnTo>
                <a:lnTo>
                  <a:pt x="13105" y="10008"/>
                </a:lnTo>
                <a:cubicBezTo>
                  <a:pt x="13092" y="10007"/>
                  <a:pt x="13079" y="10006"/>
                  <a:pt x="13067" y="10006"/>
                </a:cubicBezTo>
                <a:cubicBezTo>
                  <a:pt x="12748" y="10006"/>
                  <a:pt x="12752" y="10521"/>
                  <a:pt x="13079" y="10521"/>
                </a:cubicBezTo>
                <a:cubicBezTo>
                  <a:pt x="13087" y="10521"/>
                  <a:pt x="13096" y="10520"/>
                  <a:pt x="13105" y="10520"/>
                </a:cubicBezTo>
                <a:lnTo>
                  <a:pt x="17035" y="10520"/>
                </a:lnTo>
                <a:lnTo>
                  <a:pt x="17035" y="12156"/>
                </a:lnTo>
                <a:cubicBezTo>
                  <a:pt x="17035" y="12594"/>
                  <a:pt x="16684" y="12930"/>
                  <a:pt x="16261" y="12930"/>
                </a:cubicBezTo>
                <a:lnTo>
                  <a:pt x="15194" y="12930"/>
                </a:lnTo>
                <a:cubicBezTo>
                  <a:pt x="15063" y="11849"/>
                  <a:pt x="14142" y="11031"/>
                  <a:pt x="13046" y="11031"/>
                </a:cubicBezTo>
                <a:cubicBezTo>
                  <a:pt x="11965" y="11031"/>
                  <a:pt x="11045" y="11849"/>
                  <a:pt x="10913" y="12930"/>
                </a:cubicBezTo>
                <a:lnTo>
                  <a:pt x="8167" y="12930"/>
                </a:lnTo>
                <a:lnTo>
                  <a:pt x="8167" y="10520"/>
                </a:lnTo>
                <a:lnTo>
                  <a:pt x="11907" y="10520"/>
                </a:lnTo>
                <a:cubicBezTo>
                  <a:pt x="11916" y="10520"/>
                  <a:pt x="11925" y="10521"/>
                  <a:pt x="11934" y="10521"/>
                </a:cubicBezTo>
                <a:cubicBezTo>
                  <a:pt x="12273" y="10521"/>
                  <a:pt x="12278" y="10006"/>
                  <a:pt x="11947" y="10006"/>
                </a:cubicBezTo>
                <a:cubicBezTo>
                  <a:pt x="11934" y="10006"/>
                  <a:pt x="11921" y="10007"/>
                  <a:pt x="11907" y="10008"/>
                </a:cubicBezTo>
                <a:lnTo>
                  <a:pt x="8167" y="10008"/>
                </a:lnTo>
                <a:lnTo>
                  <a:pt x="8167" y="4457"/>
                </a:lnTo>
                <a:close/>
                <a:moveTo>
                  <a:pt x="4077" y="12929"/>
                </a:moveTo>
                <a:cubicBezTo>
                  <a:pt x="4210" y="12929"/>
                  <a:pt x="4339" y="13034"/>
                  <a:pt x="4339" y="13193"/>
                </a:cubicBezTo>
                <a:cubicBezTo>
                  <a:pt x="4339" y="13325"/>
                  <a:pt x="4222" y="13442"/>
                  <a:pt x="4091" y="13442"/>
                </a:cubicBezTo>
                <a:cubicBezTo>
                  <a:pt x="3857" y="13442"/>
                  <a:pt x="3740" y="13164"/>
                  <a:pt x="3901" y="13003"/>
                </a:cubicBezTo>
                <a:cubicBezTo>
                  <a:pt x="3952" y="12952"/>
                  <a:pt x="4015" y="12929"/>
                  <a:pt x="4077" y="12929"/>
                </a:cubicBezTo>
                <a:close/>
                <a:moveTo>
                  <a:pt x="13048" y="12929"/>
                </a:moveTo>
                <a:cubicBezTo>
                  <a:pt x="13181" y="12929"/>
                  <a:pt x="13309" y="13034"/>
                  <a:pt x="13309" y="13193"/>
                </a:cubicBezTo>
                <a:cubicBezTo>
                  <a:pt x="13309" y="13325"/>
                  <a:pt x="13193" y="13442"/>
                  <a:pt x="13061" y="13442"/>
                </a:cubicBezTo>
                <a:cubicBezTo>
                  <a:pt x="12827" y="13442"/>
                  <a:pt x="12710" y="13164"/>
                  <a:pt x="12871" y="13003"/>
                </a:cubicBezTo>
                <a:cubicBezTo>
                  <a:pt x="12922" y="12952"/>
                  <a:pt x="12985" y="12929"/>
                  <a:pt x="13048" y="12929"/>
                </a:cubicBezTo>
                <a:close/>
                <a:moveTo>
                  <a:pt x="4091" y="12419"/>
                </a:moveTo>
                <a:cubicBezTo>
                  <a:pt x="3404" y="12419"/>
                  <a:pt x="3053" y="13252"/>
                  <a:pt x="3536" y="13734"/>
                </a:cubicBezTo>
                <a:cubicBezTo>
                  <a:pt x="3697" y="13890"/>
                  <a:pt x="3892" y="13961"/>
                  <a:pt x="4082" y="13961"/>
                </a:cubicBezTo>
                <a:cubicBezTo>
                  <a:pt x="4477" y="13961"/>
                  <a:pt x="4850" y="13657"/>
                  <a:pt x="4850" y="13193"/>
                </a:cubicBezTo>
                <a:cubicBezTo>
                  <a:pt x="4850" y="12770"/>
                  <a:pt x="4514" y="12419"/>
                  <a:pt x="4091" y="12419"/>
                </a:cubicBezTo>
                <a:close/>
                <a:moveTo>
                  <a:pt x="13061" y="12419"/>
                </a:moveTo>
                <a:cubicBezTo>
                  <a:pt x="12374" y="12419"/>
                  <a:pt x="12024" y="13252"/>
                  <a:pt x="12506" y="13734"/>
                </a:cubicBezTo>
                <a:cubicBezTo>
                  <a:pt x="12662" y="13890"/>
                  <a:pt x="12856" y="13961"/>
                  <a:pt x="13046" y="13961"/>
                </a:cubicBezTo>
                <a:cubicBezTo>
                  <a:pt x="13441" y="13961"/>
                  <a:pt x="13821" y="13657"/>
                  <a:pt x="13821" y="13193"/>
                </a:cubicBezTo>
                <a:cubicBezTo>
                  <a:pt x="13821" y="12770"/>
                  <a:pt x="13485" y="12419"/>
                  <a:pt x="13061" y="12419"/>
                </a:cubicBezTo>
                <a:close/>
                <a:moveTo>
                  <a:pt x="4068" y="11541"/>
                </a:moveTo>
                <a:cubicBezTo>
                  <a:pt x="4914" y="11541"/>
                  <a:pt x="5727" y="12203"/>
                  <a:pt x="5727" y="13193"/>
                </a:cubicBezTo>
                <a:cubicBezTo>
                  <a:pt x="5727" y="14099"/>
                  <a:pt x="4996" y="14829"/>
                  <a:pt x="4091" y="14829"/>
                </a:cubicBezTo>
                <a:cubicBezTo>
                  <a:pt x="2615" y="14829"/>
                  <a:pt x="1885" y="13062"/>
                  <a:pt x="2922" y="12024"/>
                </a:cubicBezTo>
                <a:cubicBezTo>
                  <a:pt x="3256" y="11690"/>
                  <a:pt x="3666" y="11541"/>
                  <a:pt x="4068" y="11541"/>
                </a:cubicBezTo>
                <a:close/>
                <a:moveTo>
                  <a:pt x="13038" y="11541"/>
                </a:moveTo>
                <a:cubicBezTo>
                  <a:pt x="13885" y="11541"/>
                  <a:pt x="14697" y="12203"/>
                  <a:pt x="14697" y="13193"/>
                </a:cubicBezTo>
                <a:cubicBezTo>
                  <a:pt x="14697" y="14099"/>
                  <a:pt x="13967" y="14829"/>
                  <a:pt x="13061" y="14829"/>
                </a:cubicBezTo>
                <a:cubicBezTo>
                  <a:pt x="11585" y="14829"/>
                  <a:pt x="10855" y="13062"/>
                  <a:pt x="11892" y="12024"/>
                </a:cubicBezTo>
                <a:cubicBezTo>
                  <a:pt x="12226" y="11690"/>
                  <a:pt x="12636" y="11541"/>
                  <a:pt x="13038" y="11541"/>
                </a:cubicBezTo>
                <a:close/>
                <a:moveTo>
                  <a:pt x="10804" y="2371"/>
                </a:moveTo>
                <a:cubicBezTo>
                  <a:pt x="10245" y="2371"/>
                  <a:pt x="9686" y="2740"/>
                  <a:pt x="9657" y="3478"/>
                </a:cubicBezTo>
                <a:lnTo>
                  <a:pt x="9657" y="3931"/>
                </a:lnTo>
                <a:lnTo>
                  <a:pt x="1286" y="3931"/>
                </a:lnTo>
                <a:cubicBezTo>
                  <a:pt x="570" y="3931"/>
                  <a:pt x="0" y="4500"/>
                  <a:pt x="0" y="5216"/>
                </a:cubicBezTo>
                <a:lnTo>
                  <a:pt x="0" y="6911"/>
                </a:lnTo>
                <a:cubicBezTo>
                  <a:pt x="15" y="7064"/>
                  <a:pt x="135" y="7141"/>
                  <a:pt x="256" y="7141"/>
                </a:cubicBezTo>
                <a:cubicBezTo>
                  <a:pt x="376" y="7141"/>
                  <a:pt x="497" y="7064"/>
                  <a:pt x="511" y="6911"/>
                </a:cubicBezTo>
                <a:lnTo>
                  <a:pt x="511" y="5231"/>
                </a:lnTo>
                <a:cubicBezTo>
                  <a:pt x="511" y="4807"/>
                  <a:pt x="862" y="4457"/>
                  <a:pt x="1286" y="4457"/>
                </a:cubicBezTo>
                <a:lnTo>
                  <a:pt x="7655" y="4457"/>
                </a:lnTo>
                <a:lnTo>
                  <a:pt x="7655" y="10008"/>
                </a:lnTo>
                <a:lnTo>
                  <a:pt x="511" y="10008"/>
                </a:lnTo>
                <a:lnTo>
                  <a:pt x="511" y="8124"/>
                </a:lnTo>
                <a:cubicBezTo>
                  <a:pt x="511" y="7978"/>
                  <a:pt x="409" y="7861"/>
                  <a:pt x="263" y="7861"/>
                </a:cubicBezTo>
                <a:cubicBezTo>
                  <a:pt x="255" y="7860"/>
                  <a:pt x="248" y="7860"/>
                  <a:pt x="241" y="7860"/>
                </a:cubicBezTo>
                <a:cubicBezTo>
                  <a:pt x="105" y="7860"/>
                  <a:pt x="0" y="7985"/>
                  <a:pt x="0" y="8124"/>
                </a:cubicBezTo>
                <a:lnTo>
                  <a:pt x="0" y="12156"/>
                </a:lnTo>
                <a:cubicBezTo>
                  <a:pt x="0" y="12872"/>
                  <a:pt x="570" y="13442"/>
                  <a:pt x="1286" y="13442"/>
                </a:cubicBezTo>
                <a:lnTo>
                  <a:pt x="1943" y="13442"/>
                </a:lnTo>
                <a:cubicBezTo>
                  <a:pt x="2060" y="14523"/>
                  <a:pt x="2980" y="15341"/>
                  <a:pt x="4076" y="15341"/>
                </a:cubicBezTo>
                <a:cubicBezTo>
                  <a:pt x="5172" y="15341"/>
                  <a:pt x="6092" y="14523"/>
                  <a:pt x="6224" y="13442"/>
                </a:cubicBezTo>
                <a:lnTo>
                  <a:pt x="10913" y="13442"/>
                </a:lnTo>
                <a:cubicBezTo>
                  <a:pt x="11045" y="14523"/>
                  <a:pt x="11965" y="15341"/>
                  <a:pt x="13061" y="15341"/>
                </a:cubicBezTo>
                <a:cubicBezTo>
                  <a:pt x="14142" y="15341"/>
                  <a:pt x="15063" y="14523"/>
                  <a:pt x="15194" y="13442"/>
                </a:cubicBezTo>
                <a:lnTo>
                  <a:pt x="16261" y="13442"/>
                </a:lnTo>
                <a:cubicBezTo>
                  <a:pt x="16962" y="13442"/>
                  <a:pt x="17532" y="12872"/>
                  <a:pt x="17532" y="12156"/>
                </a:cubicBezTo>
                <a:lnTo>
                  <a:pt x="17532" y="9716"/>
                </a:lnTo>
                <a:cubicBezTo>
                  <a:pt x="17532" y="9161"/>
                  <a:pt x="17181" y="8664"/>
                  <a:pt x="16655" y="8504"/>
                </a:cubicBezTo>
                <a:lnTo>
                  <a:pt x="14566" y="7802"/>
                </a:lnTo>
                <a:cubicBezTo>
                  <a:pt x="14449" y="7758"/>
                  <a:pt x="14361" y="7671"/>
                  <a:pt x="14317" y="7554"/>
                </a:cubicBezTo>
                <a:lnTo>
                  <a:pt x="13163" y="4734"/>
                </a:lnTo>
                <a:cubicBezTo>
                  <a:pt x="12959" y="4252"/>
                  <a:pt x="12491" y="3945"/>
                  <a:pt x="11965" y="3945"/>
                </a:cubicBezTo>
                <a:lnTo>
                  <a:pt x="11951" y="3945"/>
                </a:lnTo>
                <a:lnTo>
                  <a:pt x="11951" y="3478"/>
                </a:lnTo>
                <a:cubicBezTo>
                  <a:pt x="11921" y="2740"/>
                  <a:pt x="11363" y="2371"/>
                  <a:pt x="10804" y="23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15"/>
          <p:cNvSpPr/>
          <p:nvPr/>
        </p:nvSpPr>
        <p:spPr>
          <a:xfrm>
            <a:off x="7403283" y="3958834"/>
            <a:ext cx="373002" cy="396114"/>
          </a:xfrm>
          <a:custGeom>
            <a:rect b="b" l="l" r="r" t="t"/>
            <a:pathLst>
              <a:path extrusionOk="0" h="17533" w="16510">
                <a:moveTo>
                  <a:pt x="5815" y="512"/>
                </a:moveTo>
                <a:cubicBezTo>
                  <a:pt x="6078" y="512"/>
                  <a:pt x="6297" y="731"/>
                  <a:pt x="6312" y="994"/>
                </a:cubicBezTo>
                <a:lnTo>
                  <a:pt x="6312" y="2119"/>
                </a:lnTo>
                <a:cubicBezTo>
                  <a:pt x="6297" y="2177"/>
                  <a:pt x="6253" y="2236"/>
                  <a:pt x="6180" y="2236"/>
                </a:cubicBezTo>
                <a:lnTo>
                  <a:pt x="2323" y="2236"/>
                </a:lnTo>
                <a:cubicBezTo>
                  <a:pt x="2265" y="2236"/>
                  <a:pt x="2206" y="2177"/>
                  <a:pt x="2206" y="2119"/>
                </a:cubicBezTo>
                <a:lnTo>
                  <a:pt x="2221" y="2119"/>
                </a:lnTo>
                <a:lnTo>
                  <a:pt x="2221" y="994"/>
                </a:lnTo>
                <a:cubicBezTo>
                  <a:pt x="2221" y="731"/>
                  <a:pt x="2440" y="512"/>
                  <a:pt x="2703" y="512"/>
                </a:cubicBezTo>
                <a:close/>
                <a:moveTo>
                  <a:pt x="5742" y="2747"/>
                </a:moveTo>
                <a:lnTo>
                  <a:pt x="5742" y="3346"/>
                </a:lnTo>
                <a:lnTo>
                  <a:pt x="2776" y="3346"/>
                </a:lnTo>
                <a:lnTo>
                  <a:pt x="2776" y="2747"/>
                </a:lnTo>
                <a:close/>
                <a:moveTo>
                  <a:pt x="5903" y="3872"/>
                </a:moveTo>
                <a:lnTo>
                  <a:pt x="7744" y="5698"/>
                </a:lnTo>
                <a:cubicBezTo>
                  <a:pt x="7904" y="5859"/>
                  <a:pt x="7992" y="6078"/>
                  <a:pt x="7992" y="6312"/>
                </a:cubicBezTo>
                <a:lnTo>
                  <a:pt x="7992" y="7525"/>
                </a:lnTo>
                <a:lnTo>
                  <a:pt x="526" y="7525"/>
                </a:lnTo>
                <a:lnTo>
                  <a:pt x="526" y="6312"/>
                </a:lnTo>
                <a:cubicBezTo>
                  <a:pt x="526" y="6078"/>
                  <a:pt x="614" y="5859"/>
                  <a:pt x="789" y="5698"/>
                </a:cubicBezTo>
                <a:lnTo>
                  <a:pt x="2630" y="3872"/>
                </a:lnTo>
                <a:close/>
                <a:moveTo>
                  <a:pt x="15516" y="7364"/>
                </a:moveTo>
                <a:cubicBezTo>
                  <a:pt x="15560" y="7364"/>
                  <a:pt x="15604" y="7393"/>
                  <a:pt x="15604" y="7452"/>
                </a:cubicBezTo>
                <a:lnTo>
                  <a:pt x="15604" y="8284"/>
                </a:lnTo>
                <a:cubicBezTo>
                  <a:pt x="15604" y="8328"/>
                  <a:pt x="15560" y="8357"/>
                  <a:pt x="15516" y="8357"/>
                </a:cubicBezTo>
                <a:lnTo>
                  <a:pt x="10300" y="8357"/>
                </a:lnTo>
                <a:cubicBezTo>
                  <a:pt x="10256" y="8357"/>
                  <a:pt x="10227" y="8328"/>
                  <a:pt x="10227" y="8284"/>
                </a:cubicBezTo>
                <a:lnTo>
                  <a:pt x="10227" y="7452"/>
                </a:lnTo>
                <a:cubicBezTo>
                  <a:pt x="10227" y="7393"/>
                  <a:pt x="10256" y="7364"/>
                  <a:pt x="10300" y="7364"/>
                </a:cubicBezTo>
                <a:close/>
                <a:moveTo>
                  <a:pt x="4515" y="9541"/>
                </a:moveTo>
                <a:lnTo>
                  <a:pt x="4515" y="10666"/>
                </a:lnTo>
                <a:cubicBezTo>
                  <a:pt x="4515" y="10870"/>
                  <a:pt x="4676" y="11031"/>
                  <a:pt x="4880" y="11031"/>
                </a:cubicBezTo>
                <a:lnTo>
                  <a:pt x="6005" y="11031"/>
                </a:lnTo>
                <a:lnTo>
                  <a:pt x="6005" y="11542"/>
                </a:lnTo>
                <a:lnTo>
                  <a:pt x="4880" y="11542"/>
                </a:lnTo>
                <a:cubicBezTo>
                  <a:pt x="4676" y="11542"/>
                  <a:pt x="4515" y="11703"/>
                  <a:pt x="4515" y="11907"/>
                </a:cubicBezTo>
                <a:lnTo>
                  <a:pt x="4515" y="13032"/>
                </a:lnTo>
                <a:lnTo>
                  <a:pt x="4003" y="13032"/>
                </a:lnTo>
                <a:lnTo>
                  <a:pt x="4003" y="11893"/>
                </a:lnTo>
                <a:cubicBezTo>
                  <a:pt x="4003" y="11688"/>
                  <a:pt x="3828" y="11528"/>
                  <a:pt x="3638" y="11528"/>
                </a:cubicBezTo>
                <a:lnTo>
                  <a:pt x="2499" y="11528"/>
                </a:lnTo>
                <a:lnTo>
                  <a:pt x="2499" y="11016"/>
                </a:lnTo>
                <a:lnTo>
                  <a:pt x="3638" y="11016"/>
                </a:lnTo>
                <a:cubicBezTo>
                  <a:pt x="3828" y="11016"/>
                  <a:pt x="4003" y="10856"/>
                  <a:pt x="4003" y="10651"/>
                </a:cubicBezTo>
                <a:lnTo>
                  <a:pt x="4003" y="9541"/>
                </a:lnTo>
                <a:close/>
                <a:moveTo>
                  <a:pt x="3960" y="9015"/>
                </a:moveTo>
                <a:cubicBezTo>
                  <a:pt x="3697" y="9015"/>
                  <a:pt x="3492" y="9234"/>
                  <a:pt x="3492" y="9482"/>
                </a:cubicBezTo>
                <a:lnTo>
                  <a:pt x="3492" y="10505"/>
                </a:lnTo>
                <a:lnTo>
                  <a:pt x="2455" y="10505"/>
                </a:lnTo>
                <a:cubicBezTo>
                  <a:pt x="2206" y="10505"/>
                  <a:pt x="2002" y="10724"/>
                  <a:pt x="2002" y="10972"/>
                </a:cubicBezTo>
                <a:lnTo>
                  <a:pt x="2002" y="11586"/>
                </a:lnTo>
                <a:cubicBezTo>
                  <a:pt x="2002" y="11849"/>
                  <a:pt x="2206" y="12054"/>
                  <a:pt x="2455" y="12054"/>
                </a:cubicBezTo>
                <a:lnTo>
                  <a:pt x="3492" y="12054"/>
                </a:lnTo>
                <a:lnTo>
                  <a:pt x="3492" y="13076"/>
                </a:lnTo>
                <a:cubicBezTo>
                  <a:pt x="3492" y="13339"/>
                  <a:pt x="3697" y="13544"/>
                  <a:pt x="3960" y="13544"/>
                </a:cubicBezTo>
                <a:lnTo>
                  <a:pt x="4573" y="13544"/>
                </a:lnTo>
                <a:cubicBezTo>
                  <a:pt x="4822" y="13544"/>
                  <a:pt x="5041" y="13339"/>
                  <a:pt x="5041" y="13076"/>
                </a:cubicBezTo>
                <a:lnTo>
                  <a:pt x="5041" y="12054"/>
                </a:lnTo>
                <a:lnTo>
                  <a:pt x="6063" y="12054"/>
                </a:lnTo>
                <a:cubicBezTo>
                  <a:pt x="6312" y="12054"/>
                  <a:pt x="6531" y="11849"/>
                  <a:pt x="6531" y="11586"/>
                </a:cubicBezTo>
                <a:lnTo>
                  <a:pt x="6531" y="10972"/>
                </a:lnTo>
                <a:cubicBezTo>
                  <a:pt x="6531" y="10724"/>
                  <a:pt x="6312" y="10505"/>
                  <a:pt x="6063" y="10505"/>
                </a:cubicBezTo>
                <a:lnTo>
                  <a:pt x="5041" y="10505"/>
                </a:lnTo>
                <a:lnTo>
                  <a:pt x="5041" y="9482"/>
                </a:lnTo>
                <a:cubicBezTo>
                  <a:pt x="5041" y="9234"/>
                  <a:pt x="4822" y="9015"/>
                  <a:pt x="4573" y="9015"/>
                </a:cubicBezTo>
                <a:close/>
                <a:moveTo>
                  <a:pt x="15005" y="8883"/>
                </a:moveTo>
                <a:cubicBezTo>
                  <a:pt x="15034" y="9292"/>
                  <a:pt x="15282" y="9658"/>
                  <a:pt x="15647" y="9848"/>
                </a:cubicBezTo>
                <a:cubicBezTo>
                  <a:pt x="15881" y="9950"/>
                  <a:pt x="16013" y="10184"/>
                  <a:pt x="16013" y="10447"/>
                </a:cubicBezTo>
                <a:lnTo>
                  <a:pt x="16013" y="11133"/>
                </a:lnTo>
                <a:lnTo>
                  <a:pt x="14552" y="11133"/>
                </a:lnTo>
                <a:cubicBezTo>
                  <a:pt x="14230" y="11162"/>
                  <a:pt x="14230" y="11615"/>
                  <a:pt x="14552" y="11645"/>
                </a:cubicBezTo>
                <a:lnTo>
                  <a:pt x="16013" y="11645"/>
                </a:lnTo>
                <a:lnTo>
                  <a:pt x="16013" y="14829"/>
                </a:lnTo>
                <a:lnTo>
                  <a:pt x="9701" y="14829"/>
                </a:lnTo>
                <a:lnTo>
                  <a:pt x="9701" y="11645"/>
                </a:lnTo>
                <a:lnTo>
                  <a:pt x="13354" y="11645"/>
                </a:lnTo>
                <a:cubicBezTo>
                  <a:pt x="13367" y="11646"/>
                  <a:pt x="13380" y="11647"/>
                  <a:pt x="13392" y="11647"/>
                </a:cubicBezTo>
                <a:cubicBezTo>
                  <a:pt x="13710" y="11647"/>
                  <a:pt x="13706" y="11132"/>
                  <a:pt x="13380" y="11132"/>
                </a:cubicBezTo>
                <a:cubicBezTo>
                  <a:pt x="13371" y="11132"/>
                  <a:pt x="13363" y="11132"/>
                  <a:pt x="13354" y="11133"/>
                </a:cubicBezTo>
                <a:lnTo>
                  <a:pt x="9701" y="11133"/>
                </a:lnTo>
                <a:lnTo>
                  <a:pt x="9701" y="10447"/>
                </a:lnTo>
                <a:cubicBezTo>
                  <a:pt x="9701" y="10184"/>
                  <a:pt x="9847" y="9950"/>
                  <a:pt x="10066" y="9848"/>
                </a:cubicBezTo>
                <a:cubicBezTo>
                  <a:pt x="10432" y="9658"/>
                  <a:pt x="10680" y="9292"/>
                  <a:pt x="10724" y="8883"/>
                </a:cubicBezTo>
                <a:close/>
                <a:moveTo>
                  <a:pt x="16013" y="15341"/>
                </a:moveTo>
                <a:lnTo>
                  <a:pt x="16013" y="16247"/>
                </a:lnTo>
                <a:cubicBezTo>
                  <a:pt x="16013" y="16670"/>
                  <a:pt x="15662" y="17021"/>
                  <a:pt x="15238" y="17021"/>
                </a:cubicBezTo>
                <a:lnTo>
                  <a:pt x="10461" y="17021"/>
                </a:lnTo>
                <a:cubicBezTo>
                  <a:pt x="10037" y="17021"/>
                  <a:pt x="9701" y="16670"/>
                  <a:pt x="9687" y="16247"/>
                </a:cubicBezTo>
                <a:lnTo>
                  <a:pt x="9687" y="15341"/>
                </a:lnTo>
                <a:close/>
                <a:moveTo>
                  <a:pt x="7992" y="15034"/>
                </a:moveTo>
                <a:lnTo>
                  <a:pt x="7992" y="16174"/>
                </a:lnTo>
                <a:cubicBezTo>
                  <a:pt x="7992" y="16641"/>
                  <a:pt x="7597" y="17035"/>
                  <a:pt x="7130" y="17035"/>
                </a:cubicBezTo>
                <a:lnTo>
                  <a:pt x="1388" y="17035"/>
                </a:lnTo>
                <a:cubicBezTo>
                  <a:pt x="921" y="17035"/>
                  <a:pt x="526" y="16641"/>
                  <a:pt x="526" y="16174"/>
                </a:cubicBezTo>
                <a:lnTo>
                  <a:pt x="526" y="15034"/>
                </a:lnTo>
                <a:close/>
                <a:moveTo>
                  <a:pt x="10300" y="6853"/>
                </a:moveTo>
                <a:cubicBezTo>
                  <a:pt x="9964" y="6853"/>
                  <a:pt x="9701" y="7116"/>
                  <a:pt x="9701" y="7452"/>
                </a:cubicBezTo>
                <a:lnTo>
                  <a:pt x="9701" y="8284"/>
                </a:lnTo>
                <a:cubicBezTo>
                  <a:pt x="9701" y="8562"/>
                  <a:pt x="9906" y="8810"/>
                  <a:pt x="10198" y="8869"/>
                </a:cubicBezTo>
                <a:cubicBezTo>
                  <a:pt x="10169" y="9088"/>
                  <a:pt x="10023" y="9278"/>
                  <a:pt x="9833" y="9380"/>
                </a:cubicBezTo>
                <a:cubicBezTo>
                  <a:pt x="9424" y="9585"/>
                  <a:pt x="9175" y="9994"/>
                  <a:pt x="9175" y="10447"/>
                </a:cubicBezTo>
                <a:lnTo>
                  <a:pt x="9175" y="16261"/>
                </a:lnTo>
                <a:cubicBezTo>
                  <a:pt x="9175" y="16962"/>
                  <a:pt x="9745" y="17532"/>
                  <a:pt x="10446" y="17532"/>
                </a:cubicBezTo>
                <a:lnTo>
                  <a:pt x="15224" y="17532"/>
                </a:lnTo>
                <a:cubicBezTo>
                  <a:pt x="15940" y="17532"/>
                  <a:pt x="16509" y="16962"/>
                  <a:pt x="16509" y="16261"/>
                </a:cubicBezTo>
                <a:lnTo>
                  <a:pt x="16509" y="10447"/>
                </a:lnTo>
                <a:cubicBezTo>
                  <a:pt x="16509" y="9994"/>
                  <a:pt x="16261" y="9585"/>
                  <a:pt x="15852" y="9380"/>
                </a:cubicBezTo>
                <a:lnTo>
                  <a:pt x="15866" y="9380"/>
                </a:lnTo>
                <a:cubicBezTo>
                  <a:pt x="15677" y="9278"/>
                  <a:pt x="15530" y="9088"/>
                  <a:pt x="15501" y="8869"/>
                </a:cubicBezTo>
                <a:cubicBezTo>
                  <a:pt x="15837" y="8869"/>
                  <a:pt x="16100" y="8606"/>
                  <a:pt x="16100" y="8270"/>
                </a:cubicBezTo>
                <a:lnTo>
                  <a:pt x="16100" y="7452"/>
                </a:lnTo>
                <a:cubicBezTo>
                  <a:pt x="16100" y="7116"/>
                  <a:pt x="15837" y="6853"/>
                  <a:pt x="15501" y="6853"/>
                </a:cubicBezTo>
                <a:close/>
                <a:moveTo>
                  <a:pt x="2718" y="1"/>
                </a:moveTo>
                <a:cubicBezTo>
                  <a:pt x="2163" y="1"/>
                  <a:pt x="1710" y="439"/>
                  <a:pt x="1710" y="994"/>
                </a:cubicBezTo>
                <a:lnTo>
                  <a:pt x="1710" y="2119"/>
                </a:lnTo>
                <a:cubicBezTo>
                  <a:pt x="1710" y="2440"/>
                  <a:pt x="1944" y="2703"/>
                  <a:pt x="2265" y="2747"/>
                </a:cubicBezTo>
                <a:lnTo>
                  <a:pt x="2265" y="3507"/>
                </a:lnTo>
                <a:lnTo>
                  <a:pt x="424" y="5333"/>
                </a:lnTo>
                <a:cubicBezTo>
                  <a:pt x="161" y="5582"/>
                  <a:pt x="15" y="5932"/>
                  <a:pt x="15" y="6297"/>
                </a:cubicBezTo>
                <a:lnTo>
                  <a:pt x="15" y="10257"/>
                </a:lnTo>
                <a:cubicBezTo>
                  <a:pt x="0" y="10439"/>
                  <a:pt x="139" y="10531"/>
                  <a:pt x="276" y="10531"/>
                </a:cubicBezTo>
                <a:cubicBezTo>
                  <a:pt x="413" y="10531"/>
                  <a:pt x="548" y="10439"/>
                  <a:pt x="526" y="10257"/>
                </a:cubicBezTo>
                <a:lnTo>
                  <a:pt x="526" y="8036"/>
                </a:lnTo>
                <a:lnTo>
                  <a:pt x="8007" y="8036"/>
                </a:lnTo>
                <a:lnTo>
                  <a:pt x="8007" y="14523"/>
                </a:lnTo>
                <a:lnTo>
                  <a:pt x="526" y="14523"/>
                </a:lnTo>
                <a:lnTo>
                  <a:pt x="526" y="11455"/>
                </a:lnTo>
                <a:cubicBezTo>
                  <a:pt x="519" y="11294"/>
                  <a:pt x="399" y="11214"/>
                  <a:pt x="276" y="11214"/>
                </a:cubicBezTo>
                <a:cubicBezTo>
                  <a:pt x="154" y="11214"/>
                  <a:pt x="30" y="11294"/>
                  <a:pt x="15" y="11455"/>
                </a:cubicBezTo>
                <a:lnTo>
                  <a:pt x="15" y="16159"/>
                </a:lnTo>
                <a:cubicBezTo>
                  <a:pt x="15" y="16910"/>
                  <a:pt x="629" y="17532"/>
                  <a:pt x="1377" y="17532"/>
                </a:cubicBezTo>
                <a:cubicBezTo>
                  <a:pt x="1386" y="17532"/>
                  <a:pt x="1394" y="17532"/>
                  <a:pt x="1403" y="17532"/>
                </a:cubicBezTo>
                <a:lnTo>
                  <a:pt x="7130" y="17532"/>
                </a:lnTo>
                <a:cubicBezTo>
                  <a:pt x="7139" y="17532"/>
                  <a:pt x="7147" y="17532"/>
                  <a:pt x="7156" y="17532"/>
                </a:cubicBezTo>
                <a:cubicBezTo>
                  <a:pt x="7904" y="17532"/>
                  <a:pt x="8503" y="16910"/>
                  <a:pt x="8518" y="16159"/>
                </a:cubicBezTo>
                <a:lnTo>
                  <a:pt x="8518" y="6297"/>
                </a:lnTo>
                <a:cubicBezTo>
                  <a:pt x="8518" y="5932"/>
                  <a:pt x="8372" y="5582"/>
                  <a:pt x="8109" y="5333"/>
                </a:cubicBezTo>
                <a:lnTo>
                  <a:pt x="6253" y="3507"/>
                </a:lnTo>
                <a:lnTo>
                  <a:pt x="6253" y="2747"/>
                </a:lnTo>
                <a:cubicBezTo>
                  <a:pt x="6575" y="2703"/>
                  <a:pt x="6823" y="2440"/>
                  <a:pt x="6823" y="2119"/>
                </a:cubicBezTo>
                <a:lnTo>
                  <a:pt x="6823" y="994"/>
                </a:lnTo>
                <a:cubicBezTo>
                  <a:pt x="6823" y="439"/>
                  <a:pt x="6370" y="1"/>
                  <a:pt x="5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15"/>
          <p:cNvSpPr/>
          <p:nvPr/>
        </p:nvSpPr>
        <p:spPr>
          <a:xfrm>
            <a:off x="7392393" y="3307277"/>
            <a:ext cx="396769" cy="396092"/>
          </a:xfrm>
          <a:custGeom>
            <a:rect b="b" l="l" r="r" t="t"/>
            <a:pathLst>
              <a:path extrusionOk="0" h="17532" w="17562">
                <a:moveTo>
                  <a:pt x="9969" y="3741"/>
                </a:moveTo>
                <a:cubicBezTo>
                  <a:pt x="10027" y="3741"/>
                  <a:pt x="10088" y="3760"/>
                  <a:pt x="10139" y="3799"/>
                </a:cubicBezTo>
                <a:cubicBezTo>
                  <a:pt x="10227" y="3901"/>
                  <a:pt x="10227" y="4062"/>
                  <a:pt x="10139" y="4164"/>
                </a:cubicBezTo>
                <a:lnTo>
                  <a:pt x="8532" y="5771"/>
                </a:lnTo>
                <a:cubicBezTo>
                  <a:pt x="8445" y="5859"/>
                  <a:pt x="8335" y="5903"/>
                  <a:pt x="8226" y="5903"/>
                </a:cubicBezTo>
                <a:cubicBezTo>
                  <a:pt x="8116" y="5903"/>
                  <a:pt x="8006" y="5859"/>
                  <a:pt x="7919" y="5771"/>
                </a:cubicBezTo>
                <a:lnTo>
                  <a:pt x="7349" y="5201"/>
                </a:lnTo>
                <a:cubicBezTo>
                  <a:pt x="7247" y="5099"/>
                  <a:pt x="7247" y="4938"/>
                  <a:pt x="7349" y="4836"/>
                </a:cubicBezTo>
                <a:lnTo>
                  <a:pt x="7364" y="4851"/>
                </a:lnTo>
                <a:cubicBezTo>
                  <a:pt x="7415" y="4800"/>
                  <a:pt x="7480" y="4774"/>
                  <a:pt x="7546" y="4774"/>
                </a:cubicBezTo>
                <a:cubicBezTo>
                  <a:pt x="7612" y="4774"/>
                  <a:pt x="7678" y="4800"/>
                  <a:pt x="7729" y="4851"/>
                </a:cubicBezTo>
                <a:lnTo>
                  <a:pt x="7977" y="5099"/>
                </a:lnTo>
                <a:cubicBezTo>
                  <a:pt x="8050" y="5165"/>
                  <a:pt x="8142" y="5198"/>
                  <a:pt x="8233" y="5198"/>
                </a:cubicBezTo>
                <a:cubicBezTo>
                  <a:pt x="8324" y="5198"/>
                  <a:pt x="8415" y="5165"/>
                  <a:pt x="8489" y="5099"/>
                </a:cubicBezTo>
                <a:lnTo>
                  <a:pt x="9774" y="3828"/>
                </a:lnTo>
                <a:cubicBezTo>
                  <a:pt x="9823" y="3771"/>
                  <a:pt x="9895" y="3741"/>
                  <a:pt x="9969" y="3741"/>
                </a:cubicBezTo>
                <a:close/>
                <a:moveTo>
                  <a:pt x="9991" y="3159"/>
                </a:moveTo>
                <a:cubicBezTo>
                  <a:pt x="9791" y="3159"/>
                  <a:pt x="9585" y="3247"/>
                  <a:pt x="9409" y="3463"/>
                </a:cubicBezTo>
                <a:lnTo>
                  <a:pt x="8240" y="4631"/>
                </a:lnTo>
                <a:lnTo>
                  <a:pt x="8094" y="4485"/>
                </a:lnTo>
                <a:cubicBezTo>
                  <a:pt x="7924" y="4316"/>
                  <a:pt x="7735" y="4244"/>
                  <a:pt x="7553" y="4244"/>
                </a:cubicBezTo>
                <a:cubicBezTo>
                  <a:pt x="6953" y="4244"/>
                  <a:pt x="6438" y="5020"/>
                  <a:pt x="6998" y="5581"/>
                </a:cubicBezTo>
                <a:lnTo>
                  <a:pt x="7568" y="6136"/>
                </a:lnTo>
                <a:cubicBezTo>
                  <a:pt x="7751" y="6319"/>
                  <a:pt x="7992" y="6410"/>
                  <a:pt x="8233" y="6410"/>
                </a:cubicBezTo>
                <a:cubicBezTo>
                  <a:pt x="8474" y="6410"/>
                  <a:pt x="8715" y="6319"/>
                  <a:pt x="8898" y="6136"/>
                </a:cubicBezTo>
                <a:lnTo>
                  <a:pt x="10505" y="4544"/>
                </a:lnTo>
                <a:cubicBezTo>
                  <a:pt x="11144" y="3993"/>
                  <a:pt x="10602" y="3159"/>
                  <a:pt x="9991" y="3159"/>
                </a:cubicBezTo>
                <a:close/>
                <a:moveTo>
                  <a:pt x="8688" y="1534"/>
                </a:moveTo>
                <a:cubicBezTo>
                  <a:pt x="7995" y="1534"/>
                  <a:pt x="7332" y="1766"/>
                  <a:pt x="6779" y="2192"/>
                </a:cubicBezTo>
                <a:cubicBezTo>
                  <a:pt x="6565" y="2346"/>
                  <a:pt x="6728" y="2655"/>
                  <a:pt x="6938" y="2655"/>
                </a:cubicBezTo>
                <a:cubicBezTo>
                  <a:pt x="6986" y="2655"/>
                  <a:pt x="7037" y="2639"/>
                  <a:pt x="7086" y="2601"/>
                </a:cubicBezTo>
                <a:cubicBezTo>
                  <a:pt x="7593" y="2220"/>
                  <a:pt x="8174" y="2043"/>
                  <a:pt x="8744" y="2043"/>
                </a:cubicBezTo>
                <a:cubicBezTo>
                  <a:pt x="9883" y="2043"/>
                  <a:pt x="10982" y="2748"/>
                  <a:pt x="11381" y="3945"/>
                </a:cubicBezTo>
                <a:cubicBezTo>
                  <a:pt x="11980" y="5742"/>
                  <a:pt x="10636" y="7597"/>
                  <a:pt x="8751" y="7597"/>
                </a:cubicBezTo>
                <a:cubicBezTo>
                  <a:pt x="6604" y="7597"/>
                  <a:pt x="5274" y="5260"/>
                  <a:pt x="6355" y="3404"/>
                </a:cubicBezTo>
                <a:cubicBezTo>
                  <a:pt x="6507" y="3203"/>
                  <a:pt x="6317" y="3001"/>
                  <a:pt x="6132" y="3001"/>
                </a:cubicBezTo>
                <a:cubicBezTo>
                  <a:pt x="6049" y="3001"/>
                  <a:pt x="5967" y="3042"/>
                  <a:pt x="5917" y="3141"/>
                </a:cubicBezTo>
                <a:cubicBezTo>
                  <a:pt x="4527" y="5505"/>
                  <a:pt x="6412" y="8120"/>
                  <a:pt x="8743" y="8120"/>
                </a:cubicBezTo>
                <a:cubicBezTo>
                  <a:pt x="9279" y="8120"/>
                  <a:pt x="9839" y="7982"/>
                  <a:pt x="10388" y="7670"/>
                </a:cubicBezTo>
                <a:cubicBezTo>
                  <a:pt x="11673" y="6925"/>
                  <a:pt x="12316" y="5406"/>
                  <a:pt x="11922" y="3974"/>
                </a:cubicBezTo>
                <a:cubicBezTo>
                  <a:pt x="11542" y="2528"/>
                  <a:pt x="10242" y="1534"/>
                  <a:pt x="8751" y="1534"/>
                </a:cubicBezTo>
                <a:cubicBezTo>
                  <a:pt x="8730" y="1534"/>
                  <a:pt x="8709" y="1534"/>
                  <a:pt x="8688" y="1534"/>
                </a:cubicBezTo>
                <a:close/>
                <a:moveTo>
                  <a:pt x="5800" y="9277"/>
                </a:moveTo>
                <a:cubicBezTo>
                  <a:pt x="5464" y="9277"/>
                  <a:pt x="5464" y="9789"/>
                  <a:pt x="5800" y="9789"/>
                </a:cubicBezTo>
                <a:lnTo>
                  <a:pt x="11717" y="9789"/>
                </a:lnTo>
                <a:cubicBezTo>
                  <a:pt x="12053" y="9789"/>
                  <a:pt x="12053" y="9277"/>
                  <a:pt x="11717" y="9277"/>
                </a:cubicBezTo>
                <a:close/>
                <a:moveTo>
                  <a:pt x="17276" y="10636"/>
                </a:moveTo>
                <a:cubicBezTo>
                  <a:pt x="17274" y="10636"/>
                  <a:pt x="17271" y="10636"/>
                  <a:pt x="17269" y="10636"/>
                </a:cubicBezTo>
                <a:lnTo>
                  <a:pt x="17284" y="10636"/>
                </a:lnTo>
                <a:cubicBezTo>
                  <a:pt x="17281" y="10636"/>
                  <a:pt x="17278" y="10636"/>
                  <a:pt x="17276" y="10636"/>
                </a:cubicBezTo>
                <a:close/>
                <a:moveTo>
                  <a:pt x="11731" y="10826"/>
                </a:moveTo>
                <a:cubicBezTo>
                  <a:pt x="11726" y="10826"/>
                  <a:pt x="11722" y="10826"/>
                  <a:pt x="11717" y="10826"/>
                </a:cubicBezTo>
                <a:lnTo>
                  <a:pt x="5800" y="10826"/>
                </a:lnTo>
                <a:cubicBezTo>
                  <a:pt x="5464" y="10826"/>
                  <a:pt x="5464" y="11337"/>
                  <a:pt x="5800" y="11337"/>
                </a:cubicBezTo>
                <a:lnTo>
                  <a:pt x="11717" y="11337"/>
                </a:lnTo>
                <a:cubicBezTo>
                  <a:pt x="12049" y="11337"/>
                  <a:pt x="12053" y="10826"/>
                  <a:pt x="11731" y="10826"/>
                </a:cubicBezTo>
                <a:close/>
                <a:moveTo>
                  <a:pt x="3960" y="5172"/>
                </a:moveTo>
                <a:lnTo>
                  <a:pt x="3960" y="13383"/>
                </a:lnTo>
                <a:lnTo>
                  <a:pt x="1520" y="13383"/>
                </a:lnTo>
                <a:lnTo>
                  <a:pt x="1520" y="5172"/>
                </a:lnTo>
                <a:close/>
                <a:moveTo>
                  <a:pt x="12258" y="512"/>
                </a:moveTo>
                <a:cubicBezTo>
                  <a:pt x="12681" y="512"/>
                  <a:pt x="13032" y="862"/>
                  <a:pt x="13032" y="1286"/>
                </a:cubicBezTo>
                <a:lnTo>
                  <a:pt x="13032" y="13383"/>
                </a:lnTo>
                <a:lnTo>
                  <a:pt x="4471" y="13383"/>
                </a:lnTo>
                <a:lnTo>
                  <a:pt x="4471" y="1286"/>
                </a:lnTo>
                <a:cubicBezTo>
                  <a:pt x="4471" y="862"/>
                  <a:pt x="4821" y="512"/>
                  <a:pt x="5245" y="512"/>
                </a:cubicBezTo>
                <a:close/>
                <a:moveTo>
                  <a:pt x="15983" y="5172"/>
                </a:moveTo>
                <a:lnTo>
                  <a:pt x="15983" y="13383"/>
                </a:lnTo>
                <a:lnTo>
                  <a:pt x="13543" y="13383"/>
                </a:lnTo>
                <a:lnTo>
                  <a:pt x="13543" y="5172"/>
                </a:lnTo>
                <a:close/>
                <a:moveTo>
                  <a:pt x="9497" y="14931"/>
                </a:moveTo>
                <a:lnTo>
                  <a:pt x="9497" y="15998"/>
                </a:lnTo>
                <a:lnTo>
                  <a:pt x="8006" y="15998"/>
                </a:lnTo>
                <a:lnTo>
                  <a:pt x="8006" y="14931"/>
                </a:lnTo>
                <a:close/>
                <a:moveTo>
                  <a:pt x="10329" y="16509"/>
                </a:moveTo>
                <a:cubicBezTo>
                  <a:pt x="10651" y="16509"/>
                  <a:pt x="10914" y="16728"/>
                  <a:pt x="10987" y="17020"/>
                </a:cubicBezTo>
                <a:lnTo>
                  <a:pt x="6516" y="17020"/>
                </a:lnTo>
                <a:cubicBezTo>
                  <a:pt x="6589" y="16728"/>
                  <a:pt x="6852" y="16509"/>
                  <a:pt x="7174" y="16509"/>
                </a:cubicBezTo>
                <a:close/>
                <a:moveTo>
                  <a:pt x="5260" y="0"/>
                </a:moveTo>
                <a:cubicBezTo>
                  <a:pt x="4544" y="15"/>
                  <a:pt x="3974" y="585"/>
                  <a:pt x="3974" y="1286"/>
                </a:cubicBezTo>
                <a:lnTo>
                  <a:pt x="3974" y="3638"/>
                </a:lnTo>
                <a:lnTo>
                  <a:pt x="1286" y="3638"/>
                </a:lnTo>
                <a:cubicBezTo>
                  <a:pt x="570" y="3638"/>
                  <a:pt x="0" y="4208"/>
                  <a:pt x="0" y="4909"/>
                </a:cubicBezTo>
                <a:lnTo>
                  <a:pt x="0" y="13646"/>
                </a:lnTo>
                <a:cubicBezTo>
                  <a:pt x="0" y="14347"/>
                  <a:pt x="570" y="14917"/>
                  <a:pt x="1286" y="14917"/>
                </a:cubicBezTo>
                <a:lnTo>
                  <a:pt x="7510" y="14917"/>
                </a:lnTo>
                <a:lnTo>
                  <a:pt x="7510" y="15983"/>
                </a:lnTo>
                <a:lnTo>
                  <a:pt x="7188" y="15983"/>
                </a:lnTo>
                <a:cubicBezTo>
                  <a:pt x="6531" y="15983"/>
                  <a:pt x="6005" y="16509"/>
                  <a:pt x="6005" y="17167"/>
                </a:cubicBezTo>
                <a:cubicBezTo>
                  <a:pt x="6005" y="17371"/>
                  <a:pt x="6166" y="17532"/>
                  <a:pt x="6370" y="17532"/>
                </a:cubicBezTo>
                <a:lnTo>
                  <a:pt x="11177" y="17532"/>
                </a:lnTo>
                <a:cubicBezTo>
                  <a:pt x="11381" y="17532"/>
                  <a:pt x="11542" y="17371"/>
                  <a:pt x="11542" y="17167"/>
                </a:cubicBezTo>
                <a:cubicBezTo>
                  <a:pt x="11542" y="16509"/>
                  <a:pt x="11016" y="15983"/>
                  <a:pt x="10359" y="15983"/>
                </a:cubicBezTo>
                <a:lnTo>
                  <a:pt x="10037" y="15983"/>
                </a:lnTo>
                <a:lnTo>
                  <a:pt x="10037" y="14917"/>
                </a:lnTo>
                <a:lnTo>
                  <a:pt x="16261" y="14917"/>
                </a:lnTo>
                <a:cubicBezTo>
                  <a:pt x="16962" y="14917"/>
                  <a:pt x="17546" y="14347"/>
                  <a:pt x="17546" y="13646"/>
                </a:cubicBezTo>
                <a:lnTo>
                  <a:pt x="17546" y="11571"/>
                </a:lnTo>
                <a:cubicBezTo>
                  <a:pt x="17561" y="11388"/>
                  <a:pt x="17422" y="11297"/>
                  <a:pt x="17284" y="11297"/>
                </a:cubicBezTo>
                <a:cubicBezTo>
                  <a:pt x="17145" y="11297"/>
                  <a:pt x="17006" y="11388"/>
                  <a:pt x="17021" y="11571"/>
                </a:cubicBezTo>
                <a:lnTo>
                  <a:pt x="17021" y="13646"/>
                </a:lnTo>
                <a:cubicBezTo>
                  <a:pt x="17021" y="14069"/>
                  <a:pt x="16685" y="14405"/>
                  <a:pt x="16261" y="14405"/>
                </a:cubicBezTo>
                <a:lnTo>
                  <a:pt x="1286" y="14405"/>
                </a:lnTo>
                <a:cubicBezTo>
                  <a:pt x="862" y="14405"/>
                  <a:pt x="512" y="14069"/>
                  <a:pt x="512" y="13646"/>
                </a:cubicBezTo>
                <a:lnTo>
                  <a:pt x="512" y="4924"/>
                </a:lnTo>
                <a:cubicBezTo>
                  <a:pt x="512" y="4500"/>
                  <a:pt x="862" y="4149"/>
                  <a:pt x="1286" y="4149"/>
                </a:cubicBezTo>
                <a:lnTo>
                  <a:pt x="3974" y="4149"/>
                </a:lnTo>
                <a:lnTo>
                  <a:pt x="3974" y="4661"/>
                </a:lnTo>
                <a:lnTo>
                  <a:pt x="1388" y="4661"/>
                </a:lnTo>
                <a:cubicBezTo>
                  <a:pt x="1184" y="4661"/>
                  <a:pt x="1023" y="4821"/>
                  <a:pt x="1023" y="5026"/>
                </a:cubicBezTo>
                <a:lnTo>
                  <a:pt x="1023" y="13646"/>
                </a:lnTo>
                <a:cubicBezTo>
                  <a:pt x="1023" y="13792"/>
                  <a:pt x="1140" y="13909"/>
                  <a:pt x="1271" y="13909"/>
                </a:cubicBezTo>
                <a:lnTo>
                  <a:pt x="16144" y="13909"/>
                </a:lnTo>
                <a:cubicBezTo>
                  <a:pt x="16348" y="13909"/>
                  <a:pt x="16509" y="13748"/>
                  <a:pt x="16509" y="13543"/>
                </a:cubicBezTo>
                <a:lnTo>
                  <a:pt x="16509" y="5026"/>
                </a:lnTo>
                <a:cubicBezTo>
                  <a:pt x="16509" y="4821"/>
                  <a:pt x="16348" y="4661"/>
                  <a:pt x="16144" y="4661"/>
                </a:cubicBezTo>
                <a:lnTo>
                  <a:pt x="13558" y="4661"/>
                </a:lnTo>
                <a:lnTo>
                  <a:pt x="13558" y="4149"/>
                </a:lnTo>
                <a:lnTo>
                  <a:pt x="16246" y="4149"/>
                </a:lnTo>
                <a:cubicBezTo>
                  <a:pt x="16670" y="4149"/>
                  <a:pt x="17021" y="4485"/>
                  <a:pt x="17021" y="4924"/>
                </a:cubicBezTo>
                <a:lnTo>
                  <a:pt x="17021" y="10373"/>
                </a:lnTo>
                <a:cubicBezTo>
                  <a:pt x="17021" y="10517"/>
                  <a:pt x="17133" y="10632"/>
                  <a:pt x="17276" y="10636"/>
                </a:cubicBezTo>
                <a:lnTo>
                  <a:pt x="17276" y="10636"/>
                </a:lnTo>
                <a:cubicBezTo>
                  <a:pt x="17404" y="10632"/>
                  <a:pt x="17517" y="10517"/>
                  <a:pt x="17517" y="10373"/>
                </a:cubicBezTo>
                <a:lnTo>
                  <a:pt x="17517" y="4924"/>
                </a:lnTo>
                <a:cubicBezTo>
                  <a:pt x="17517" y="4208"/>
                  <a:pt x="16947" y="3638"/>
                  <a:pt x="16246" y="3638"/>
                </a:cubicBezTo>
                <a:lnTo>
                  <a:pt x="13543" y="3638"/>
                </a:lnTo>
                <a:lnTo>
                  <a:pt x="13543" y="1286"/>
                </a:lnTo>
                <a:cubicBezTo>
                  <a:pt x="13543" y="585"/>
                  <a:pt x="12974" y="0"/>
                  <a:pt x="12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15"/>
          <p:cNvSpPr/>
          <p:nvPr/>
        </p:nvSpPr>
        <p:spPr>
          <a:xfrm>
            <a:off x="7444221" y="2655382"/>
            <a:ext cx="300367" cy="397244"/>
          </a:xfrm>
          <a:custGeom>
            <a:rect b="b" l="l" r="r" t="t"/>
            <a:pathLst>
              <a:path extrusionOk="0" h="17583" w="13295">
                <a:moveTo>
                  <a:pt x="2735" y="5332"/>
                </a:moveTo>
                <a:cubicBezTo>
                  <a:pt x="2744" y="5332"/>
                  <a:pt x="2753" y="5332"/>
                  <a:pt x="2761" y="5333"/>
                </a:cubicBezTo>
                <a:lnTo>
                  <a:pt x="2761" y="6341"/>
                </a:lnTo>
                <a:cubicBezTo>
                  <a:pt x="2469" y="6341"/>
                  <a:pt x="2235" y="6122"/>
                  <a:pt x="2235" y="5829"/>
                </a:cubicBezTo>
                <a:cubicBezTo>
                  <a:pt x="2235" y="5560"/>
                  <a:pt x="2455" y="5332"/>
                  <a:pt x="2735" y="5332"/>
                </a:cubicBezTo>
                <a:close/>
                <a:moveTo>
                  <a:pt x="10577" y="5333"/>
                </a:moveTo>
                <a:cubicBezTo>
                  <a:pt x="10855" y="5333"/>
                  <a:pt x="11074" y="5552"/>
                  <a:pt x="11074" y="5829"/>
                </a:cubicBezTo>
                <a:cubicBezTo>
                  <a:pt x="11074" y="6122"/>
                  <a:pt x="10840" y="6341"/>
                  <a:pt x="10563" y="6341"/>
                </a:cubicBezTo>
                <a:lnTo>
                  <a:pt x="10563" y="5333"/>
                </a:lnTo>
                <a:close/>
                <a:moveTo>
                  <a:pt x="8328" y="5537"/>
                </a:moveTo>
                <a:cubicBezTo>
                  <a:pt x="8181" y="5537"/>
                  <a:pt x="8065" y="5654"/>
                  <a:pt x="8065" y="5800"/>
                </a:cubicBezTo>
                <a:lnTo>
                  <a:pt x="8065" y="6385"/>
                </a:lnTo>
                <a:cubicBezTo>
                  <a:pt x="8065" y="6553"/>
                  <a:pt x="8192" y="6637"/>
                  <a:pt x="8320" y="6637"/>
                </a:cubicBezTo>
                <a:cubicBezTo>
                  <a:pt x="8448" y="6637"/>
                  <a:pt x="8576" y="6553"/>
                  <a:pt x="8576" y="6385"/>
                </a:cubicBezTo>
                <a:lnTo>
                  <a:pt x="8576" y="5800"/>
                </a:lnTo>
                <a:cubicBezTo>
                  <a:pt x="8576" y="5654"/>
                  <a:pt x="8459" y="5537"/>
                  <a:pt x="8328" y="5537"/>
                </a:cubicBezTo>
                <a:close/>
                <a:moveTo>
                  <a:pt x="4997" y="5537"/>
                </a:moveTo>
                <a:cubicBezTo>
                  <a:pt x="4850" y="5537"/>
                  <a:pt x="4748" y="5654"/>
                  <a:pt x="4748" y="5800"/>
                </a:cubicBezTo>
                <a:lnTo>
                  <a:pt x="4748" y="6385"/>
                </a:lnTo>
                <a:cubicBezTo>
                  <a:pt x="4726" y="6567"/>
                  <a:pt x="4861" y="6659"/>
                  <a:pt x="4998" y="6659"/>
                </a:cubicBezTo>
                <a:cubicBezTo>
                  <a:pt x="5135" y="6659"/>
                  <a:pt x="5274" y="6567"/>
                  <a:pt x="5259" y="6385"/>
                </a:cubicBezTo>
                <a:lnTo>
                  <a:pt x="5259" y="5800"/>
                </a:lnTo>
                <a:cubicBezTo>
                  <a:pt x="5259" y="5654"/>
                  <a:pt x="5143" y="5537"/>
                  <a:pt x="4997" y="5537"/>
                </a:cubicBezTo>
                <a:close/>
                <a:moveTo>
                  <a:pt x="7174" y="7928"/>
                </a:moveTo>
                <a:cubicBezTo>
                  <a:pt x="7127" y="7928"/>
                  <a:pt x="7077" y="7943"/>
                  <a:pt x="7027" y="7977"/>
                </a:cubicBezTo>
                <a:cubicBezTo>
                  <a:pt x="6925" y="8050"/>
                  <a:pt x="6808" y="8094"/>
                  <a:pt x="6677" y="8094"/>
                </a:cubicBezTo>
                <a:cubicBezTo>
                  <a:pt x="6545" y="8094"/>
                  <a:pt x="6414" y="8065"/>
                  <a:pt x="6297" y="7977"/>
                </a:cubicBezTo>
                <a:cubicBezTo>
                  <a:pt x="6250" y="7950"/>
                  <a:pt x="6204" y="7938"/>
                  <a:pt x="6160" y="7938"/>
                </a:cubicBezTo>
                <a:cubicBezTo>
                  <a:pt x="5941" y="7938"/>
                  <a:pt x="5786" y="8230"/>
                  <a:pt x="6005" y="8401"/>
                </a:cubicBezTo>
                <a:cubicBezTo>
                  <a:pt x="6195" y="8532"/>
                  <a:pt x="6428" y="8605"/>
                  <a:pt x="6662" y="8605"/>
                </a:cubicBezTo>
                <a:cubicBezTo>
                  <a:pt x="6896" y="8605"/>
                  <a:pt x="7130" y="8532"/>
                  <a:pt x="7319" y="8401"/>
                </a:cubicBezTo>
                <a:cubicBezTo>
                  <a:pt x="7535" y="8233"/>
                  <a:pt x="7387" y="7928"/>
                  <a:pt x="7174" y="7928"/>
                </a:cubicBezTo>
                <a:close/>
                <a:moveTo>
                  <a:pt x="6677" y="3959"/>
                </a:moveTo>
                <a:cubicBezTo>
                  <a:pt x="7699" y="4602"/>
                  <a:pt x="8853" y="5055"/>
                  <a:pt x="10051" y="5289"/>
                </a:cubicBezTo>
                <a:lnTo>
                  <a:pt x="10051" y="6545"/>
                </a:lnTo>
                <a:cubicBezTo>
                  <a:pt x="10051" y="7437"/>
                  <a:pt x="9686" y="8298"/>
                  <a:pt x="9043" y="8941"/>
                </a:cubicBezTo>
                <a:cubicBezTo>
                  <a:pt x="8428" y="9571"/>
                  <a:pt x="7588" y="9921"/>
                  <a:pt x="6702" y="9921"/>
                </a:cubicBezTo>
                <a:cubicBezTo>
                  <a:pt x="6684" y="9921"/>
                  <a:pt x="6666" y="9920"/>
                  <a:pt x="6647" y="9920"/>
                </a:cubicBezTo>
                <a:cubicBezTo>
                  <a:pt x="4777" y="9906"/>
                  <a:pt x="3273" y="8372"/>
                  <a:pt x="3273" y="6502"/>
                </a:cubicBezTo>
                <a:lnTo>
                  <a:pt x="3273" y="5304"/>
                </a:lnTo>
                <a:cubicBezTo>
                  <a:pt x="4047" y="5216"/>
                  <a:pt x="4792" y="5011"/>
                  <a:pt x="5493" y="4675"/>
                </a:cubicBezTo>
                <a:cubicBezTo>
                  <a:pt x="5917" y="4471"/>
                  <a:pt x="6311" y="4237"/>
                  <a:pt x="6677" y="3959"/>
                </a:cubicBezTo>
                <a:close/>
                <a:moveTo>
                  <a:pt x="2235" y="6721"/>
                </a:moveTo>
                <a:cubicBezTo>
                  <a:pt x="2396" y="6808"/>
                  <a:pt x="2586" y="6852"/>
                  <a:pt x="2776" y="6852"/>
                </a:cubicBezTo>
                <a:cubicBezTo>
                  <a:pt x="2893" y="8196"/>
                  <a:pt x="3682" y="9380"/>
                  <a:pt x="4880" y="10008"/>
                </a:cubicBezTo>
                <a:lnTo>
                  <a:pt x="4880" y="10358"/>
                </a:lnTo>
                <a:cubicBezTo>
                  <a:pt x="4880" y="10548"/>
                  <a:pt x="4763" y="10709"/>
                  <a:pt x="4587" y="10768"/>
                </a:cubicBezTo>
                <a:lnTo>
                  <a:pt x="3404" y="11162"/>
                </a:lnTo>
                <a:cubicBezTo>
                  <a:pt x="2703" y="10855"/>
                  <a:pt x="2250" y="10169"/>
                  <a:pt x="2235" y="9394"/>
                </a:cubicBezTo>
                <a:lnTo>
                  <a:pt x="2235" y="6721"/>
                </a:lnTo>
                <a:close/>
                <a:moveTo>
                  <a:pt x="11074" y="6721"/>
                </a:moveTo>
                <a:lnTo>
                  <a:pt x="11074" y="9394"/>
                </a:lnTo>
                <a:cubicBezTo>
                  <a:pt x="11074" y="10169"/>
                  <a:pt x="10621" y="10855"/>
                  <a:pt x="9905" y="11162"/>
                </a:cubicBezTo>
                <a:lnTo>
                  <a:pt x="8737" y="10768"/>
                </a:lnTo>
                <a:cubicBezTo>
                  <a:pt x="8561" y="10709"/>
                  <a:pt x="8444" y="10548"/>
                  <a:pt x="8444" y="10358"/>
                </a:cubicBezTo>
                <a:lnTo>
                  <a:pt x="8444" y="10008"/>
                </a:lnTo>
                <a:cubicBezTo>
                  <a:pt x="9642" y="9394"/>
                  <a:pt x="10431" y="8196"/>
                  <a:pt x="10548" y="6852"/>
                </a:cubicBezTo>
                <a:cubicBezTo>
                  <a:pt x="10738" y="6852"/>
                  <a:pt x="10913" y="6808"/>
                  <a:pt x="11074" y="6721"/>
                </a:cubicBezTo>
                <a:close/>
                <a:moveTo>
                  <a:pt x="6662" y="13952"/>
                </a:moveTo>
                <a:cubicBezTo>
                  <a:pt x="6428" y="13952"/>
                  <a:pt x="6311" y="14230"/>
                  <a:pt x="6472" y="14391"/>
                </a:cubicBezTo>
                <a:cubicBezTo>
                  <a:pt x="6526" y="14449"/>
                  <a:pt x="6592" y="14475"/>
                  <a:pt x="6657" y="14475"/>
                </a:cubicBezTo>
                <a:cubicBezTo>
                  <a:pt x="6787" y="14475"/>
                  <a:pt x="6910" y="14371"/>
                  <a:pt x="6910" y="14215"/>
                </a:cubicBezTo>
                <a:cubicBezTo>
                  <a:pt x="6910" y="14069"/>
                  <a:pt x="6794" y="13952"/>
                  <a:pt x="6662" y="13952"/>
                </a:cubicBezTo>
                <a:close/>
                <a:moveTo>
                  <a:pt x="10548" y="14172"/>
                </a:moveTo>
                <a:cubicBezTo>
                  <a:pt x="11016" y="14172"/>
                  <a:pt x="11396" y="14551"/>
                  <a:pt x="11396" y="15019"/>
                </a:cubicBezTo>
                <a:cubicBezTo>
                  <a:pt x="11396" y="15532"/>
                  <a:pt x="10982" y="15872"/>
                  <a:pt x="10548" y="15872"/>
                </a:cubicBezTo>
                <a:cubicBezTo>
                  <a:pt x="10339" y="15872"/>
                  <a:pt x="10125" y="15793"/>
                  <a:pt x="9949" y="15618"/>
                </a:cubicBezTo>
                <a:cubicBezTo>
                  <a:pt x="9423" y="15092"/>
                  <a:pt x="9788" y="14172"/>
                  <a:pt x="10548" y="14172"/>
                </a:cubicBezTo>
                <a:close/>
                <a:moveTo>
                  <a:pt x="6662" y="15501"/>
                </a:moveTo>
                <a:cubicBezTo>
                  <a:pt x="6428" y="15501"/>
                  <a:pt x="6311" y="15779"/>
                  <a:pt x="6472" y="15939"/>
                </a:cubicBezTo>
                <a:cubicBezTo>
                  <a:pt x="6524" y="15991"/>
                  <a:pt x="6588" y="16014"/>
                  <a:pt x="6651" y="16014"/>
                </a:cubicBezTo>
                <a:cubicBezTo>
                  <a:pt x="6783" y="16014"/>
                  <a:pt x="6910" y="15913"/>
                  <a:pt x="6910" y="15764"/>
                </a:cubicBezTo>
                <a:cubicBezTo>
                  <a:pt x="6910" y="15618"/>
                  <a:pt x="6794" y="15501"/>
                  <a:pt x="6662" y="15501"/>
                </a:cubicBezTo>
                <a:close/>
                <a:moveTo>
                  <a:pt x="6662" y="17035"/>
                </a:moveTo>
                <a:cubicBezTo>
                  <a:pt x="6428" y="17035"/>
                  <a:pt x="6311" y="17313"/>
                  <a:pt x="6472" y="17473"/>
                </a:cubicBezTo>
                <a:cubicBezTo>
                  <a:pt x="6526" y="17532"/>
                  <a:pt x="6592" y="17558"/>
                  <a:pt x="6657" y="17558"/>
                </a:cubicBezTo>
                <a:cubicBezTo>
                  <a:pt x="6787" y="17558"/>
                  <a:pt x="6910" y="17454"/>
                  <a:pt x="6910" y="17298"/>
                </a:cubicBezTo>
                <a:cubicBezTo>
                  <a:pt x="6910" y="17152"/>
                  <a:pt x="6794" y="17035"/>
                  <a:pt x="6662" y="17035"/>
                </a:cubicBezTo>
                <a:close/>
                <a:moveTo>
                  <a:pt x="6651" y="0"/>
                </a:moveTo>
                <a:cubicBezTo>
                  <a:pt x="5845" y="0"/>
                  <a:pt x="5019" y="202"/>
                  <a:pt x="4237" y="643"/>
                </a:cubicBezTo>
                <a:cubicBezTo>
                  <a:pt x="4009" y="795"/>
                  <a:pt x="4154" y="1122"/>
                  <a:pt x="4377" y="1122"/>
                </a:cubicBezTo>
                <a:cubicBezTo>
                  <a:pt x="4411" y="1122"/>
                  <a:pt x="4448" y="1114"/>
                  <a:pt x="4485" y="1096"/>
                </a:cubicBezTo>
                <a:cubicBezTo>
                  <a:pt x="5143" y="716"/>
                  <a:pt x="5888" y="526"/>
                  <a:pt x="6647" y="526"/>
                </a:cubicBezTo>
                <a:cubicBezTo>
                  <a:pt x="9087" y="526"/>
                  <a:pt x="11074" y="2513"/>
                  <a:pt x="11074" y="4953"/>
                </a:cubicBezTo>
                <a:cubicBezTo>
                  <a:pt x="10913" y="4851"/>
                  <a:pt x="10738" y="4807"/>
                  <a:pt x="10563" y="4807"/>
                </a:cubicBezTo>
                <a:lnTo>
                  <a:pt x="10314" y="4807"/>
                </a:lnTo>
                <a:cubicBezTo>
                  <a:pt x="9628" y="4690"/>
                  <a:pt x="8956" y="4500"/>
                  <a:pt x="8313" y="4237"/>
                </a:cubicBezTo>
                <a:cubicBezTo>
                  <a:pt x="7816" y="4032"/>
                  <a:pt x="7349" y="3784"/>
                  <a:pt x="6896" y="3507"/>
                </a:cubicBezTo>
                <a:cubicBezTo>
                  <a:pt x="6821" y="3459"/>
                  <a:pt x="6737" y="3437"/>
                  <a:pt x="6654" y="3437"/>
                </a:cubicBezTo>
                <a:cubicBezTo>
                  <a:pt x="6558" y="3437"/>
                  <a:pt x="6463" y="3466"/>
                  <a:pt x="6384" y="3521"/>
                </a:cubicBezTo>
                <a:cubicBezTo>
                  <a:pt x="5406" y="4281"/>
                  <a:pt x="4222" y="4719"/>
                  <a:pt x="2995" y="4821"/>
                </a:cubicBezTo>
                <a:lnTo>
                  <a:pt x="2732" y="4821"/>
                </a:lnTo>
                <a:cubicBezTo>
                  <a:pt x="2714" y="4820"/>
                  <a:pt x="2696" y="4819"/>
                  <a:pt x="2678" y="4819"/>
                </a:cubicBezTo>
                <a:cubicBezTo>
                  <a:pt x="2521" y="4819"/>
                  <a:pt x="2366" y="4874"/>
                  <a:pt x="2235" y="4953"/>
                </a:cubicBezTo>
                <a:cubicBezTo>
                  <a:pt x="2221" y="3769"/>
                  <a:pt x="2703" y="2630"/>
                  <a:pt x="3550" y="1797"/>
                </a:cubicBezTo>
                <a:cubicBezTo>
                  <a:pt x="3740" y="1607"/>
                  <a:pt x="3571" y="1349"/>
                  <a:pt x="3370" y="1349"/>
                </a:cubicBezTo>
                <a:cubicBezTo>
                  <a:pt x="3308" y="1349"/>
                  <a:pt x="3243" y="1374"/>
                  <a:pt x="3185" y="1432"/>
                </a:cubicBezTo>
                <a:cubicBezTo>
                  <a:pt x="2235" y="2352"/>
                  <a:pt x="1709" y="3623"/>
                  <a:pt x="1709" y="4953"/>
                </a:cubicBezTo>
                <a:lnTo>
                  <a:pt x="1709" y="9409"/>
                </a:lnTo>
                <a:cubicBezTo>
                  <a:pt x="1709" y="10198"/>
                  <a:pt x="2089" y="10928"/>
                  <a:pt x="2732" y="11396"/>
                </a:cubicBezTo>
                <a:lnTo>
                  <a:pt x="1592" y="11776"/>
                </a:lnTo>
                <a:cubicBezTo>
                  <a:pt x="657" y="12097"/>
                  <a:pt x="15" y="12974"/>
                  <a:pt x="15" y="13967"/>
                </a:cubicBezTo>
                <a:lnTo>
                  <a:pt x="15" y="17298"/>
                </a:lnTo>
                <a:cubicBezTo>
                  <a:pt x="0" y="17488"/>
                  <a:pt x="139" y="17583"/>
                  <a:pt x="278" y="17583"/>
                </a:cubicBezTo>
                <a:cubicBezTo>
                  <a:pt x="416" y="17583"/>
                  <a:pt x="555" y="17488"/>
                  <a:pt x="541" y="17298"/>
                </a:cubicBezTo>
                <a:lnTo>
                  <a:pt x="541" y="13967"/>
                </a:lnTo>
                <a:cubicBezTo>
                  <a:pt x="541" y="13193"/>
                  <a:pt x="1023" y="12506"/>
                  <a:pt x="1753" y="12258"/>
                </a:cubicBezTo>
                <a:lnTo>
                  <a:pt x="2206" y="12112"/>
                </a:lnTo>
                <a:lnTo>
                  <a:pt x="2206" y="12112"/>
                </a:lnTo>
                <a:cubicBezTo>
                  <a:pt x="2133" y="12375"/>
                  <a:pt x="2104" y="12652"/>
                  <a:pt x="2118" y="12930"/>
                </a:cubicBezTo>
                <a:cubicBezTo>
                  <a:pt x="2133" y="13193"/>
                  <a:pt x="2177" y="13456"/>
                  <a:pt x="2250" y="13704"/>
                </a:cubicBezTo>
                <a:cubicBezTo>
                  <a:pt x="1739" y="13865"/>
                  <a:pt x="1388" y="14332"/>
                  <a:pt x="1388" y="14873"/>
                </a:cubicBezTo>
                <a:lnTo>
                  <a:pt x="1388" y="15910"/>
                </a:lnTo>
                <a:cubicBezTo>
                  <a:pt x="1388" y="16173"/>
                  <a:pt x="1592" y="16378"/>
                  <a:pt x="1855" y="16378"/>
                </a:cubicBezTo>
                <a:lnTo>
                  <a:pt x="2148" y="16378"/>
                </a:lnTo>
                <a:cubicBezTo>
                  <a:pt x="2161" y="16379"/>
                  <a:pt x="2174" y="16380"/>
                  <a:pt x="2186" y="16380"/>
                </a:cubicBezTo>
                <a:cubicBezTo>
                  <a:pt x="2504" y="16380"/>
                  <a:pt x="2500" y="15865"/>
                  <a:pt x="2174" y="15865"/>
                </a:cubicBezTo>
                <a:cubicBezTo>
                  <a:pt x="2165" y="15865"/>
                  <a:pt x="2157" y="15866"/>
                  <a:pt x="2148" y="15866"/>
                </a:cubicBezTo>
                <a:lnTo>
                  <a:pt x="1899" y="15866"/>
                </a:lnTo>
                <a:lnTo>
                  <a:pt x="1899" y="14873"/>
                </a:lnTo>
                <a:cubicBezTo>
                  <a:pt x="1899" y="14478"/>
                  <a:pt x="2221" y="14172"/>
                  <a:pt x="2601" y="14172"/>
                </a:cubicBezTo>
                <a:cubicBezTo>
                  <a:pt x="2980" y="14172"/>
                  <a:pt x="3302" y="14478"/>
                  <a:pt x="3302" y="14873"/>
                </a:cubicBezTo>
                <a:lnTo>
                  <a:pt x="3302" y="15866"/>
                </a:lnTo>
                <a:lnTo>
                  <a:pt x="3053" y="15866"/>
                </a:lnTo>
                <a:cubicBezTo>
                  <a:pt x="3045" y="15866"/>
                  <a:pt x="3036" y="15865"/>
                  <a:pt x="3027" y="15865"/>
                </a:cubicBezTo>
                <a:cubicBezTo>
                  <a:pt x="2701" y="15865"/>
                  <a:pt x="2697" y="16380"/>
                  <a:pt x="3015" y="16380"/>
                </a:cubicBezTo>
                <a:cubicBezTo>
                  <a:pt x="3027" y="16380"/>
                  <a:pt x="3040" y="16379"/>
                  <a:pt x="3053" y="16378"/>
                </a:cubicBezTo>
                <a:lnTo>
                  <a:pt x="3346" y="16378"/>
                </a:lnTo>
                <a:cubicBezTo>
                  <a:pt x="3594" y="16378"/>
                  <a:pt x="3813" y="16173"/>
                  <a:pt x="3813" y="15910"/>
                </a:cubicBezTo>
                <a:lnTo>
                  <a:pt x="3813" y="14873"/>
                </a:lnTo>
                <a:cubicBezTo>
                  <a:pt x="3813" y="14274"/>
                  <a:pt x="3375" y="13762"/>
                  <a:pt x="2776" y="13675"/>
                </a:cubicBezTo>
                <a:cubicBezTo>
                  <a:pt x="2688" y="13426"/>
                  <a:pt x="2644" y="13178"/>
                  <a:pt x="2630" y="12915"/>
                </a:cubicBezTo>
                <a:cubicBezTo>
                  <a:pt x="2630" y="12564"/>
                  <a:pt x="2688" y="12228"/>
                  <a:pt x="2820" y="11907"/>
                </a:cubicBezTo>
                <a:lnTo>
                  <a:pt x="4573" y="11308"/>
                </a:lnTo>
                <a:lnTo>
                  <a:pt x="6414" y="13149"/>
                </a:lnTo>
                <a:cubicBezTo>
                  <a:pt x="6487" y="13222"/>
                  <a:pt x="6585" y="13258"/>
                  <a:pt x="6684" y="13258"/>
                </a:cubicBezTo>
                <a:cubicBezTo>
                  <a:pt x="6783" y="13258"/>
                  <a:pt x="6881" y="13222"/>
                  <a:pt x="6954" y="13149"/>
                </a:cubicBezTo>
                <a:lnTo>
                  <a:pt x="7466" y="12652"/>
                </a:lnTo>
                <a:cubicBezTo>
                  <a:pt x="7568" y="12550"/>
                  <a:pt x="7568" y="12375"/>
                  <a:pt x="7466" y="12287"/>
                </a:cubicBezTo>
                <a:cubicBezTo>
                  <a:pt x="7414" y="12236"/>
                  <a:pt x="7349" y="12210"/>
                  <a:pt x="7283" y="12210"/>
                </a:cubicBezTo>
                <a:cubicBezTo>
                  <a:pt x="7217" y="12210"/>
                  <a:pt x="7151" y="12236"/>
                  <a:pt x="7100" y="12287"/>
                </a:cubicBezTo>
                <a:lnTo>
                  <a:pt x="6677" y="12711"/>
                </a:lnTo>
                <a:lnTo>
                  <a:pt x="5040" y="11074"/>
                </a:lnTo>
                <a:cubicBezTo>
                  <a:pt x="5289" y="10855"/>
                  <a:pt x="5406" y="10548"/>
                  <a:pt x="5376" y="10227"/>
                </a:cubicBezTo>
                <a:lnTo>
                  <a:pt x="5376" y="10227"/>
                </a:lnTo>
                <a:cubicBezTo>
                  <a:pt x="5785" y="10366"/>
                  <a:pt x="6213" y="10435"/>
                  <a:pt x="6640" y="10435"/>
                </a:cubicBezTo>
                <a:cubicBezTo>
                  <a:pt x="7067" y="10435"/>
                  <a:pt x="7495" y="10366"/>
                  <a:pt x="7904" y="10227"/>
                </a:cubicBezTo>
                <a:lnTo>
                  <a:pt x="7904" y="10227"/>
                </a:lnTo>
                <a:cubicBezTo>
                  <a:pt x="7875" y="10563"/>
                  <a:pt x="8006" y="10884"/>
                  <a:pt x="8269" y="11104"/>
                </a:cubicBezTo>
                <a:lnTo>
                  <a:pt x="7948" y="11425"/>
                </a:lnTo>
                <a:cubicBezTo>
                  <a:pt x="7758" y="11615"/>
                  <a:pt x="7927" y="11873"/>
                  <a:pt x="8128" y="11873"/>
                </a:cubicBezTo>
                <a:cubicBezTo>
                  <a:pt x="8190" y="11873"/>
                  <a:pt x="8254" y="11849"/>
                  <a:pt x="8313" y="11790"/>
                </a:cubicBezTo>
                <a:lnTo>
                  <a:pt x="8780" y="11323"/>
                </a:lnTo>
                <a:lnTo>
                  <a:pt x="10344" y="11849"/>
                </a:lnTo>
                <a:cubicBezTo>
                  <a:pt x="10461" y="12155"/>
                  <a:pt x="10534" y="12477"/>
                  <a:pt x="10534" y="12798"/>
                </a:cubicBezTo>
                <a:cubicBezTo>
                  <a:pt x="10519" y="13090"/>
                  <a:pt x="10461" y="13383"/>
                  <a:pt x="10358" y="13660"/>
                </a:cubicBezTo>
                <a:cubicBezTo>
                  <a:pt x="8722" y="13879"/>
                  <a:pt x="8810" y="16261"/>
                  <a:pt x="10446" y="16378"/>
                </a:cubicBezTo>
                <a:cubicBezTo>
                  <a:pt x="10475" y="16379"/>
                  <a:pt x="10505" y="16380"/>
                  <a:pt x="10534" y="16380"/>
                </a:cubicBezTo>
                <a:cubicBezTo>
                  <a:pt x="11199" y="16380"/>
                  <a:pt x="11780" y="15910"/>
                  <a:pt x="11892" y="15238"/>
                </a:cubicBezTo>
                <a:cubicBezTo>
                  <a:pt x="12009" y="14551"/>
                  <a:pt x="11571" y="13879"/>
                  <a:pt x="10899" y="13704"/>
                </a:cubicBezTo>
                <a:cubicBezTo>
                  <a:pt x="10986" y="13412"/>
                  <a:pt x="11030" y="13105"/>
                  <a:pt x="11045" y="12813"/>
                </a:cubicBezTo>
                <a:cubicBezTo>
                  <a:pt x="11045" y="12550"/>
                  <a:pt x="11016" y="12302"/>
                  <a:pt x="10957" y="12053"/>
                </a:cubicBezTo>
                <a:lnTo>
                  <a:pt x="10957" y="12053"/>
                </a:lnTo>
                <a:lnTo>
                  <a:pt x="11542" y="12258"/>
                </a:lnTo>
                <a:cubicBezTo>
                  <a:pt x="12272" y="12506"/>
                  <a:pt x="12754" y="13178"/>
                  <a:pt x="12754" y="13952"/>
                </a:cubicBezTo>
                <a:lnTo>
                  <a:pt x="12754" y="17298"/>
                </a:lnTo>
                <a:cubicBezTo>
                  <a:pt x="12740" y="17481"/>
                  <a:pt x="12878" y="17572"/>
                  <a:pt x="13017" y="17572"/>
                </a:cubicBezTo>
                <a:cubicBezTo>
                  <a:pt x="13156" y="17572"/>
                  <a:pt x="13295" y="17481"/>
                  <a:pt x="13280" y="17298"/>
                </a:cubicBezTo>
                <a:lnTo>
                  <a:pt x="13280" y="13967"/>
                </a:lnTo>
                <a:cubicBezTo>
                  <a:pt x="13280" y="12974"/>
                  <a:pt x="12637" y="12082"/>
                  <a:pt x="11702" y="11776"/>
                </a:cubicBezTo>
                <a:lnTo>
                  <a:pt x="10563" y="11381"/>
                </a:lnTo>
                <a:cubicBezTo>
                  <a:pt x="11206" y="10928"/>
                  <a:pt x="11585" y="10183"/>
                  <a:pt x="11585" y="9394"/>
                </a:cubicBezTo>
                <a:lnTo>
                  <a:pt x="11585" y="4953"/>
                </a:lnTo>
                <a:cubicBezTo>
                  <a:pt x="11597" y="2069"/>
                  <a:pt x="9232" y="0"/>
                  <a:pt x="66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15"/>
          <p:cNvSpPr/>
          <p:nvPr/>
        </p:nvSpPr>
        <p:spPr>
          <a:xfrm>
            <a:off x="7476891" y="2004480"/>
            <a:ext cx="236024" cy="396092"/>
          </a:xfrm>
          <a:custGeom>
            <a:rect b="b" l="l" r="r" t="t"/>
            <a:pathLst>
              <a:path extrusionOk="0" h="17532" w="10447">
                <a:moveTo>
                  <a:pt x="7144" y="497"/>
                </a:moveTo>
                <a:lnTo>
                  <a:pt x="7144" y="1198"/>
                </a:lnTo>
                <a:cubicBezTo>
                  <a:pt x="7144" y="1213"/>
                  <a:pt x="7130" y="1213"/>
                  <a:pt x="7130" y="1213"/>
                </a:cubicBezTo>
                <a:lnTo>
                  <a:pt x="3288" y="1213"/>
                </a:lnTo>
                <a:cubicBezTo>
                  <a:pt x="3288" y="1213"/>
                  <a:pt x="3273" y="1213"/>
                  <a:pt x="3273" y="1198"/>
                </a:cubicBezTo>
                <a:lnTo>
                  <a:pt x="3273" y="497"/>
                </a:lnTo>
                <a:close/>
                <a:moveTo>
                  <a:pt x="5537" y="4602"/>
                </a:moveTo>
                <a:lnTo>
                  <a:pt x="5537" y="5902"/>
                </a:lnTo>
                <a:cubicBezTo>
                  <a:pt x="5537" y="6107"/>
                  <a:pt x="5698" y="6268"/>
                  <a:pt x="5903" y="6268"/>
                </a:cubicBezTo>
                <a:lnTo>
                  <a:pt x="7218" y="6268"/>
                </a:lnTo>
                <a:lnTo>
                  <a:pt x="7218" y="6910"/>
                </a:lnTo>
                <a:lnTo>
                  <a:pt x="5903" y="6910"/>
                </a:lnTo>
                <a:cubicBezTo>
                  <a:pt x="5698" y="6925"/>
                  <a:pt x="5537" y="7086"/>
                  <a:pt x="5537" y="7276"/>
                </a:cubicBezTo>
                <a:lnTo>
                  <a:pt x="5537" y="8590"/>
                </a:lnTo>
                <a:lnTo>
                  <a:pt x="4895" y="8590"/>
                </a:lnTo>
                <a:lnTo>
                  <a:pt x="4895" y="7276"/>
                </a:lnTo>
                <a:cubicBezTo>
                  <a:pt x="4895" y="7086"/>
                  <a:pt x="4734" y="6910"/>
                  <a:pt x="4529" y="6910"/>
                </a:cubicBezTo>
                <a:lnTo>
                  <a:pt x="3214" y="6910"/>
                </a:lnTo>
                <a:lnTo>
                  <a:pt x="3214" y="6268"/>
                </a:lnTo>
                <a:lnTo>
                  <a:pt x="4529" y="6268"/>
                </a:lnTo>
                <a:cubicBezTo>
                  <a:pt x="4734" y="6268"/>
                  <a:pt x="4895" y="6107"/>
                  <a:pt x="4895" y="5902"/>
                </a:cubicBezTo>
                <a:lnTo>
                  <a:pt x="4895" y="4602"/>
                </a:lnTo>
                <a:close/>
                <a:moveTo>
                  <a:pt x="4865" y="4076"/>
                </a:moveTo>
                <a:cubicBezTo>
                  <a:pt x="4588" y="4076"/>
                  <a:pt x="4369" y="4295"/>
                  <a:pt x="4369" y="4573"/>
                </a:cubicBezTo>
                <a:lnTo>
                  <a:pt x="4369" y="5756"/>
                </a:lnTo>
                <a:lnTo>
                  <a:pt x="3171" y="5756"/>
                </a:lnTo>
                <a:cubicBezTo>
                  <a:pt x="2908" y="5756"/>
                  <a:pt x="2689" y="5975"/>
                  <a:pt x="2689" y="6253"/>
                </a:cubicBezTo>
                <a:lnTo>
                  <a:pt x="2689" y="6940"/>
                </a:lnTo>
                <a:cubicBezTo>
                  <a:pt x="2689" y="7203"/>
                  <a:pt x="2908" y="7422"/>
                  <a:pt x="3171" y="7436"/>
                </a:cubicBezTo>
                <a:lnTo>
                  <a:pt x="4369" y="7436"/>
                </a:lnTo>
                <a:lnTo>
                  <a:pt x="4369" y="8620"/>
                </a:lnTo>
                <a:cubicBezTo>
                  <a:pt x="4369" y="8897"/>
                  <a:pt x="4588" y="9116"/>
                  <a:pt x="4865" y="9116"/>
                </a:cubicBezTo>
                <a:lnTo>
                  <a:pt x="5552" y="9116"/>
                </a:lnTo>
                <a:cubicBezTo>
                  <a:pt x="5830" y="9116"/>
                  <a:pt x="6049" y="8897"/>
                  <a:pt x="6049" y="8620"/>
                </a:cubicBezTo>
                <a:lnTo>
                  <a:pt x="6049" y="7436"/>
                </a:lnTo>
                <a:lnTo>
                  <a:pt x="7232" y="7436"/>
                </a:lnTo>
                <a:cubicBezTo>
                  <a:pt x="7510" y="7422"/>
                  <a:pt x="7729" y="7203"/>
                  <a:pt x="7729" y="6940"/>
                </a:cubicBezTo>
                <a:lnTo>
                  <a:pt x="7729" y="6238"/>
                </a:lnTo>
                <a:cubicBezTo>
                  <a:pt x="7729" y="5975"/>
                  <a:pt x="7510" y="5756"/>
                  <a:pt x="7232" y="5756"/>
                </a:cubicBezTo>
                <a:lnTo>
                  <a:pt x="6049" y="5756"/>
                </a:lnTo>
                <a:lnTo>
                  <a:pt x="6049" y="4573"/>
                </a:lnTo>
                <a:cubicBezTo>
                  <a:pt x="6049" y="4295"/>
                  <a:pt x="5830" y="4076"/>
                  <a:pt x="5552" y="4076"/>
                </a:cubicBezTo>
                <a:close/>
                <a:moveTo>
                  <a:pt x="5201" y="2922"/>
                </a:moveTo>
                <a:cubicBezTo>
                  <a:pt x="4281" y="2922"/>
                  <a:pt x="3375" y="3273"/>
                  <a:pt x="2703" y="3901"/>
                </a:cubicBezTo>
                <a:cubicBezTo>
                  <a:pt x="2521" y="4083"/>
                  <a:pt x="2684" y="4335"/>
                  <a:pt x="2883" y="4335"/>
                </a:cubicBezTo>
                <a:cubicBezTo>
                  <a:pt x="2939" y="4335"/>
                  <a:pt x="2999" y="4315"/>
                  <a:pt x="3054" y="4266"/>
                </a:cubicBezTo>
                <a:cubicBezTo>
                  <a:pt x="3655" y="3716"/>
                  <a:pt x="4421" y="3439"/>
                  <a:pt x="5187" y="3439"/>
                </a:cubicBezTo>
                <a:cubicBezTo>
                  <a:pt x="5948" y="3439"/>
                  <a:pt x="6708" y="3713"/>
                  <a:pt x="7305" y="4266"/>
                </a:cubicBezTo>
                <a:cubicBezTo>
                  <a:pt x="8518" y="5362"/>
                  <a:pt x="8679" y="7203"/>
                  <a:pt x="7685" y="8503"/>
                </a:cubicBezTo>
                <a:cubicBezTo>
                  <a:pt x="7068" y="9310"/>
                  <a:pt x="6136" y="9740"/>
                  <a:pt x="5185" y="9740"/>
                </a:cubicBezTo>
                <a:cubicBezTo>
                  <a:pt x="4605" y="9740"/>
                  <a:pt x="4018" y="9580"/>
                  <a:pt x="3492" y="9248"/>
                </a:cubicBezTo>
                <a:cubicBezTo>
                  <a:pt x="2119" y="8371"/>
                  <a:pt x="1637" y="6589"/>
                  <a:pt x="2396" y="5128"/>
                </a:cubicBezTo>
                <a:cubicBezTo>
                  <a:pt x="2505" y="4931"/>
                  <a:pt x="2327" y="4760"/>
                  <a:pt x="2155" y="4760"/>
                </a:cubicBezTo>
                <a:cubicBezTo>
                  <a:pt x="2072" y="4760"/>
                  <a:pt x="1991" y="4799"/>
                  <a:pt x="1943" y="4894"/>
                </a:cubicBezTo>
                <a:cubicBezTo>
                  <a:pt x="1169" y="6355"/>
                  <a:pt x="1476" y="8152"/>
                  <a:pt x="2674" y="9277"/>
                </a:cubicBezTo>
                <a:cubicBezTo>
                  <a:pt x="3379" y="9940"/>
                  <a:pt x="4283" y="10282"/>
                  <a:pt x="5194" y="10282"/>
                </a:cubicBezTo>
                <a:cubicBezTo>
                  <a:pt x="5849" y="10282"/>
                  <a:pt x="6508" y="10105"/>
                  <a:pt x="7101" y="9745"/>
                </a:cubicBezTo>
                <a:cubicBezTo>
                  <a:pt x="8518" y="8897"/>
                  <a:pt x="9190" y="7217"/>
                  <a:pt x="8752" y="5625"/>
                </a:cubicBezTo>
                <a:cubicBezTo>
                  <a:pt x="8313" y="4032"/>
                  <a:pt x="6867" y="2922"/>
                  <a:pt x="5216" y="2922"/>
                </a:cubicBezTo>
                <a:close/>
                <a:moveTo>
                  <a:pt x="8372" y="11819"/>
                </a:moveTo>
                <a:lnTo>
                  <a:pt x="8372" y="12535"/>
                </a:lnTo>
                <a:lnTo>
                  <a:pt x="2046" y="12535"/>
                </a:lnTo>
                <a:lnTo>
                  <a:pt x="2046" y="11819"/>
                </a:lnTo>
                <a:close/>
                <a:moveTo>
                  <a:pt x="1987" y="11308"/>
                </a:moveTo>
                <a:cubicBezTo>
                  <a:pt x="1739" y="11308"/>
                  <a:pt x="1534" y="11512"/>
                  <a:pt x="1534" y="11761"/>
                </a:cubicBezTo>
                <a:lnTo>
                  <a:pt x="1534" y="12594"/>
                </a:lnTo>
                <a:cubicBezTo>
                  <a:pt x="1534" y="12842"/>
                  <a:pt x="1739" y="13046"/>
                  <a:pt x="1987" y="13046"/>
                </a:cubicBezTo>
                <a:lnTo>
                  <a:pt x="8430" y="13046"/>
                </a:lnTo>
                <a:cubicBezTo>
                  <a:pt x="8679" y="13046"/>
                  <a:pt x="8883" y="12842"/>
                  <a:pt x="8883" y="12594"/>
                </a:cubicBezTo>
                <a:lnTo>
                  <a:pt x="8883" y="11761"/>
                </a:lnTo>
                <a:cubicBezTo>
                  <a:pt x="8883" y="11512"/>
                  <a:pt x="8679" y="11308"/>
                  <a:pt x="8430" y="11308"/>
                </a:cubicBezTo>
                <a:close/>
                <a:moveTo>
                  <a:pt x="8372" y="14595"/>
                </a:moveTo>
                <a:lnTo>
                  <a:pt x="8372" y="15311"/>
                </a:lnTo>
                <a:lnTo>
                  <a:pt x="2046" y="15311"/>
                </a:lnTo>
                <a:lnTo>
                  <a:pt x="2046" y="14595"/>
                </a:lnTo>
                <a:close/>
                <a:moveTo>
                  <a:pt x="1987" y="14084"/>
                </a:moveTo>
                <a:cubicBezTo>
                  <a:pt x="1739" y="14084"/>
                  <a:pt x="1534" y="14288"/>
                  <a:pt x="1534" y="14537"/>
                </a:cubicBezTo>
                <a:lnTo>
                  <a:pt x="1534" y="15369"/>
                </a:lnTo>
                <a:cubicBezTo>
                  <a:pt x="1534" y="15618"/>
                  <a:pt x="1739" y="15822"/>
                  <a:pt x="1987" y="15822"/>
                </a:cubicBezTo>
                <a:lnTo>
                  <a:pt x="8430" y="15822"/>
                </a:lnTo>
                <a:cubicBezTo>
                  <a:pt x="8679" y="15822"/>
                  <a:pt x="8883" y="15618"/>
                  <a:pt x="8883" y="15369"/>
                </a:cubicBezTo>
                <a:lnTo>
                  <a:pt x="8883" y="14537"/>
                </a:lnTo>
                <a:cubicBezTo>
                  <a:pt x="8883" y="14288"/>
                  <a:pt x="8679" y="14084"/>
                  <a:pt x="8430" y="14084"/>
                </a:cubicBezTo>
                <a:close/>
                <a:moveTo>
                  <a:pt x="1286" y="0"/>
                </a:moveTo>
                <a:cubicBezTo>
                  <a:pt x="570" y="0"/>
                  <a:pt x="0" y="570"/>
                  <a:pt x="0" y="1286"/>
                </a:cubicBezTo>
                <a:lnTo>
                  <a:pt x="0" y="16261"/>
                </a:lnTo>
                <a:cubicBezTo>
                  <a:pt x="15" y="16962"/>
                  <a:pt x="585" y="17532"/>
                  <a:pt x="1286" y="17532"/>
                </a:cubicBezTo>
                <a:lnTo>
                  <a:pt x="9161" y="17532"/>
                </a:lnTo>
                <a:cubicBezTo>
                  <a:pt x="9862" y="17532"/>
                  <a:pt x="10432" y="16962"/>
                  <a:pt x="10432" y="16261"/>
                </a:cubicBezTo>
                <a:lnTo>
                  <a:pt x="10432" y="12535"/>
                </a:lnTo>
                <a:cubicBezTo>
                  <a:pt x="10446" y="12345"/>
                  <a:pt x="10311" y="12250"/>
                  <a:pt x="10176" y="12250"/>
                </a:cubicBezTo>
                <a:cubicBezTo>
                  <a:pt x="10041" y="12250"/>
                  <a:pt x="9906" y="12345"/>
                  <a:pt x="9920" y="12535"/>
                </a:cubicBezTo>
                <a:lnTo>
                  <a:pt x="9920" y="16246"/>
                </a:lnTo>
                <a:cubicBezTo>
                  <a:pt x="9920" y="16670"/>
                  <a:pt x="9570" y="17006"/>
                  <a:pt x="9146" y="17020"/>
                </a:cubicBezTo>
                <a:lnTo>
                  <a:pt x="1271" y="17020"/>
                </a:lnTo>
                <a:cubicBezTo>
                  <a:pt x="848" y="17006"/>
                  <a:pt x="512" y="16670"/>
                  <a:pt x="512" y="16246"/>
                </a:cubicBezTo>
                <a:lnTo>
                  <a:pt x="512" y="1286"/>
                </a:lnTo>
                <a:cubicBezTo>
                  <a:pt x="512" y="847"/>
                  <a:pt x="848" y="511"/>
                  <a:pt x="1271" y="511"/>
                </a:cubicBezTo>
                <a:lnTo>
                  <a:pt x="2776" y="511"/>
                </a:lnTo>
                <a:lnTo>
                  <a:pt x="2776" y="1213"/>
                </a:lnTo>
                <a:cubicBezTo>
                  <a:pt x="2762" y="1505"/>
                  <a:pt x="3010" y="1739"/>
                  <a:pt x="3302" y="1739"/>
                </a:cubicBezTo>
                <a:lnTo>
                  <a:pt x="7130" y="1739"/>
                </a:lnTo>
                <a:cubicBezTo>
                  <a:pt x="7422" y="1739"/>
                  <a:pt x="7670" y="1505"/>
                  <a:pt x="7670" y="1213"/>
                </a:cubicBezTo>
                <a:lnTo>
                  <a:pt x="7670" y="511"/>
                </a:lnTo>
                <a:lnTo>
                  <a:pt x="9161" y="511"/>
                </a:lnTo>
                <a:cubicBezTo>
                  <a:pt x="9570" y="511"/>
                  <a:pt x="9920" y="862"/>
                  <a:pt x="9920" y="1286"/>
                </a:cubicBezTo>
                <a:lnTo>
                  <a:pt x="9920" y="11322"/>
                </a:lnTo>
                <a:cubicBezTo>
                  <a:pt x="9920" y="11469"/>
                  <a:pt x="10023" y="11585"/>
                  <a:pt x="10169" y="11585"/>
                </a:cubicBezTo>
                <a:lnTo>
                  <a:pt x="10183" y="11585"/>
                </a:lnTo>
                <a:cubicBezTo>
                  <a:pt x="10315" y="11585"/>
                  <a:pt x="10432" y="11469"/>
                  <a:pt x="10432" y="11322"/>
                </a:cubicBezTo>
                <a:lnTo>
                  <a:pt x="10432" y="1286"/>
                </a:lnTo>
                <a:cubicBezTo>
                  <a:pt x="10432" y="570"/>
                  <a:pt x="9862" y="0"/>
                  <a:pt x="9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15"/>
          <p:cNvSpPr/>
          <p:nvPr/>
        </p:nvSpPr>
        <p:spPr>
          <a:xfrm>
            <a:off x="6747431" y="3958517"/>
            <a:ext cx="347902" cy="396634"/>
          </a:xfrm>
          <a:custGeom>
            <a:rect b="b" l="l" r="r" t="t"/>
            <a:pathLst>
              <a:path extrusionOk="0" h="17556" w="15399">
                <a:moveTo>
                  <a:pt x="12772" y="2507"/>
                </a:moveTo>
                <a:cubicBezTo>
                  <a:pt x="12854" y="2507"/>
                  <a:pt x="12936" y="2533"/>
                  <a:pt x="13003" y="2586"/>
                </a:cubicBezTo>
                <a:cubicBezTo>
                  <a:pt x="13149" y="2717"/>
                  <a:pt x="13149" y="2951"/>
                  <a:pt x="13017" y="3097"/>
                </a:cubicBezTo>
                <a:lnTo>
                  <a:pt x="11133" y="4967"/>
                </a:lnTo>
                <a:cubicBezTo>
                  <a:pt x="11030" y="5070"/>
                  <a:pt x="10884" y="5128"/>
                  <a:pt x="10738" y="5128"/>
                </a:cubicBezTo>
                <a:cubicBezTo>
                  <a:pt x="10592" y="5128"/>
                  <a:pt x="10461" y="5070"/>
                  <a:pt x="10358" y="4967"/>
                </a:cubicBezTo>
                <a:lnTo>
                  <a:pt x="9686" y="4310"/>
                </a:lnTo>
                <a:cubicBezTo>
                  <a:pt x="9460" y="4050"/>
                  <a:pt x="9689" y="3719"/>
                  <a:pt x="9954" y="3719"/>
                </a:cubicBezTo>
                <a:cubicBezTo>
                  <a:pt x="10031" y="3719"/>
                  <a:pt x="10111" y="3747"/>
                  <a:pt x="10183" y="3813"/>
                </a:cubicBezTo>
                <a:lnTo>
                  <a:pt x="10475" y="4120"/>
                </a:lnTo>
                <a:cubicBezTo>
                  <a:pt x="10548" y="4178"/>
                  <a:pt x="10650" y="4222"/>
                  <a:pt x="10738" y="4222"/>
                </a:cubicBezTo>
                <a:cubicBezTo>
                  <a:pt x="10840" y="4222"/>
                  <a:pt x="10943" y="4178"/>
                  <a:pt x="11016" y="4120"/>
                </a:cubicBezTo>
                <a:lnTo>
                  <a:pt x="12506" y="2615"/>
                </a:lnTo>
                <a:cubicBezTo>
                  <a:pt x="12577" y="2544"/>
                  <a:pt x="12675" y="2507"/>
                  <a:pt x="12772" y="2507"/>
                </a:cubicBezTo>
                <a:close/>
                <a:moveTo>
                  <a:pt x="12772" y="1946"/>
                </a:moveTo>
                <a:cubicBezTo>
                  <a:pt x="12557" y="1946"/>
                  <a:pt x="12335" y="2035"/>
                  <a:pt x="12141" y="2250"/>
                </a:cubicBezTo>
                <a:lnTo>
                  <a:pt x="10738" y="3652"/>
                </a:lnTo>
                <a:lnTo>
                  <a:pt x="10548" y="3448"/>
                </a:lnTo>
                <a:cubicBezTo>
                  <a:pt x="10380" y="3280"/>
                  <a:pt x="10161" y="3196"/>
                  <a:pt x="9942" y="3196"/>
                </a:cubicBezTo>
                <a:cubicBezTo>
                  <a:pt x="9723" y="3196"/>
                  <a:pt x="9504" y="3280"/>
                  <a:pt x="9336" y="3448"/>
                </a:cubicBezTo>
                <a:cubicBezTo>
                  <a:pt x="9000" y="3784"/>
                  <a:pt x="9000" y="4324"/>
                  <a:pt x="9336" y="4661"/>
                </a:cubicBezTo>
                <a:lnTo>
                  <a:pt x="9993" y="5333"/>
                </a:lnTo>
                <a:cubicBezTo>
                  <a:pt x="10198" y="5537"/>
                  <a:pt x="10468" y="5639"/>
                  <a:pt x="10740" y="5639"/>
                </a:cubicBezTo>
                <a:cubicBezTo>
                  <a:pt x="11012" y="5639"/>
                  <a:pt x="11286" y="5537"/>
                  <a:pt x="11498" y="5333"/>
                </a:cubicBezTo>
                <a:lnTo>
                  <a:pt x="13368" y="3448"/>
                </a:lnTo>
                <a:cubicBezTo>
                  <a:pt x="14033" y="2827"/>
                  <a:pt x="13445" y="1946"/>
                  <a:pt x="12772" y="1946"/>
                </a:cubicBezTo>
                <a:close/>
                <a:moveTo>
                  <a:pt x="3557" y="4249"/>
                </a:moveTo>
                <a:cubicBezTo>
                  <a:pt x="3527" y="4249"/>
                  <a:pt x="3496" y="4254"/>
                  <a:pt x="3463" y="4266"/>
                </a:cubicBezTo>
                <a:cubicBezTo>
                  <a:pt x="3010" y="4398"/>
                  <a:pt x="2601" y="4661"/>
                  <a:pt x="2265" y="4997"/>
                </a:cubicBezTo>
                <a:cubicBezTo>
                  <a:pt x="1388" y="5932"/>
                  <a:pt x="1534" y="7203"/>
                  <a:pt x="1578" y="7451"/>
                </a:cubicBezTo>
                <a:cubicBezTo>
                  <a:pt x="1597" y="7605"/>
                  <a:pt x="1712" y="7674"/>
                  <a:pt x="1828" y="7674"/>
                </a:cubicBezTo>
                <a:cubicBezTo>
                  <a:pt x="1978" y="7674"/>
                  <a:pt x="2130" y="7560"/>
                  <a:pt x="2089" y="7363"/>
                </a:cubicBezTo>
                <a:cubicBezTo>
                  <a:pt x="2060" y="7159"/>
                  <a:pt x="1929" y="6107"/>
                  <a:pt x="2644" y="5347"/>
                </a:cubicBezTo>
                <a:cubicBezTo>
                  <a:pt x="2907" y="5070"/>
                  <a:pt x="3243" y="4880"/>
                  <a:pt x="3609" y="4763"/>
                </a:cubicBezTo>
                <a:cubicBezTo>
                  <a:pt x="3924" y="4684"/>
                  <a:pt x="3825" y="4249"/>
                  <a:pt x="3557" y="4249"/>
                </a:cubicBezTo>
                <a:close/>
                <a:moveTo>
                  <a:pt x="2002" y="8108"/>
                </a:moveTo>
                <a:lnTo>
                  <a:pt x="2002" y="8123"/>
                </a:lnTo>
                <a:cubicBezTo>
                  <a:pt x="1855" y="8123"/>
                  <a:pt x="1753" y="8254"/>
                  <a:pt x="1753" y="8401"/>
                </a:cubicBezTo>
                <a:cubicBezTo>
                  <a:pt x="1768" y="8547"/>
                  <a:pt x="1797" y="8693"/>
                  <a:pt x="1826" y="8839"/>
                </a:cubicBezTo>
                <a:cubicBezTo>
                  <a:pt x="1855" y="8956"/>
                  <a:pt x="1958" y="9029"/>
                  <a:pt x="2075" y="9029"/>
                </a:cubicBezTo>
                <a:cubicBezTo>
                  <a:pt x="2250" y="9029"/>
                  <a:pt x="2367" y="8883"/>
                  <a:pt x="2323" y="8722"/>
                </a:cubicBezTo>
                <a:cubicBezTo>
                  <a:pt x="2294" y="8591"/>
                  <a:pt x="2279" y="8474"/>
                  <a:pt x="2265" y="8357"/>
                </a:cubicBezTo>
                <a:cubicBezTo>
                  <a:pt x="2265" y="8211"/>
                  <a:pt x="2133" y="8108"/>
                  <a:pt x="2002" y="8108"/>
                </a:cubicBezTo>
                <a:close/>
                <a:moveTo>
                  <a:pt x="11600" y="0"/>
                </a:moveTo>
                <a:lnTo>
                  <a:pt x="11600" y="15"/>
                </a:lnTo>
                <a:cubicBezTo>
                  <a:pt x="11264" y="15"/>
                  <a:pt x="11235" y="482"/>
                  <a:pt x="11556" y="526"/>
                </a:cubicBezTo>
                <a:cubicBezTo>
                  <a:pt x="13266" y="643"/>
                  <a:pt x="14595" y="2031"/>
                  <a:pt x="14624" y="3740"/>
                </a:cubicBezTo>
                <a:cubicBezTo>
                  <a:pt x="14668" y="5449"/>
                  <a:pt x="13382" y="6896"/>
                  <a:pt x="11688" y="7071"/>
                </a:cubicBezTo>
                <a:cubicBezTo>
                  <a:pt x="11572" y="7083"/>
                  <a:pt x="11458" y="7089"/>
                  <a:pt x="11344" y="7089"/>
                </a:cubicBezTo>
                <a:cubicBezTo>
                  <a:pt x="9788" y="7089"/>
                  <a:pt x="8423" y="5993"/>
                  <a:pt x="8123" y="4427"/>
                </a:cubicBezTo>
                <a:cubicBezTo>
                  <a:pt x="7787" y="2761"/>
                  <a:pt x="8810" y="1110"/>
                  <a:pt x="10446" y="643"/>
                </a:cubicBezTo>
                <a:cubicBezTo>
                  <a:pt x="10741" y="562"/>
                  <a:pt x="10654" y="136"/>
                  <a:pt x="10377" y="136"/>
                </a:cubicBezTo>
                <a:cubicBezTo>
                  <a:pt x="10353" y="136"/>
                  <a:pt x="10327" y="139"/>
                  <a:pt x="10300" y="146"/>
                </a:cubicBezTo>
                <a:cubicBezTo>
                  <a:pt x="8868" y="570"/>
                  <a:pt x="7802" y="1797"/>
                  <a:pt x="7582" y="3273"/>
                </a:cubicBezTo>
                <a:cubicBezTo>
                  <a:pt x="7363" y="3433"/>
                  <a:pt x="7144" y="3579"/>
                  <a:pt x="6910" y="3711"/>
                </a:cubicBezTo>
                <a:cubicBezTo>
                  <a:pt x="6739" y="3801"/>
                  <a:pt x="6549" y="3849"/>
                  <a:pt x="6356" y="3849"/>
                </a:cubicBezTo>
                <a:cubicBezTo>
                  <a:pt x="6204" y="3849"/>
                  <a:pt x="6051" y="3819"/>
                  <a:pt x="5902" y="3755"/>
                </a:cubicBezTo>
                <a:cubicBezTo>
                  <a:pt x="5654" y="3652"/>
                  <a:pt x="5420" y="3506"/>
                  <a:pt x="5201" y="3331"/>
                </a:cubicBezTo>
                <a:cubicBezTo>
                  <a:pt x="4821" y="3068"/>
                  <a:pt x="4441" y="2790"/>
                  <a:pt x="3857" y="2747"/>
                </a:cubicBezTo>
                <a:cubicBezTo>
                  <a:pt x="3810" y="2745"/>
                  <a:pt x="3764" y="2744"/>
                  <a:pt x="3718" y="2744"/>
                </a:cubicBezTo>
                <a:cubicBezTo>
                  <a:pt x="2979" y="2744"/>
                  <a:pt x="2271" y="2962"/>
                  <a:pt x="1680" y="3375"/>
                </a:cubicBezTo>
                <a:cubicBezTo>
                  <a:pt x="760" y="3988"/>
                  <a:pt x="175" y="5099"/>
                  <a:pt x="58" y="6428"/>
                </a:cubicBezTo>
                <a:cubicBezTo>
                  <a:pt x="0" y="7013"/>
                  <a:pt x="44" y="7582"/>
                  <a:pt x="190" y="8138"/>
                </a:cubicBezTo>
                <a:cubicBezTo>
                  <a:pt x="292" y="8517"/>
                  <a:pt x="438" y="8868"/>
                  <a:pt x="614" y="9204"/>
                </a:cubicBezTo>
                <a:cubicBezTo>
                  <a:pt x="774" y="9496"/>
                  <a:pt x="906" y="9803"/>
                  <a:pt x="1008" y="10110"/>
                </a:cubicBezTo>
                <a:cubicBezTo>
                  <a:pt x="1183" y="10724"/>
                  <a:pt x="1154" y="11337"/>
                  <a:pt x="1140" y="11980"/>
                </a:cubicBezTo>
                <a:cubicBezTo>
                  <a:pt x="1140" y="12228"/>
                  <a:pt x="1110" y="12462"/>
                  <a:pt x="1110" y="12710"/>
                </a:cubicBezTo>
                <a:cubicBezTo>
                  <a:pt x="1110" y="14128"/>
                  <a:pt x="1140" y="15895"/>
                  <a:pt x="2265" y="16918"/>
                </a:cubicBezTo>
                <a:cubicBezTo>
                  <a:pt x="2613" y="17232"/>
                  <a:pt x="3116" y="17555"/>
                  <a:pt x="3596" y="17555"/>
                </a:cubicBezTo>
                <a:cubicBezTo>
                  <a:pt x="3740" y="17555"/>
                  <a:pt x="3882" y="17526"/>
                  <a:pt x="4018" y="17459"/>
                </a:cubicBezTo>
                <a:cubicBezTo>
                  <a:pt x="4456" y="17254"/>
                  <a:pt x="4514" y="16801"/>
                  <a:pt x="4617" y="16173"/>
                </a:cubicBezTo>
                <a:cubicBezTo>
                  <a:pt x="4675" y="15764"/>
                  <a:pt x="4748" y="15369"/>
                  <a:pt x="4836" y="14960"/>
                </a:cubicBezTo>
                <a:cubicBezTo>
                  <a:pt x="4880" y="14858"/>
                  <a:pt x="4894" y="14727"/>
                  <a:pt x="4924" y="14595"/>
                </a:cubicBezTo>
                <a:cubicBezTo>
                  <a:pt x="4967" y="14420"/>
                  <a:pt x="5026" y="14171"/>
                  <a:pt x="4777" y="14113"/>
                </a:cubicBezTo>
                <a:cubicBezTo>
                  <a:pt x="4752" y="14107"/>
                  <a:pt x="4729" y="14104"/>
                  <a:pt x="4707" y="14104"/>
                </a:cubicBezTo>
                <a:cubicBezTo>
                  <a:pt x="4517" y="14104"/>
                  <a:pt x="4466" y="14321"/>
                  <a:pt x="4427" y="14478"/>
                </a:cubicBezTo>
                <a:cubicBezTo>
                  <a:pt x="4398" y="14610"/>
                  <a:pt x="4368" y="14727"/>
                  <a:pt x="4339" y="14829"/>
                </a:cubicBezTo>
                <a:cubicBezTo>
                  <a:pt x="4237" y="15238"/>
                  <a:pt x="4164" y="15662"/>
                  <a:pt x="4105" y="16085"/>
                </a:cubicBezTo>
                <a:cubicBezTo>
                  <a:pt x="4018" y="16655"/>
                  <a:pt x="3974" y="16903"/>
                  <a:pt x="3799" y="16991"/>
                </a:cubicBezTo>
                <a:cubicBezTo>
                  <a:pt x="3750" y="17014"/>
                  <a:pt x="3694" y="17024"/>
                  <a:pt x="3631" y="17024"/>
                </a:cubicBezTo>
                <a:cubicBezTo>
                  <a:pt x="3334" y="17024"/>
                  <a:pt x="2902" y="16787"/>
                  <a:pt x="2601" y="16509"/>
                </a:cubicBezTo>
                <a:cubicBezTo>
                  <a:pt x="1651" y="15647"/>
                  <a:pt x="1636" y="14011"/>
                  <a:pt x="1636" y="12696"/>
                </a:cubicBezTo>
                <a:cubicBezTo>
                  <a:pt x="1636" y="12462"/>
                  <a:pt x="1636" y="12214"/>
                  <a:pt x="1651" y="11980"/>
                </a:cubicBezTo>
                <a:cubicBezTo>
                  <a:pt x="1666" y="11323"/>
                  <a:pt x="1695" y="10650"/>
                  <a:pt x="1490" y="9949"/>
                </a:cubicBezTo>
                <a:cubicBezTo>
                  <a:pt x="1388" y="9613"/>
                  <a:pt x="1242" y="9292"/>
                  <a:pt x="1081" y="8970"/>
                </a:cubicBezTo>
                <a:cubicBezTo>
                  <a:pt x="920" y="8664"/>
                  <a:pt x="789" y="8342"/>
                  <a:pt x="687" y="8006"/>
                </a:cubicBezTo>
                <a:cubicBezTo>
                  <a:pt x="555" y="7509"/>
                  <a:pt x="526" y="6983"/>
                  <a:pt x="570" y="6472"/>
                </a:cubicBezTo>
                <a:cubicBezTo>
                  <a:pt x="672" y="5289"/>
                  <a:pt x="1183" y="4324"/>
                  <a:pt x="1958" y="3799"/>
                </a:cubicBezTo>
                <a:cubicBezTo>
                  <a:pt x="2479" y="3432"/>
                  <a:pt x="3109" y="3243"/>
                  <a:pt x="3743" y="3243"/>
                </a:cubicBezTo>
                <a:cubicBezTo>
                  <a:pt x="3766" y="3243"/>
                  <a:pt x="3790" y="3243"/>
                  <a:pt x="3813" y="3243"/>
                </a:cubicBezTo>
                <a:cubicBezTo>
                  <a:pt x="4251" y="3287"/>
                  <a:pt x="4558" y="3492"/>
                  <a:pt x="4909" y="3740"/>
                </a:cubicBezTo>
                <a:cubicBezTo>
                  <a:pt x="5157" y="3945"/>
                  <a:pt x="5435" y="4105"/>
                  <a:pt x="5727" y="4222"/>
                </a:cubicBezTo>
                <a:cubicBezTo>
                  <a:pt x="5931" y="4314"/>
                  <a:pt x="6150" y="4359"/>
                  <a:pt x="6368" y="4359"/>
                </a:cubicBezTo>
                <a:cubicBezTo>
                  <a:pt x="6636" y="4359"/>
                  <a:pt x="6903" y="4292"/>
                  <a:pt x="7144" y="4164"/>
                </a:cubicBezTo>
                <a:cubicBezTo>
                  <a:pt x="7290" y="4091"/>
                  <a:pt x="7422" y="4003"/>
                  <a:pt x="7553" y="3915"/>
                </a:cubicBezTo>
                <a:cubicBezTo>
                  <a:pt x="7605" y="6021"/>
                  <a:pt x="9336" y="7618"/>
                  <a:pt x="11342" y="7618"/>
                </a:cubicBezTo>
                <a:cubicBezTo>
                  <a:pt x="11619" y="7618"/>
                  <a:pt x="11901" y="7588"/>
                  <a:pt x="12184" y="7524"/>
                </a:cubicBezTo>
                <a:lnTo>
                  <a:pt x="12184" y="7524"/>
                </a:lnTo>
                <a:cubicBezTo>
                  <a:pt x="12111" y="8006"/>
                  <a:pt x="11951" y="8474"/>
                  <a:pt x="11717" y="8912"/>
                </a:cubicBezTo>
                <a:cubicBezTo>
                  <a:pt x="11118" y="10008"/>
                  <a:pt x="11133" y="11016"/>
                  <a:pt x="11147" y="12097"/>
                </a:cubicBezTo>
                <a:lnTo>
                  <a:pt x="11147" y="12710"/>
                </a:lnTo>
                <a:cubicBezTo>
                  <a:pt x="11147" y="14025"/>
                  <a:pt x="11133" y="15662"/>
                  <a:pt x="10168" y="16524"/>
                </a:cubicBezTo>
                <a:cubicBezTo>
                  <a:pt x="9867" y="16789"/>
                  <a:pt x="9436" y="17024"/>
                  <a:pt x="9138" y="17024"/>
                </a:cubicBezTo>
                <a:cubicBezTo>
                  <a:pt x="9076" y="17024"/>
                  <a:pt x="9019" y="17014"/>
                  <a:pt x="8970" y="16991"/>
                </a:cubicBezTo>
                <a:cubicBezTo>
                  <a:pt x="8795" y="16918"/>
                  <a:pt x="8751" y="16655"/>
                  <a:pt x="8678" y="16100"/>
                </a:cubicBezTo>
                <a:cubicBezTo>
                  <a:pt x="8620" y="15676"/>
                  <a:pt x="8532" y="15252"/>
                  <a:pt x="8430" y="14829"/>
                </a:cubicBezTo>
                <a:cubicBezTo>
                  <a:pt x="8211" y="13981"/>
                  <a:pt x="7860" y="12331"/>
                  <a:pt x="6940" y="11848"/>
                </a:cubicBezTo>
                <a:cubicBezTo>
                  <a:pt x="6771" y="11760"/>
                  <a:pt x="6584" y="11716"/>
                  <a:pt x="6397" y="11716"/>
                </a:cubicBezTo>
                <a:cubicBezTo>
                  <a:pt x="6244" y="11716"/>
                  <a:pt x="6091" y="11745"/>
                  <a:pt x="5946" y="11805"/>
                </a:cubicBezTo>
                <a:cubicBezTo>
                  <a:pt x="5464" y="11995"/>
                  <a:pt x="5099" y="12418"/>
                  <a:pt x="4821" y="13134"/>
                </a:cubicBezTo>
                <a:cubicBezTo>
                  <a:pt x="4729" y="13337"/>
                  <a:pt x="4898" y="13493"/>
                  <a:pt x="5065" y="13493"/>
                </a:cubicBezTo>
                <a:cubicBezTo>
                  <a:pt x="5163" y="13493"/>
                  <a:pt x="5260" y="13439"/>
                  <a:pt x="5303" y="13309"/>
                </a:cubicBezTo>
                <a:cubicBezTo>
                  <a:pt x="5522" y="12754"/>
                  <a:pt x="5800" y="12418"/>
                  <a:pt x="6136" y="12287"/>
                </a:cubicBezTo>
                <a:cubicBezTo>
                  <a:pt x="6217" y="12247"/>
                  <a:pt x="6306" y="12228"/>
                  <a:pt x="6397" y="12228"/>
                </a:cubicBezTo>
                <a:cubicBezTo>
                  <a:pt x="6503" y="12228"/>
                  <a:pt x="6611" y="12254"/>
                  <a:pt x="6706" y="12301"/>
                </a:cubicBezTo>
                <a:cubicBezTo>
                  <a:pt x="7393" y="12667"/>
                  <a:pt x="7743" y="14230"/>
                  <a:pt x="7933" y="14960"/>
                </a:cubicBezTo>
                <a:cubicBezTo>
                  <a:pt x="8035" y="15355"/>
                  <a:pt x="8108" y="15749"/>
                  <a:pt x="8167" y="16158"/>
                </a:cubicBezTo>
                <a:cubicBezTo>
                  <a:pt x="8255" y="16801"/>
                  <a:pt x="8328" y="17254"/>
                  <a:pt x="8751" y="17459"/>
                </a:cubicBezTo>
                <a:cubicBezTo>
                  <a:pt x="8883" y="17519"/>
                  <a:pt x="9020" y="17546"/>
                  <a:pt x="9158" y="17546"/>
                </a:cubicBezTo>
                <a:cubicBezTo>
                  <a:pt x="9651" y="17546"/>
                  <a:pt x="10162" y="17211"/>
                  <a:pt x="10504" y="16903"/>
                </a:cubicBezTo>
                <a:cubicBezTo>
                  <a:pt x="11644" y="15881"/>
                  <a:pt x="11644" y="14128"/>
                  <a:pt x="11659" y="12710"/>
                </a:cubicBezTo>
                <a:lnTo>
                  <a:pt x="11659" y="12097"/>
                </a:lnTo>
                <a:cubicBezTo>
                  <a:pt x="11644" y="11045"/>
                  <a:pt x="11629" y="10125"/>
                  <a:pt x="12170" y="9160"/>
                </a:cubicBezTo>
                <a:cubicBezTo>
                  <a:pt x="12477" y="8605"/>
                  <a:pt x="12667" y="7992"/>
                  <a:pt x="12725" y="7363"/>
                </a:cubicBezTo>
                <a:cubicBezTo>
                  <a:pt x="14391" y="6720"/>
                  <a:pt x="15399" y="5011"/>
                  <a:pt x="15121" y="3229"/>
                </a:cubicBezTo>
                <a:cubicBezTo>
                  <a:pt x="14858" y="1461"/>
                  <a:pt x="13397" y="117"/>
                  <a:pt x="11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15"/>
          <p:cNvSpPr/>
          <p:nvPr/>
        </p:nvSpPr>
        <p:spPr>
          <a:xfrm>
            <a:off x="6721019" y="3307277"/>
            <a:ext cx="395775" cy="395775"/>
          </a:xfrm>
          <a:custGeom>
            <a:rect b="b" l="l" r="r" t="t"/>
            <a:pathLst>
              <a:path extrusionOk="0" h="17518" w="17518">
                <a:moveTo>
                  <a:pt x="10709" y="1534"/>
                </a:moveTo>
                <a:lnTo>
                  <a:pt x="11074" y="3171"/>
                </a:lnTo>
                <a:lnTo>
                  <a:pt x="6414" y="3171"/>
                </a:lnTo>
                <a:lnTo>
                  <a:pt x="6779" y="1534"/>
                </a:lnTo>
                <a:close/>
                <a:moveTo>
                  <a:pt x="11089" y="512"/>
                </a:moveTo>
                <a:cubicBezTo>
                  <a:pt x="11352" y="512"/>
                  <a:pt x="11586" y="702"/>
                  <a:pt x="11644" y="950"/>
                </a:cubicBezTo>
                <a:lnTo>
                  <a:pt x="12141" y="3171"/>
                </a:lnTo>
                <a:lnTo>
                  <a:pt x="11630" y="3171"/>
                </a:lnTo>
                <a:lnTo>
                  <a:pt x="11206" y="1330"/>
                </a:lnTo>
                <a:cubicBezTo>
                  <a:pt x="11162" y="1154"/>
                  <a:pt x="11001" y="1023"/>
                  <a:pt x="10826" y="1023"/>
                </a:cubicBezTo>
                <a:lnTo>
                  <a:pt x="6691" y="1023"/>
                </a:lnTo>
                <a:cubicBezTo>
                  <a:pt x="6516" y="1023"/>
                  <a:pt x="6355" y="1154"/>
                  <a:pt x="6312" y="1330"/>
                </a:cubicBezTo>
                <a:lnTo>
                  <a:pt x="5888" y="3171"/>
                </a:lnTo>
                <a:lnTo>
                  <a:pt x="5362" y="3171"/>
                </a:lnTo>
                <a:lnTo>
                  <a:pt x="5873" y="950"/>
                </a:lnTo>
                <a:cubicBezTo>
                  <a:pt x="5932" y="702"/>
                  <a:pt x="6151" y="512"/>
                  <a:pt x="6429" y="512"/>
                </a:cubicBezTo>
                <a:close/>
                <a:moveTo>
                  <a:pt x="9014" y="7919"/>
                </a:moveTo>
                <a:lnTo>
                  <a:pt x="9014" y="9058"/>
                </a:lnTo>
                <a:cubicBezTo>
                  <a:pt x="9014" y="9248"/>
                  <a:pt x="9175" y="9423"/>
                  <a:pt x="9380" y="9423"/>
                </a:cubicBezTo>
                <a:lnTo>
                  <a:pt x="10505" y="9423"/>
                </a:lnTo>
                <a:lnTo>
                  <a:pt x="10505" y="9935"/>
                </a:lnTo>
                <a:lnTo>
                  <a:pt x="9365" y="9935"/>
                </a:lnTo>
                <a:cubicBezTo>
                  <a:pt x="9161" y="9935"/>
                  <a:pt x="9000" y="10095"/>
                  <a:pt x="9000" y="10300"/>
                </a:cubicBezTo>
                <a:lnTo>
                  <a:pt x="9000" y="11425"/>
                </a:lnTo>
                <a:lnTo>
                  <a:pt x="8488" y="11425"/>
                </a:lnTo>
                <a:lnTo>
                  <a:pt x="8488" y="10300"/>
                </a:lnTo>
                <a:cubicBezTo>
                  <a:pt x="8488" y="10095"/>
                  <a:pt x="8328" y="9935"/>
                  <a:pt x="8123" y="9935"/>
                </a:cubicBezTo>
                <a:lnTo>
                  <a:pt x="6998" y="9935"/>
                </a:lnTo>
                <a:lnTo>
                  <a:pt x="6998" y="9423"/>
                </a:lnTo>
                <a:lnTo>
                  <a:pt x="8123" y="9423"/>
                </a:lnTo>
                <a:cubicBezTo>
                  <a:pt x="8328" y="9423"/>
                  <a:pt x="8488" y="9248"/>
                  <a:pt x="8488" y="9058"/>
                </a:cubicBezTo>
                <a:lnTo>
                  <a:pt x="8503" y="7919"/>
                </a:lnTo>
                <a:close/>
                <a:moveTo>
                  <a:pt x="8445" y="7407"/>
                </a:moveTo>
                <a:cubicBezTo>
                  <a:pt x="8196" y="7407"/>
                  <a:pt x="7992" y="7612"/>
                  <a:pt x="7992" y="7875"/>
                </a:cubicBezTo>
                <a:lnTo>
                  <a:pt x="7992" y="8898"/>
                </a:lnTo>
                <a:lnTo>
                  <a:pt x="6954" y="8898"/>
                </a:lnTo>
                <a:cubicBezTo>
                  <a:pt x="6706" y="8898"/>
                  <a:pt x="6502" y="9102"/>
                  <a:pt x="6502" y="9365"/>
                </a:cubicBezTo>
                <a:lnTo>
                  <a:pt x="6502" y="9979"/>
                </a:lnTo>
                <a:cubicBezTo>
                  <a:pt x="6502" y="10227"/>
                  <a:pt x="6706" y="10432"/>
                  <a:pt x="6954" y="10432"/>
                </a:cubicBezTo>
                <a:lnTo>
                  <a:pt x="7992" y="10432"/>
                </a:lnTo>
                <a:lnTo>
                  <a:pt x="7992" y="11469"/>
                </a:lnTo>
                <a:cubicBezTo>
                  <a:pt x="7992" y="11717"/>
                  <a:pt x="8196" y="11922"/>
                  <a:pt x="8445" y="11922"/>
                </a:cubicBezTo>
                <a:lnTo>
                  <a:pt x="9073" y="11922"/>
                </a:lnTo>
                <a:cubicBezTo>
                  <a:pt x="9321" y="11922"/>
                  <a:pt x="9526" y="11717"/>
                  <a:pt x="9526" y="11469"/>
                </a:cubicBezTo>
                <a:lnTo>
                  <a:pt x="9526" y="10432"/>
                </a:lnTo>
                <a:lnTo>
                  <a:pt x="10563" y="10432"/>
                </a:lnTo>
                <a:cubicBezTo>
                  <a:pt x="10811" y="10432"/>
                  <a:pt x="11016" y="10227"/>
                  <a:pt x="11016" y="9979"/>
                </a:cubicBezTo>
                <a:lnTo>
                  <a:pt x="11016" y="9365"/>
                </a:lnTo>
                <a:cubicBezTo>
                  <a:pt x="11016" y="9102"/>
                  <a:pt x="10811" y="8898"/>
                  <a:pt x="10563" y="8898"/>
                </a:cubicBezTo>
                <a:lnTo>
                  <a:pt x="9526" y="8898"/>
                </a:lnTo>
                <a:lnTo>
                  <a:pt x="9526" y="7875"/>
                </a:lnTo>
                <a:cubicBezTo>
                  <a:pt x="9526" y="7612"/>
                  <a:pt x="9321" y="7407"/>
                  <a:pt x="9073" y="7407"/>
                </a:cubicBezTo>
                <a:close/>
                <a:moveTo>
                  <a:pt x="8766" y="6896"/>
                </a:moveTo>
                <a:cubicBezTo>
                  <a:pt x="10285" y="6896"/>
                  <a:pt x="11527" y="8138"/>
                  <a:pt x="11527" y="9672"/>
                </a:cubicBezTo>
                <a:cubicBezTo>
                  <a:pt x="11527" y="11342"/>
                  <a:pt x="10164" y="12450"/>
                  <a:pt x="8739" y="12450"/>
                </a:cubicBezTo>
                <a:cubicBezTo>
                  <a:pt x="8057" y="12450"/>
                  <a:pt x="7361" y="12197"/>
                  <a:pt x="6794" y="11630"/>
                </a:cubicBezTo>
                <a:cubicBezTo>
                  <a:pt x="5041" y="9876"/>
                  <a:pt x="6282" y="6896"/>
                  <a:pt x="8766" y="6896"/>
                </a:cubicBezTo>
                <a:close/>
                <a:moveTo>
                  <a:pt x="8751" y="6385"/>
                </a:moveTo>
                <a:cubicBezTo>
                  <a:pt x="6940" y="6385"/>
                  <a:pt x="5464" y="7846"/>
                  <a:pt x="5464" y="9672"/>
                </a:cubicBezTo>
                <a:cubicBezTo>
                  <a:pt x="5464" y="11650"/>
                  <a:pt x="7091" y="12958"/>
                  <a:pt x="8781" y="12958"/>
                </a:cubicBezTo>
                <a:cubicBezTo>
                  <a:pt x="9588" y="12958"/>
                  <a:pt x="10409" y="12660"/>
                  <a:pt x="11074" y="11995"/>
                </a:cubicBezTo>
                <a:cubicBezTo>
                  <a:pt x="13149" y="9920"/>
                  <a:pt x="11688" y="6385"/>
                  <a:pt x="8751" y="6385"/>
                </a:cubicBezTo>
                <a:close/>
                <a:moveTo>
                  <a:pt x="2133" y="4894"/>
                </a:moveTo>
                <a:cubicBezTo>
                  <a:pt x="1900" y="4894"/>
                  <a:pt x="1695" y="5084"/>
                  <a:pt x="1695" y="5318"/>
                </a:cubicBezTo>
                <a:lnTo>
                  <a:pt x="1695" y="14025"/>
                </a:lnTo>
                <a:cubicBezTo>
                  <a:pt x="1695" y="14259"/>
                  <a:pt x="1900" y="14449"/>
                  <a:pt x="2133" y="14449"/>
                </a:cubicBezTo>
                <a:lnTo>
                  <a:pt x="15384" y="14449"/>
                </a:lnTo>
                <a:cubicBezTo>
                  <a:pt x="15618" y="14449"/>
                  <a:pt x="15823" y="14259"/>
                  <a:pt x="15823" y="14025"/>
                </a:cubicBezTo>
                <a:lnTo>
                  <a:pt x="15823" y="11776"/>
                </a:lnTo>
                <a:cubicBezTo>
                  <a:pt x="15837" y="11593"/>
                  <a:pt x="15698" y="11502"/>
                  <a:pt x="15560" y="11502"/>
                </a:cubicBezTo>
                <a:cubicBezTo>
                  <a:pt x="15421" y="11502"/>
                  <a:pt x="15282" y="11593"/>
                  <a:pt x="15297" y="11776"/>
                </a:cubicBezTo>
                <a:lnTo>
                  <a:pt x="15297" y="13938"/>
                </a:lnTo>
                <a:lnTo>
                  <a:pt x="2221" y="13938"/>
                </a:lnTo>
                <a:lnTo>
                  <a:pt x="2221" y="5406"/>
                </a:lnTo>
                <a:lnTo>
                  <a:pt x="15297" y="5406"/>
                </a:lnTo>
                <a:lnTo>
                  <a:pt x="15297" y="10578"/>
                </a:lnTo>
                <a:cubicBezTo>
                  <a:pt x="15297" y="10724"/>
                  <a:pt x="15413" y="10841"/>
                  <a:pt x="15560" y="10841"/>
                </a:cubicBezTo>
                <a:cubicBezTo>
                  <a:pt x="15706" y="10841"/>
                  <a:pt x="15823" y="10724"/>
                  <a:pt x="15823" y="10578"/>
                </a:cubicBezTo>
                <a:lnTo>
                  <a:pt x="15823" y="5318"/>
                </a:lnTo>
                <a:cubicBezTo>
                  <a:pt x="15823" y="5084"/>
                  <a:pt x="15618" y="4894"/>
                  <a:pt x="15384" y="4894"/>
                </a:cubicBezTo>
                <a:close/>
                <a:moveTo>
                  <a:pt x="4573" y="16158"/>
                </a:moveTo>
                <a:lnTo>
                  <a:pt x="4573" y="17006"/>
                </a:lnTo>
                <a:cubicBezTo>
                  <a:pt x="4573" y="17020"/>
                  <a:pt x="4558" y="17020"/>
                  <a:pt x="4558" y="17020"/>
                </a:cubicBezTo>
                <a:lnTo>
                  <a:pt x="2177" y="17020"/>
                </a:lnTo>
                <a:cubicBezTo>
                  <a:pt x="2163" y="17020"/>
                  <a:pt x="2163" y="17020"/>
                  <a:pt x="2163" y="17006"/>
                </a:cubicBezTo>
                <a:lnTo>
                  <a:pt x="2163" y="16158"/>
                </a:lnTo>
                <a:close/>
                <a:moveTo>
                  <a:pt x="15370" y="16158"/>
                </a:moveTo>
                <a:lnTo>
                  <a:pt x="15355" y="17006"/>
                </a:lnTo>
                <a:cubicBezTo>
                  <a:pt x="15355" y="17020"/>
                  <a:pt x="15355" y="17020"/>
                  <a:pt x="15340" y="17020"/>
                </a:cubicBezTo>
                <a:lnTo>
                  <a:pt x="12974" y="17020"/>
                </a:lnTo>
                <a:cubicBezTo>
                  <a:pt x="12959" y="17020"/>
                  <a:pt x="12959" y="17020"/>
                  <a:pt x="12959" y="17006"/>
                </a:cubicBezTo>
                <a:lnTo>
                  <a:pt x="12959" y="16158"/>
                </a:lnTo>
                <a:close/>
                <a:moveTo>
                  <a:pt x="6429" y="0"/>
                </a:moveTo>
                <a:cubicBezTo>
                  <a:pt x="5932" y="0"/>
                  <a:pt x="5494" y="351"/>
                  <a:pt x="5377" y="833"/>
                </a:cubicBezTo>
                <a:lnTo>
                  <a:pt x="4851" y="3171"/>
                </a:lnTo>
                <a:lnTo>
                  <a:pt x="4003" y="3171"/>
                </a:lnTo>
                <a:cubicBezTo>
                  <a:pt x="3653" y="3171"/>
                  <a:pt x="3653" y="3696"/>
                  <a:pt x="4003" y="3696"/>
                </a:cubicBezTo>
                <a:lnTo>
                  <a:pt x="16261" y="3696"/>
                </a:lnTo>
                <a:cubicBezTo>
                  <a:pt x="16269" y="3696"/>
                  <a:pt x="16278" y="3696"/>
                  <a:pt x="16286" y="3696"/>
                </a:cubicBezTo>
                <a:cubicBezTo>
                  <a:pt x="16698" y="3696"/>
                  <a:pt x="17021" y="4041"/>
                  <a:pt x="17021" y="4456"/>
                </a:cubicBezTo>
                <a:lnTo>
                  <a:pt x="17021" y="14873"/>
                </a:lnTo>
                <a:cubicBezTo>
                  <a:pt x="17021" y="15297"/>
                  <a:pt x="16685" y="15647"/>
                  <a:pt x="16261" y="15647"/>
                </a:cubicBezTo>
                <a:lnTo>
                  <a:pt x="1286" y="15647"/>
                </a:lnTo>
                <a:cubicBezTo>
                  <a:pt x="848" y="15633"/>
                  <a:pt x="512" y="15297"/>
                  <a:pt x="512" y="14873"/>
                </a:cubicBezTo>
                <a:lnTo>
                  <a:pt x="512" y="4456"/>
                </a:lnTo>
                <a:cubicBezTo>
                  <a:pt x="512" y="4032"/>
                  <a:pt x="848" y="3696"/>
                  <a:pt x="1286" y="3696"/>
                </a:cubicBezTo>
                <a:lnTo>
                  <a:pt x="2791" y="3696"/>
                </a:lnTo>
                <a:cubicBezTo>
                  <a:pt x="3141" y="3682"/>
                  <a:pt x="3141" y="3171"/>
                  <a:pt x="2791" y="3171"/>
                </a:cubicBezTo>
                <a:lnTo>
                  <a:pt x="1286" y="3171"/>
                </a:lnTo>
                <a:cubicBezTo>
                  <a:pt x="570" y="3171"/>
                  <a:pt x="0" y="3740"/>
                  <a:pt x="0" y="4456"/>
                </a:cubicBezTo>
                <a:lnTo>
                  <a:pt x="0" y="14858"/>
                </a:lnTo>
                <a:cubicBezTo>
                  <a:pt x="0" y="15574"/>
                  <a:pt x="570" y="16144"/>
                  <a:pt x="1286" y="16144"/>
                </a:cubicBezTo>
                <a:lnTo>
                  <a:pt x="1651" y="16144"/>
                </a:lnTo>
                <a:lnTo>
                  <a:pt x="1651" y="16991"/>
                </a:lnTo>
                <a:cubicBezTo>
                  <a:pt x="1651" y="17283"/>
                  <a:pt x="1885" y="17517"/>
                  <a:pt x="2177" y="17517"/>
                </a:cubicBezTo>
                <a:lnTo>
                  <a:pt x="4544" y="17517"/>
                </a:lnTo>
                <a:cubicBezTo>
                  <a:pt x="4836" y="17517"/>
                  <a:pt x="5084" y="17283"/>
                  <a:pt x="5084" y="16991"/>
                </a:cubicBezTo>
                <a:lnTo>
                  <a:pt x="5084" y="16144"/>
                </a:lnTo>
                <a:lnTo>
                  <a:pt x="12433" y="16144"/>
                </a:lnTo>
                <a:lnTo>
                  <a:pt x="12433" y="16991"/>
                </a:lnTo>
                <a:cubicBezTo>
                  <a:pt x="12433" y="17283"/>
                  <a:pt x="12667" y="17517"/>
                  <a:pt x="12959" y="17517"/>
                </a:cubicBezTo>
                <a:lnTo>
                  <a:pt x="15340" y="17517"/>
                </a:lnTo>
                <a:cubicBezTo>
                  <a:pt x="15633" y="17517"/>
                  <a:pt x="15866" y="17283"/>
                  <a:pt x="15866" y="16991"/>
                </a:cubicBezTo>
                <a:lnTo>
                  <a:pt x="15866" y="16144"/>
                </a:lnTo>
                <a:lnTo>
                  <a:pt x="16232" y="16144"/>
                </a:lnTo>
                <a:cubicBezTo>
                  <a:pt x="16933" y="16144"/>
                  <a:pt x="17517" y="15574"/>
                  <a:pt x="17517" y="14858"/>
                </a:cubicBezTo>
                <a:lnTo>
                  <a:pt x="17517" y="4456"/>
                </a:lnTo>
                <a:cubicBezTo>
                  <a:pt x="17517" y="3740"/>
                  <a:pt x="16933" y="3171"/>
                  <a:pt x="16232" y="3171"/>
                </a:cubicBezTo>
                <a:lnTo>
                  <a:pt x="12696" y="3171"/>
                </a:lnTo>
                <a:lnTo>
                  <a:pt x="12156" y="833"/>
                </a:lnTo>
                <a:cubicBezTo>
                  <a:pt x="12039" y="351"/>
                  <a:pt x="11600" y="0"/>
                  <a:pt x="111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15"/>
          <p:cNvSpPr/>
          <p:nvPr/>
        </p:nvSpPr>
        <p:spPr>
          <a:xfrm>
            <a:off x="6715077" y="2683600"/>
            <a:ext cx="415905" cy="340492"/>
          </a:xfrm>
          <a:custGeom>
            <a:rect b="b" l="l" r="r" t="t"/>
            <a:pathLst>
              <a:path extrusionOk="0" h="15071" w="18409">
                <a:moveTo>
                  <a:pt x="9453" y="5793"/>
                </a:moveTo>
                <a:lnTo>
                  <a:pt x="9453" y="6918"/>
                </a:lnTo>
                <a:cubicBezTo>
                  <a:pt x="9453" y="7123"/>
                  <a:pt x="9613" y="7283"/>
                  <a:pt x="9818" y="7283"/>
                </a:cubicBezTo>
                <a:lnTo>
                  <a:pt x="10943" y="7283"/>
                </a:lnTo>
                <a:lnTo>
                  <a:pt x="10943" y="7795"/>
                </a:lnTo>
                <a:lnTo>
                  <a:pt x="9818" y="7795"/>
                </a:lnTo>
                <a:cubicBezTo>
                  <a:pt x="9613" y="7795"/>
                  <a:pt x="9453" y="7955"/>
                  <a:pt x="9453" y="8160"/>
                </a:cubicBezTo>
                <a:lnTo>
                  <a:pt x="9453" y="9299"/>
                </a:lnTo>
                <a:lnTo>
                  <a:pt x="8941" y="9299"/>
                </a:lnTo>
                <a:lnTo>
                  <a:pt x="8941" y="8160"/>
                </a:lnTo>
                <a:cubicBezTo>
                  <a:pt x="8941" y="7955"/>
                  <a:pt x="8781" y="7795"/>
                  <a:pt x="8576" y="7795"/>
                </a:cubicBezTo>
                <a:lnTo>
                  <a:pt x="7437" y="7795"/>
                </a:lnTo>
                <a:lnTo>
                  <a:pt x="7437" y="7283"/>
                </a:lnTo>
                <a:lnTo>
                  <a:pt x="8576" y="7283"/>
                </a:lnTo>
                <a:cubicBezTo>
                  <a:pt x="8781" y="7283"/>
                  <a:pt x="8941" y="7123"/>
                  <a:pt x="8941" y="6918"/>
                </a:cubicBezTo>
                <a:lnTo>
                  <a:pt x="8941" y="5793"/>
                </a:lnTo>
                <a:close/>
                <a:moveTo>
                  <a:pt x="9511" y="5267"/>
                </a:moveTo>
                <a:lnTo>
                  <a:pt x="9511" y="5282"/>
                </a:lnTo>
                <a:lnTo>
                  <a:pt x="8898" y="5282"/>
                </a:lnTo>
                <a:cubicBezTo>
                  <a:pt x="8635" y="5282"/>
                  <a:pt x="8430" y="5486"/>
                  <a:pt x="8430" y="5735"/>
                </a:cubicBezTo>
                <a:lnTo>
                  <a:pt x="8430" y="6772"/>
                </a:lnTo>
                <a:lnTo>
                  <a:pt x="7407" y="6772"/>
                </a:lnTo>
                <a:cubicBezTo>
                  <a:pt x="7144" y="6772"/>
                  <a:pt x="6940" y="6976"/>
                  <a:pt x="6940" y="7225"/>
                </a:cubicBezTo>
                <a:lnTo>
                  <a:pt x="6940" y="7853"/>
                </a:lnTo>
                <a:cubicBezTo>
                  <a:pt x="6940" y="8101"/>
                  <a:pt x="7144" y="8306"/>
                  <a:pt x="7407" y="8306"/>
                </a:cubicBezTo>
                <a:lnTo>
                  <a:pt x="8430" y="8306"/>
                </a:lnTo>
                <a:lnTo>
                  <a:pt x="8430" y="9343"/>
                </a:lnTo>
                <a:cubicBezTo>
                  <a:pt x="8430" y="9592"/>
                  <a:pt x="8635" y="9796"/>
                  <a:pt x="8898" y="9796"/>
                </a:cubicBezTo>
                <a:lnTo>
                  <a:pt x="9511" y="9796"/>
                </a:lnTo>
                <a:cubicBezTo>
                  <a:pt x="9760" y="9796"/>
                  <a:pt x="9979" y="9592"/>
                  <a:pt x="9979" y="9343"/>
                </a:cubicBezTo>
                <a:lnTo>
                  <a:pt x="9979" y="8306"/>
                </a:lnTo>
                <a:lnTo>
                  <a:pt x="11001" y="8306"/>
                </a:lnTo>
                <a:cubicBezTo>
                  <a:pt x="11250" y="8306"/>
                  <a:pt x="11469" y="8101"/>
                  <a:pt x="11469" y="7853"/>
                </a:cubicBezTo>
                <a:lnTo>
                  <a:pt x="11469" y="7225"/>
                </a:lnTo>
                <a:cubicBezTo>
                  <a:pt x="11469" y="6976"/>
                  <a:pt x="11250" y="6772"/>
                  <a:pt x="11001" y="6772"/>
                </a:cubicBezTo>
                <a:lnTo>
                  <a:pt x="9979" y="6772"/>
                </a:lnTo>
                <a:lnTo>
                  <a:pt x="9979" y="5735"/>
                </a:lnTo>
                <a:cubicBezTo>
                  <a:pt x="9979" y="5486"/>
                  <a:pt x="9760" y="5267"/>
                  <a:pt x="9511" y="5267"/>
                </a:cubicBezTo>
                <a:close/>
                <a:moveTo>
                  <a:pt x="9206" y="4248"/>
                </a:moveTo>
                <a:cubicBezTo>
                  <a:pt x="8123" y="4248"/>
                  <a:pt x="7068" y="4787"/>
                  <a:pt x="6443" y="5749"/>
                </a:cubicBezTo>
                <a:cubicBezTo>
                  <a:pt x="6319" y="5946"/>
                  <a:pt x="6496" y="6135"/>
                  <a:pt x="6677" y="6135"/>
                </a:cubicBezTo>
                <a:cubicBezTo>
                  <a:pt x="6751" y="6135"/>
                  <a:pt x="6826" y="6103"/>
                  <a:pt x="6881" y="6027"/>
                </a:cubicBezTo>
                <a:cubicBezTo>
                  <a:pt x="7404" y="5217"/>
                  <a:pt x="8293" y="4767"/>
                  <a:pt x="9206" y="4767"/>
                </a:cubicBezTo>
                <a:cubicBezTo>
                  <a:pt x="9595" y="4767"/>
                  <a:pt x="9988" y="4849"/>
                  <a:pt x="10359" y="5019"/>
                </a:cubicBezTo>
                <a:cubicBezTo>
                  <a:pt x="11615" y="5603"/>
                  <a:pt x="12243" y="7006"/>
                  <a:pt x="11863" y="8335"/>
                </a:cubicBezTo>
                <a:cubicBezTo>
                  <a:pt x="11509" y="9517"/>
                  <a:pt x="10411" y="10309"/>
                  <a:pt x="9206" y="10309"/>
                </a:cubicBezTo>
                <a:cubicBezTo>
                  <a:pt x="9070" y="10309"/>
                  <a:pt x="8933" y="10299"/>
                  <a:pt x="8795" y="10278"/>
                </a:cubicBezTo>
                <a:cubicBezTo>
                  <a:pt x="7437" y="10088"/>
                  <a:pt x="6429" y="8920"/>
                  <a:pt x="6429" y="7532"/>
                </a:cubicBezTo>
                <a:cubicBezTo>
                  <a:pt x="6429" y="7356"/>
                  <a:pt x="6443" y="7181"/>
                  <a:pt x="6472" y="7006"/>
                </a:cubicBezTo>
                <a:cubicBezTo>
                  <a:pt x="6502" y="6860"/>
                  <a:pt x="6414" y="6728"/>
                  <a:pt x="6268" y="6699"/>
                </a:cubicBezTo>
                <a:cubicBezTo>
                  <a:pt x="6258" y="6698"/>
                  <a:pt x="6249" y="6697"/>
                  <a:pt x="6239" y="6697"/>
                </a:cubicBezTo>
                <a:cubicBezTo>
                  <a:pt x="6118" y="6697"/>
                  <a:pt x="6003" y="6781"/>
                  <a:pt x="5976" y="6903"/>
                </a:cubicBezTo>
                <a:cubicBezTo>
                  <a:pt x="5932" y="7123"/>
                  <a:pt x="5917" y="7327"/>
                  <a:pt x="5917" y="7532"/>
                </a:cubicBezTo>
                <a:cubicBezTo>
                  <a:pt x="5903" y="9168"/>
                  <a:pt x="7101" y="10556"/>
                  <a:pt x="8722" y="10790"/>
                </a:cubicBezTo>
                <a:cubicBezTo>
                  <a:pt x="8881" y="10813"/>
                  <a:pt x="9040" y="10824"/>
                  <a:pt x="9196" y="10824"/>
                </a:cubicBezTo>
                <a:cubicBezTo>
                  <a:pt x="10625" y="10824"/>
                  <a:pt x="11924" y="9890"/>
                  <a:pt x="12345" y="8481"/>
                </a:cubicBezTo>
                <a:cubicBezTo>
                  <a:pt x="12813" y="6918"/>
                  <a:pt x="12053" y="5238"/>
                  <a:pt x="10578" y="4551"/>
                </a:cubicBezTo>
                <a:cubicBezTo>
                  <a:pt x="10136" y="4346"/>
                  <a:pt x="9669" y="4248"/>
                  <a:pt x="9206" y="4248"/>
                </a:cubicBezTo>
                <a:close/>
                <a:moveTo>
                  <a:pt x="4902" y="0"/>
                </a:moveTo>
                <a:cubicBezTo>
                  <a:pt x="3751" y="0"/>
                  <a:pt x="2601" y="446"/>
                  <a:pt x="1739" y="1337"/>
                </a:cubicBezTo>
                <a:cubicBezTo>
                  <a:pt x="0" y="3149"/>
                  <a:pt x="0" y="5998"/>
                  <a:pt x="1739" y="7809"/>
                </a:cubicBezTo>
                <a:lnTo>
                  <a:pt x="8576" y="14807"/>
                </a:lnTo>
                <a:cubicBezTo>
                  <a:pt x="8744" y="14983"/>
                  <a:pt x="8971" y="15070"/>
                  <a:pt x="9199" y="15070"/>
                </a:cubicBezTo>
                <a:cubicBezTo>
                  <a:pt x="9427" y="15070"/>
                  <a:pt x="9657" y="14983"/>
                  <a:pt x="9833" y="14807"/>
                </a:cubicBezTo>
                <a:lnTo>
                  <a:pt x="14464" y="10059"/>
                </a:lnTo>
                <a:cubicBezTo>
                  <a:pt x="14654" y="9869"/>
                  <a:pt x="14485" y="9611"/>
                  <a:pt x="14284" y="9611"/>
                </a:cubicBezTo>
                <a:cubicBezTo>
                  <a:pt x="14222" y="9611"/>
                  <a:pt x="14157" y="9635"/>
                  <a:pt x="14099" y="9694"/>
                </a:cubicBezTo>
                <a:lnTo>
                  <a:pt x="9467" y="14442"/>
                </a:lnTo>
                <a:cubicBezTo>
                  <a:pt x="9394" y="14515"/>
                  <a:pt x="9299" y="14552"/>
                  <a:pt x="9204" y="14552"/>
                </a:cubicBezTo>
                <a:cubicBezTo>
                  <a:pt x="9109" y="14552"/>
                  <a:pt x="9014" y="14515"/>
                  <a:pt x="8941" y="14442"/>
                </a:cubicBezTo>
                <a:lnTo>
                  <a:pt x="2104" y="7444"/>
                </a:lnTo>
                <a:cubicBezTo>
                  <a:pt x="555" y="5837"/>
                  <a:pt x="555" y="3295"/>
                  <a:pt x="2104" y="1688"/>
                </a:cubicBezTo>
                <a:cubicBezTo>
                  <a:pt x="2871" y="899"/>
                  <a:pt x="3886" y="504"/>
                  <a:pt x="4902" y="504"/>
                </a:cubicBezTo>
                <a:cubicBezTo>
                  <a:pt x="5917" y="504"/>
                  <a:pt x="6933" y="899"/>
                  <a:pt x="7700" y="1688"/>
                </a:cubicBezTo>
                <a:lnTo>
                  <a:pt x="8737" y="2754"/>
                </a:lnTo>
                <a:cubicBezTo>
                  <a:pt x="8861" y="2886"/>
                  <a:pt x="9029" y="2951"/>
                  <a:pt x="9199" y="2951"/>
                </a:cubicBezTo>
                <a:cubicBezTo>
                  <a:pt x="9369" y="2951"/>
                  <a:pt x="9540" y="2886"/>
                  <a:pt x="9672" y="2754"/>
                </a:cubicBezTo>
                <a:lnTo>
                  <a:pt x="10709" y="1688"/>
                </a:lnTo>
                <a:cubicBezTo>
                  <a:pt x="11469" y="899"/>
                  <a:pt x="12484" y="504"/>
                  <a:pt x="13501" y="504"/>
                </a:cubicBezTo>
                <a:cubicBezTo>
                  <a:pt x="14519" y="504"/>
                  <a:pt x="15538" y="899"/>
                  <a:pt x="16305" y="1688"/>
                </a:cubicBezTo>
                <a:cubicBezTo>
                  <a:pt x="17839" y="3295"/>
                  <a:pt x="17839" y="5837"/>
                  <a:pt x="16305" y="7444"/>
                </a:cubicBezTo>
                <a:lnTo>
                  <a:pt x="14946" y="8832"/>
                </a:lnTo>
                <a:cubicBezTo>
                  <a:pt x="14756" y="9022"/>
                  <a:pt x="14925" y="9280"/>
                  <a:pt x="15126" y="9280"/>
                </a:cubicBezTo>
                <a:cubicBezTo>
                  <a:pt x="15188" y="9280"/>
                  <a:pt x="15253" y="9256"/>
                  <a:pt x="15311" y="9197"/>
                </a:cubicBezTo>
                <a:lnTo>
                  <a:pt x="16670" y="7809"/>
                </a:lnTo>
                <a:cubicBezTo>
                  <a:pt x="18408" y="5998"/>
                  <a:pt x="18408" y="3149"/>
                  <a:pt x="16670" y="1337"/>
                </a:cubicBezTo>
                <a:cubicBezTo>
                  <a:pt x="15801" y="446"/>
                  <a:pt x="14650" y="0"/>
                  <a:pt x="13500" y="0"/>
                </a:cubicBezTo>
                <a:cubicBezTo>
                  <a:pt x="12349" y="0"/>
                  <a:pt x="11199" y="446"/>
                  <a:pt x="10329" y="1337"/>
                </a:cubicBezTo>
                <a:lnTo>
                  <a:pt x="9307" y="2404"/>
                </a:lnTo>
                <a:cubicBezTo>
                  <a:pt x="9277" y="2433"/>
                  <a:pt x="9241" y="2447"/>
                  <a:pt x="9204" y="2447"/>
                </a:cubicBezTo>
                <a:cubicBezTo>
                  <a:pt x="9168" y="2447"/>
                  <a:pt x="9131" y="2433"/>
                  <a:pt x="9102" y="2404"/>
                </a:cubicBezTo>
                <a:lnTo>
                  <a:pt x="8065" y="1337"/>
                </a:lnTo>
                <a:cubicBezTo>
                  <a:pt x="7203" y="446"/>
                  <a:pt x="6052" y="0"/>
                  <a:pt x="4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15"/>
          <p:cNvSpPr/>
          <p:nvPr/>
        </p:nvSpPr>
        <p:spPr>
          <a:xfrm>
            <a:off x="6723324" y="2004164"/>
            <a:ext cx="397764" cy="396408"/>
          </a:xfrm>
          <a:custGeom>
            <a:rect b="b" l="l" r="r" t="t"/>
            <a:pathLst>
              <a:path extrusionOk="0" h="17546" w="17606">
                <a:moveTo>
                  <a:pt x="15723" y="4659"/>
                </a:moveTo>
                <a:cubicBezTo>
                  <a:pt x="15379" y="4659"/>
                  <a:pt x="15379" y="5187"/>
                  <a:pt x="15723" y="5187"/>
                </a:cubicBezTo>
                <a:cubicBezTo>
                  <a:pt x="15731" y="5187"/>
                  <a:pt x="15740" y="5187"/>
                  <a:pt x="15750" y="5186"/>
                </a:cubicBezTo>
                <a:lnTo>
                  <a:pt x="16378" y="5186"/>
                </a:lnTo>
                <a:cubicBezTo>
                  <a:pt x="16387" y="5187"/>
                  <a:pt x="16396" y="5187"/>
                  <a:pt x="16404" y="5187"/>
                </a:cubicBezTo>
                <a:cubicBezTo>
                  <a:pt x="16735" y="5187"/>
                  <a:pt x="16735" y="4659"/>
                  <a:pt x="16404" y="4659"/>
                </a:cubicBezTo>
                <a:cubicBezTo>
                  <a:pt x="16396" y="4659"/>
                  <a:pt x="16387" y="4659"/>
                  <a:pt x="16378" y="4660"/>
                </a:cubicBezTo>
                <a:lnTo>
                  <a:pt x="15750" y="4660"/>
                </a:lnTo>
                <a:cubicBezTo>
                  <a:pt x="15740" y="4659"/>
                  <a:pt x="15731" y="4659"/>
                  <a:pt x="15723" y="4659"/>
                </a:cubicBezTo>
                <a:close/>
                <a:moveTo>
                  <a:pt x="3832" y="3687"/>
                </a:moveTo>
                <a:cubicBezTo>
                  <a:pt x="3773" y="3687"/>
                  <a:pt x="3711" y="3711"/>
                  <a:pt x="3653" y="3769"/>
                </a:cubicBezTo>
                <a:lnTo>
                  <a:pt x="2470" y="4733"/>
                </a:lnTo>
                <a:cubicBezTo>
                  <a:pt x="2397" y="4806"/>
                  <a:pt x="2294" y="4835"/>
                  <a:pt x="2207" y="4835"/>
                </a:cubicBezTo>
                <a:lnTo>
                  <a:pt x="322" y="4835"/>
                </a:lnTo>
                <a:cubicBezTo>
                  <a:pt x="1" y="4864"/>
                  <a:pt x="1" y="5317"/>
                  <a:pt x="322" y="5347"/>
                </a:cubicBezTo>
                <a:lnTo>
                  <a:pt x="2207" y="5347"/>
                </a:lnTo>
                <a:cubicBezTo>
                  <a:pt x="2426" y="5347"/>
                  <a:pt x="2630" y="5273"/>
                  <a:pt x="2806" y="5142"/>
                </a:cubicBezTo>
                <a:lnTo>
                  <a:pt x="3989" y="4163"/>
                </a:lnTo>
                <a:cubicBezTo>
                  <a:pt x="4217" y="3992"/>
                  <a:pt x="4044" y="3687"/>
                  <a:pt x="3832" y="3687"/>
                </a:cubicBezTo>
                <a:close/>
                <a:moveTo>
                  <a:pt x="13127" y="6382"/>
                </a:moveTo>
                <a:cubicBezTo>
                  <a:pt x="13631" y="6382"/>
                  <a:pt x="14055" y="6796"/>
                  <a:pt x="14055" y="7319"/>
                </a:cubicBezTo>
                <a:cubicBezTo>
                  <a:pt x="14055" y="7850"/>
                  <a:pt x="13617" y="8269"/>
                  <a:pt x="13103" y="8269"/>
                </a:cubicBezTo>
                <a:cubicBezTo>
                  <a:pt x="13094" y="8269"/>
                  <a:pt x="13085" y="8269"/>
                  <a:pt x="13076" y="8268"/>
                </a:cubicBezTo>
                <a:lnTo>
                  <a:pt x="9789" y="8268"/>
                </a:lnTo>
                <a:cubicBezTo>
                  <a:pt x="9780" y="8269"/>
                  <a:pt x="9771" y="8269"/>
                  <a:pt x="9762" y="8269"/>
                </a:cubicBezTo>
                <a:cubicBezTo>
                  <a:pt x="9233" y="8269"/>
                  <a:pt x="8796" y="7850"/>
                  <a:pt x="8796" y="7319"/>
                </a:cubicBezTo>
                <a:cubicBezTo>
                  <a:pt x="8796" y="6796"/>
                  <a:pt x="9219" y="6382"/>
                  <a:pt x="9736" y="6382"/>
                </a:cubicBezTo>
                <a:cubicBezTo>
                  <a:pt x="9754" y="6382"/>
                  <a:pt x="9771" y="6383"/>
                  <a:pt x="9789" y="6384"/>
                </a:cubicBezTo>
                <a:lnTo>
                  <a:pt x="13076" y="6384"/>
                </a:lnTo>
                <a:cubicBezTo>
                  <a:pt x="13093" y="6383"/>
                  <a:pt x="13110" y="6382"/>
                  <a:pt x="13127" y="6382"/>
                </a:cubicBezTo>
                <a:close/>
                <a:moveTo>
                  <a:pt x="12565" y="8780"/>
                </a:moveTo>
                <a:cubicBezTo>
                  <a:pt x="13076" y="8780"/>
                  <a:pt x="13500" y="9203"/>
                  <a:pt x="13500" y="9715"/>
                </a:cubicBezTo>
                <a:cubicBezTo>
                  <a:pt x="13500" y="10241"/>
                  <a:pt x="13076" y="10664"/>
                  <a:pt x="12565" y="10664"/>
                </a:cubicBezTo>
                <a:lnTo>
                  <a:pt x="9278" y="10664"/>
                </a:lnTo>
                <a:cubicBezTo>
                  <a:pt x="8021" y="10664"/>
                  <a:pt x="8021" y="8780"/>
                  <a:pt x="9278" y="8780"/>
                </a:cubicBezTo>
                <a:close/>
                <a:moveTo>
                  <a:pt x="16086" y="7947"/>
                </a:moveTo>
                <a:cubicBezTo>
                  <a:pt x="16699" y="8721"/>
                  <a:pt x="17094" y="9408"/>
                  <a:pt x="17094" y="9715"/>
                </a:cubicBezTo>
                <a:cubicBezTo>
                  <a:pt x="17094" y="10270"/>
                  <a:pt x="16641" y="10723"/>
                  <a:pt x="16086" y="10723"/>
                </a:cubicBezTo>
                <a:cubicBezTo>
                  <a:pt x="15531" y="10708"/>
                  <a:pt x="15092" y="10270"/>
                  <a:pt x="15092" y="9715"/>
                </a:cubicBezTo>
                <a:cubicBezTo>
                  <a:pt x="15092" y="9408"/>
                  <a:pt x="15472" y="8721"/>
                  <a:pt x="16086" y="7947"/>
                </a:cubicBezTo>
                <a:close/>
                <a:moveTo>
                  <a:pt x="16086" y="7392"/>
                </a:moveTo>
                <a:cubicBezTo>
                  <a:pt x="15954" y="7392"/>
                  <a:pt x="15837" y="7450"/>
                  <a:pt x="15764" y="7553"/>
                </a:cubicBezTo>
                <a:cubicBezTo>
                  <a:pt x="14786" y="8765"/>
                  <a:pt x="14581" y="9393"/>
                  <a:pt x="14581" y="9715"/>
                </a:cubicBezTo>
                <a:cubicBezTo>
                  <a:pt x="14566" y="10548"/>
                  <a:pt x="15253" y="11234"/>
                  <a:pt x="16086" y="11234"/>
                </a:cubicBezTo>
                <a:cubicBezTo>
                  <a:pt x="16933" y="11234"/>
                  <a:pt x="17605" y="10548"/>
                  <a:pt x="17605" y="9715"/>
                </a:cubicBezTo>
                <a:cubicBezTo>
                  <a:pt x="17605" y="9393"/>
                  <a:pt x="17401" y="8765"/>
                  <a:pt x="16422" y="7553"/>
                </a:cubicBezTo>
                <a:cubicBezTo>
                  <a:pt x="16349" y="7450"/>
                  <a:pt x="16217" y="7392"/>
                  <a:pt x="16086" y="7392"/>
                </a:cubicBezTo>
                <a:close/>
                <a:moveTo>
                  <a:pt x="11528" y="11176"/>
                </a:moveTo>
                <a:cubicBezTo>
                  <a:pt x="12039" y="11176"/>
                  <a:pt x="12463" y="11599"/>
                  <a:pt x="12463" y="12111"/>
                </a:cubicBezTo>
                <a:cubicBezTo>
                  <a:pt x="12463" y="12637"/>
                  <a:pt x="12039" y="13060"/>
                  <a:pt x="11528" y="13060"/>
                </a:cubicBezTo>
                <a:lnTo>
                  <a:pt x="9263" y="13060"/>
                </a:lnTo>
                <a:cubicBezTo>
                  <a:pt x="8007" y="13060"/>
                  <a:pt x="8007" y="11176"/>
                  <a:pt x="9263" y="11176"/>
                </a:cubicBezTo>
                <a:close/>
                <a:moveTo>
                  <a:pt x="8660" y="1"/>
                </a:moveTo>
                <a:cubicBezTo>
                  <a:pt x="8389" y="1"/>
                  <a:pt x="8120" y="93"/>
                  <a:pt x="7904" y="277"/>
                </a:cubicBezTo>
                <a:lnTo>
                  <a:pt x="4603" y="2994"/>
                </a:lnTo>
                <a:cubicBezTo>
                  <a:pt x="4426" y="3171"/>
                  <a:pt x="4581" y="3442"/>
                  <a:pt x="4785" y="3442"/>
                </a:cubicBezTo>
                <a:cubicBezTo>
                  <a:pt x="4835" y="3442"/>
                  <a:pt x="4887" y="3426"/>
                  <a:pt x="4939" y="3389"/>
                </a:cubicBezTo>
                <a:lnTo>
                  <a:pt x="8240" y="671"/>
                </a:lnTo>
                <a:cubicBezTo>
                  <a:pt x="8362" y="566"/>
                  <a:pt x="8515" y="515"/>
                  <a:pt x="8669" y="515"/>
                </a:cubicBezTo>
                <a:cubicBezTo>
                  <a:pt x="8794" y="515"/>
                  <a:pt x="8919" y="548"/>
                  <a:pt x="9029" y="613"/>
                </a:cubicBezTo>
                <a:cubicBezTo>
                  <a:pt x="9336" y="818"/>
                  <a:pt x="9438" y="1241"/>
                  <a:pt x="9219" y="1563"/>
                </a:cubicBezTo>
                <a:lnTo>
                  <a:pt x="8124" y="3214"/>
                </a:lnTo>
                <a:cubicBezTo>
                  <a:pt x="7890" y="3535"/>
                  <a:pt x="8138" y="3988"/>
                  <a:pt x="8533" y="3988"/>
                </a:cubicBezTo>
                <a:lnTo>
                  <a:pt x="16159" y="3988"/>
                </a:lnTo>
                <a:cubicBezTo>
                  <a:pt x="16176" y="3987"/>
                  <a:pt x="16194" y="3986"/>
                  <a:pt x="16211" y="3986"/>
                </a:cubicBezTo>
                <a:cubicBezTo>
                  <a:pt x="16728" y="3986"/>
                  <a:pt x="17152" y="4400"/>
                  <a:pt x="17152" y="4923"/>
                </a:cubicBezTo>
                <a:cubicBezTo>
                  <a:pt x="17152" y="5454"/>
                  <a:pt x="16714" y="5873"/>
                  <a:pt x="16186" y="5873"/>
                </a:cubicBezTo>
                <a:cubicBezTo>
                  <a:pt x="16177" y="5873"/>
                  <a:pt x="16168" y="5873"/>
                  <a:pt x="16159" y="5872"/>
                </a:cubicBezTo>
                <a:lnTo>
                  <a:pt x="9789" y="5872"/>
                </a:lnTo>
                <a:cubicBezTo>
                  <a:pt x="8503" y="5872"/>
                  <a:pt x="7861" y="7436"/>
                  <a:pt x="8766" y="8356"/>
                </a:cubicBezTo>
                <a:cubicBezTo>
                  <a:pt x="7685" y="8780"/>
                  <a:pt x="7495" y="10241"/>
                  <a:pt x="8460" y="10913"/>
                </a:cubicBezTo>
                <a:cubicBezTo>
                  <a:pt x="7744" y="11410"/>
                  <a:pt x="7612" y="12403"/>
                  <a:pt x="8167" y="13060"/>
                </a:cubicBezTo>
                <a:lnTo>
                  <a:pt x="5830" y="13060"/>
                </a:lnTo>
                <a:cubicBezTo>
                  <a:pt x="5055" y="13060"/>
                  <a:pt x="4325" y="12666"/>
                  <a:pt x="3887" y="12023"/>
                </a:cubicBezTo>
                <a:cubicBezTo>
                  <a:pt x="3711" y="11775"/>
                  <a:pt x="3419" y="11614"/>
                  <a:pt x="3112" y="11614"/>
                </a:cubicBezTo>
                <a:lnTo>
                  <a:pt x="322" y="11614"/>
                </a:lnTo>
                <a:cubicBezTo>
                  <a:pt x="1" y="11643"/>
                  <a:pt x="1" y="12111"/>
                  <a:pt x="322" y="12125"/>
                </a:cubicBezTo>
                <a:lnTo>
                  <a:pt x="3112" y="12125"/>
                </a:lnTo>
                <a:cubicBezTo>
                  <a:pt x="3244" y="12125"/>
                  <a:pt x="3375" y="12198"/>
                  <a:pt x="3463" y="12315"/>
                </a:cubicBezTo>
                <a:cubicBezTo>
                  <a:pt x="4004" y="13104"/>
                  <a:pt x="4880" y="13572"/>
                  <a:pt x="5830" y="13572"/>
                </a:cubicBezTo>
                <a:lnTo>
                  <a:pt x="11528" y="13572"/>
                </a:lnTo>
                <a:cubicBezTo>
                  <a:pt x="12769" y="13557"/>
                  <a:pt x="13427" y="12111"/>
                  <a:pt x="12638" y="11161"/>
                </a:cubicBezTo>
                <a:cubicBezTo>
                  <a:pt x="13410" y="11117"/>
                  <a:pt x="14007" y="10479"/>
                  <a:pt x="14011" y="9708"/>
                </a:cubicBezTo>
                <a:lnTo>
                  <a:pt x="14011" y="9708"/>
                </a:lnTo>
                <a:cubicBezTo>
                  <a:pt x="14011" y="9710"/>
                  <a:pt x="14011" y="9712"/>
                  <a:pt x="14011" y="9715"/>
                </a:cubicBezTo>
                <a:lnTo>
                  <a:pt x="14011" y="9700"/>
                </a:lnTo>
                <a:cubicBezTo>
                  <a:pt x="14011" y="9703"/>
                  <a:pt x="14011" y="9705"/>
                  <a:pt x="14011" y="9708"/>
                </a:cubicBezTo>
                <a:lnTo>
                  <a:pt x="14011" y="9708"/>
                </a:lnTo>
                <a:cubicBezTo>
                  <a:pt x="14009" y="9330"/>
                  <a:pt x="13863" y="8953"/>
                  <a:pt x="13588" y="8678"/>
                </a:cubicBezTo>
                <a:cubicBezTo>
                  <a:pt x="14523" y="8327"/>
                  <a:pt x="14829" y="7144"/>
                  <a:pt x="14187" y="6384"/>
                </a:cubicBezTo>
                <a:lnTo>
                  <a:pt x="16159" y="6384"/>
                </a:lnTo>
                <a:cubicBezTo>
                  <a:pt x="16919" y="6325"/>
                  <a:pt x="17503" y="5683"/>
                  <a:pt x="17503" y="4923"/>
                </a:cubicBezTo>
                <a:cubicBezTo>
                  <a:pt x="17503" y="4163"/>
                  <a:pt x="16919" y="3520"/>
                  <a:pt x="16159" y="3462"/>
                </a:cubicBezTo>
                <a:lnTo>
                  <a:pt x="8547" y="3462"/>
                </a:lnTo>
                <a:lnTo>
                  <a:pt x="9643" y="1855"/>
                </a:lnTo>
                <a:cubicBezTo>
                  <a:pt x="10023" y="1300"/>
                  <a:pt x="9862" y="540"/>
                  <a:pt x="9307" y="189"/>
                </a:cubicBezTo>
                <a:cubicBezTo>
                  <a:pt x="9109" y="64"/>
                  <a:pt x="8883" y="1"/>
                  <a:pt x="8660" y="1"/>
                </a:cubicBezTo>
                <a:close/>
                <a:moveTo>
                  <a:pt x="14537" y="13703"/>
                </a:moveTo>
                <a:cubicBezTo>
                  <a:pt x="14540" y="13703"/>
                  <a:pt x="14542" y="13703"/>
                  <a:pt x="14544" y="13703"/>
                </a:cubicBezTo>
                <a:lnTo>
                  <a:pt x="14544" y="13703"/>
                </a:lnTo>
                <a:cubicBezTo>
                  <a:pt x="14547" y="13703"/>
                  <a:pt x="14549" y="13703"/>
                  <a:pt x="14552" y="13703"/>
                </a:cubicBezTo>
                <a:close/>
                <a:moveTo>
                  <a:pt x="14544" y="13703"/>
                </a:moveTo>
                <a:cubicBezTo>
                  <a:pt x="14416" y="13705"/>
                  <a:pt x="14302" y="13764"/>
                  <a:pt x="14216" y="13864"/>
                </a:cubicBezTo>
                <a:cubicBezTo>
                  <a:pt x="14128" y="13966"/>
                  <a:pt x="14026" y="14083"/>
                  <a:pt x="13938" y="14200"/>
                </a:cubicBezTo>
                <a:cubicBezTo>
                  <a:pt x="13809" y="14404"/>
                  <a:pt x="13981" y="14609"/>
                  <a:pt x="14163" y="14609"/>
                </a:cubicBezTo>
                <a:cubicBezTo>
                  <a:pt x="14227" y="14609"/>
                  <a:pt x="14293" y="14583"/>
                  <a:pt x="14347" y="14521"/>
                </a:cubicBezTo>
                <a:cubicBezTo>
                  <a:pt x="14420" y="14434"/>
                  <a:pt x="14479" y="14346"/>
                  <a:pt x="14552" y="14258"/>
                </a:cubicBezTo>
                <a:cubicBezTo>
                  <a:pt x="15165" y="15033"/>
                  <a:pt x="15545" y="15719"/>
                  <a:pt x="15545" y="16026"/>
                </a:cubicBezTo>
                <a:cubicBezTo>
                  <a:pt x="15545" y="16581"/>
                  <a:pt x="15107" y="17034"/>
                  <a:pt x="14552" y="17034"/>
                </a:cubicBezTo>
                <a:cubicBezTo>
                  <a:pt x="13997" y="17034"/>
                  <a:pt x="13544" y="16581"/>
                  <a:pt x="13544" y="16026"/>
                </a:cubicBezTo>
                <a:cubicBezTo>
                  <a:pt x="13558" y="15822"/>
                  <a:pt x="13631" y="15632"/>
                  <a:pt x="13734" y="15456"/>
                </a:cubicBezTo>
                <a:cubicBezTo>
                  <a:pt x="13841" y="15251"/>
                  <a:pt x="13674" y="15079"/>
                  <a:pt x="13504" y="15079"/>
                </a:cubicBezTo>
                <a:cubicBezTo>
                  <a:pt x="13419" y="15079"/>
                  <a:pt x="13334" y="15121"/>
                  <a:pt x="13281" y="15223"/>
                </a:cubicBezTo>
                <a:cubicBezTo>
                  <a:pt x="13135" y="15471"/>
                  <a:pt x="13047" y="15734"/>
                  <a:pt x="13032" y="16026"/>
                </a:cubicBezTo>
                <a:cubicBezTo>
                  <a:pt x="13032" y="16859"/>
                  <a:pt x="13704" y="17546"/>
                  <a:pt x="14537" y="17546"/>
                </a:cubicBezTo>
                <a:cubicBezTo>
                  <a:pt x="15385" y="17546"/>
                  <a:pt x="16057" y="16859"/>
                  <a:pt x="16057" y="16026"/>
                </a:cubicBezTo>
                <a:cubicBezTo>
                  <a:pt x="16057" y="15705"/>
                  <a:pt x="15852" y="15062"/>
                  <a:pt x="14873" y="13864"/>
                </a:cubicBezTo>
                <a:cubicBezTo>
                  <a:pt x="14801" y="13764"/>
                  <a:pt x="14673" y="13705"/>
                  <a:pt x="14544" y="137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15"/>
          <p:cNvSpPr/>
          <p:nvPr/>
        </p:nvSpPr>
        <p:spPr>
          <a:xfrm>
            <a:off x="6097498" y="3958834"/>
            <a:ext cx="299893" cy="397334"/>
          </a:xfrm>
          <a:custGeom>
            <a:rect b="b" l="l" r="r" t="t"/>
            <a:pathLst>
              <a:path extrusionOk="0" h="17587" w="13274">
                <a:moveTo>
                  <a:pt x="6648" y="877"/>
                </a:moveTo>
                <a:cubicBezTo>
                  <a:pt x="6502" y="877"/>
                  <a:pt x="6385" y="994"/>
                  <a:pt x="6385" y="1140"/>
                </a:cubicBezTo>
                <a:lnTo>
                  <a:pt x="6385" y="1389"/>
                </a:lnTo>
                <a:lnTo>
                  <a:pt x="6137" y="1389"/>
                </a:lnTo>
                <a:cubicBezTo>
                  <a:pt x="6128" y="1388"/>
                  <a:pt x="6119" y="1388"/>
                  <a:pt x="6111" y="1388"/>
                </a:cubicBezTo>
                <a:cubicBezTo>
                  <a:pt x="5784" y="1388"/>
                  <a:pt x="5780" y="1902"/>
                  <a:pt x="6099" y="1902"/>
                </a:cubicBezTo>
                <a:cubicBezTo>
                  <a:pt x="6111" y="1902"/>
                  <a:pt x="6124" y="1901"/>
                  <a:pt x="6137" y="1900"/>
                </a:cubicBezTo>
                <a:lnTo>
                  <a:pt x="6400" y="1900"/>
                </a:lnTo>
                <a:lnTo>
                  <a:pt x="6400" y="2163"/>
                </a:lnTo>
                <a:cubicBezTo>
                  <a:pt x="6407" y="2324"/>
                  <a:pt x="6528" y="2404"/>
                  <a:pt x="6650" y="2404"/>
                </a:cubicBezTo>
                <a:cubicBezTo>
                  <a:pt x="6772" y="2404"/>
                  <a:pt x="6896" y="2324"/>
                  <a:pt x="6911" y="2163"/>
                </a:cubicBezTo>
                <a:lnTo>
                  <a:pt x="6911" y="1900"/>
                </a:lnTo>
                <a:lnTo>
                  <a:pt x="7159" y="1900"/>
                </a:lnTo>
                <a:cubicBezTo>
                  <a:pt x="7173" y="1901"/>
                  <a:pt x="7186" y="1902"/>
                  <a:pt x="7199" y="1902"/>
                </a:cubicBezTo>
                <a:cubicBezTo>
                  <a:pt x="7530" y="1902"/>
                  <a:pt x="7526" y="1388"/>
                  <a:pt x="7187" y="1388"/>
                </a:cubicBezTo>
                <a:cubicBezTo>
                  <a:pt x="7178" y="1388"/>
                  <a:pt x="7169" y="1388"/>
                  <a:pt x="7159" y="1389"/>
                </a:cubicBezTo>
                <a:lnTo>
                  <a:pt x="6911" y="1389"/>
                </a:lnTo>
                <a:lnTo>
                  <a:pt x="6911" y="1140"/>
                </a:lnTo>
                <a:cubicBezTo>
                  <a:pt x="6911" y="994"/>
                  <a:pt x="6794" y="877"/>
                  <a:pt x="6648" y="877"/>
                </a:cubicBezTo>
                <a:close/>
                <a:moveTo>
                  <a:pt x="6706" y="3273"/>
                </a:moveTo>
                <a:cubicBezTo>
                  <a:pt x="8065" y="3273"/>
                  <a:pt x="9438" y="3478"/>
                  <a:pt x="10739" y="3887"/>
                </a:cubicBezTo>
                <a:cubicBezTo>
                  <a:pt x="10958" y="4398"/>
                  <a:pt x="11060" y="4953"/>
                  <a:pt x="11060" y="5523"/>
                </a:cubicBezTo>
                <a:lnTo>
                  <a:pt x="11046" y="5669"/>
                </a:lnTo>
                <a:cubicBezTo>
                  <a:pt x="10899" y="5582"/>
                  <a:pt x="10724" y="5538"/>
                  <a:pt x="10549" y="5538"/>
                </a:cubicBezTo>
                <a:lnTo>
                  <a:pt x="10315" y="5538"/>
                </a:lnTo>
                <a:cubicBezTo>
                  <a:pt x="9994" y="5421"/>
                  <a:pt x="9701" y="5231"/>
                  <a:pt x="9453" y="4983"/>
                </a:cubicBezTo>
                <a:cubicBezTo>
                  <a:pt x="9278" y="4807"/>
                  <a:pt x="9132" y="4588"/>
                  <a:pt x="9029" y="4354"/>
                </a:cubicBezTo>
                <a:cubicBezTo>
                  <a:pt x="8949" y="4184"/>
                  <a:pt x="8780" y="4082"/>
                  <a:pt x="8606" y="4082"/>
                </a:cubicBezTo>
                <a:cubicBezTo>
                  <a:pt x="8526" y="4082"/>
                  <a:pt x="8446" y="4104"/>
                  <a:pt x="8372" y="4150"/>
                </a:cubicBezTo>
                <a:cubicBezTo>
                  <a:pt x="6818" y="5060"/>
                  <a:pt x="5063" y="5540"/>
                  <a:pt x="3274" y="5540"/>
                </a:cubicBezTo>
                <a:cubicBezTo>
                  <a:pt x="3196" y="5540"/>
                  <a:pt x="3118" y="5540"/>
                  <a:pt x="3039" y="5538"/>
                </a:cubicBezTo>
                <a:lnTo>
                  <a:pt x="2762" y="5538"/>
                </a:lnTo>
                <a:cubicBezTo>
                  <a:pt x="2572" y="5538"/>
                  <a:pt x="2411" y="5582"/>
                  <a:pt x="2251" y="5669"/>
                </a:cubicBezTo>
                <a:lnTo>
                  <a:pt x="2251" y="5523"/>
                </a:lnTo>
                <a:cubicBezTo>
                  <a:pt x="2251" y="4968"/>
                  <a:pt x="2353" y="4427"/>
                  <a:pt x="2557" y="3916"/>
                </a:cubicBezTo>
                <a:cubicBezTo>
                  <a:pt x="3901" y="3492"/>
                  <a:pt x="5289" y="3273"/>
                  <a:pt x="6706" y="3273"/>
                </a:cubicBezTo>
                <a:close/>
                <a:moveTo>
                  <a:pt x="10534" y="6049"/>
                </a:moveTo>
                <a:cubicBezTo>
                  <a:pt x="11206" y="6049"/>
                  <a:pt x="11206" y="7057"/>
                  <a:pt x="10534" y="7057"/>
                </a:cubicBezTo>
                <a:lnTo>
                  <a:pt x="10534" y="6049"/>
                </a:lnTo>
                <a:close/>
                <a:moveTo>
                  <a:pt x="2762" y="6049"/>
                </a:moveTo>
                <a:lnTo>
                  <a:pt x="2762" y="7057"/>
                </a:lnTo>
                <a:cubicBezTo>
                  <a:pt x="2754" y="7058"/>
                  <a:pt x="2745" y="7058"/>
                  <a:pt x="2737" y="7058"/>
                </a:cubicBezTo>
                <a:cubicBezTo>
                  <a:pt x="2470" y="7058"/>
                  <a:pt x="2236" y="6830"/>
                  <a:pt x="2251" y="6560"/>
                </a:cubicBezTo>
                <a:cubicBezTo>
                  <a:pt x="2251" y="6268"/>
                  <a:pt x="2484" y="6049"/>
                  <a:pt x="2762" y="6049"/>
                </a:cubicBezTo>
                <a:close/>
                <a:moveTo>
                  <a:pt x="4997" y="6254"/>
                </a:moveTo>
                <a:cubicBezTo>
                  <a:pt x="4851" y="6254"/>
                  <a:pt x="4734" y="6370"/>
                  <a:pt x="4734" y="6517"/>
                </a:cubicBezTo>
                <a:lnTo>
                  <a:pt x="4734" y="7101"/>
                </a:lnTo>
                <a:cubicBezTo>
                  <a:pt x="4720" y="7284"/>
                  <a:pt x="4855" y="7375"/>
                  <a:pt x="4990" y="7375"/>
                </a:cubicBezTo>
                <a:cubicBezTo>
                  <a:pt x="5125" y="7375"/>
                  <a:pt x="5260" y="7284"/>
                  <a:pt x="5246" y="7101"/>
                </a:cubicBezTo>
                <a:lnTo>
                  <a:pt x="5246" y="6517"/>
                </a:lnTo>
                <a:cubicBezTo>
                  <a:pt x="5246" y="6370"/>
                  <a:pt x="5129" y="6254"/>
                  <a:pt x="4997" y="6254"/>
                </a:cubicBezTo>
                <a:close/>
                <a:moveTo>
                  <a:pt x="8299" y="6254"/>
                </a:moveTo>
                <a:cubicBezTo>
                  <a:pt x="8167" y="6254"/>
                  <a:pt x="8051" y="6370"/>
                  <a:pt x="8051" y="6517"/>
                </a:cubicBezTo>
                <a:lnTo>
                  <a:pt x="8051" y="7101"/>
                </a:lnTo>
                <a:cubicBezTo>
                  <a:pt x="8029" y="7284"/>
                  <a:pt x="8164" y="7375"/>
                  <a:pt x="8301" y="7375"/>
                </a:cubicBezTo>
                <a:cubicBezTo>
                  <a:pt x="8438" y="7375"/>
                  <a:pt x="8577" y="7284"/>
                  <a:pt x="8562" y="7101"/>
                </a:cubicBezTo>
                <a:lnTo>
                  <a:pt x="8562" y="6517"/>
                </a:lnTo>
                <a:cubicBezTo>
                  <a:pt x="8562" y="6370"/>
                  <a:pt x="8445" y="6254"/>
                  <a:pt x="8299" y="6254"/>
                </a:cubicBezTo>
                <a:close/>
                <a:moveTo>
                  <a:pt x="7183" y="8622"/>
                </a:moveTo>
                <a:cubicBezTo>
                  <a:pt x="7128" y="8622"/>
                  <a:pt x="7069" y="8643"/>
                  <a:pt x="7013" y="8693"/>
                </a:cubicBezTo>
                <a:cubicBezTo>
                  <a:pt x="6904" y="8766"/>
                  <a:pt x="6776" y="8803"/>
                  <a:pt x="6648" y="8803"/>
                </a:cubicBezTo>
                <a:cubicBezTo>
                  <a:pt x="6520" y="8803"/>
                  <a:pt x="6392" y="8766"/>
                  <a:pt x="6283" y="8693"/>
                </a:cubicBezTo>
                <a:cubicBezTo>
                  <a:pt x="6235" y="8666"/>
                  <a:pt x="6188" y="8654"/>
                  <a:pt x="6143" y="8654"/>
                </a:cubicBezTo>
                <a:cubicBezTo>
                  <a:pt x="5930" y="8654"/>
                  <a:pt x="5785" y="8933"/>
                  <a:pt x="5991" y="9102"/>
                </a:cubicBezTo>
                <a:cubicBezTo>
                  <a:pt x="6181" y="9249"/>
                  <a:pt x="6414" y="9322"/>
                  <a:pt x="6648" y="9322"/>
                </a:cubicBezTo>
                <a:lnTo>
                  <a:pt x="6692" y="9322"/>
                </a:lnTo>
                <a:cubicBezTo>
                  <a:pt x="6911" y="9307"/>
                  <a:pt x="7130" y="9234"/>
                  <a:pt x="7305" y="9102"/>
                </a:cubicBezTo>
                <a:cubicBezTo>
                  <a:pt x="7562" y="8951"/>
                  <a:pt x="7400" y="8622"/>
                  <a:pt x="7183" y="8622"/>
                </a:cubicBezTo>
                <a:close/>
                <a:moveTo>
                  <a:pt x="2251" y="7437"/>
                </a:moveTo>
                <a:cubicBezTo>
                  <a:pt x="2411" y="7525"/>
                  <a:pt x="2587" y="7568"/>
                  <a:pt x="2777" y="7568"/>
                </a:cubicBezTo>
                <a:cubicBezTo>
                  <a:pt x="2893" y="8898"/>
                  <a:pt x="3682" y="10067"/>
                  <a:pt x="4866" y="10695"/>
                </a:cubicBezTo>
                <a:lnTo>
                  <a:pt x="4866" y="10943"/>
                </a:lnTo>
                <a:cubicBezTo>
                  <a:pt x="4866" y="11133"/>
                  <a:pt x="4749" y="11294"/>
                  <a:pt x="4573" y="11352"/>
                </a:cubicBezTo>
                <a:lnTo>
                  <a:pt x="2251" y="12141"/>
                </a:lnTo>
                <a:lnTo>
                  <a:pt x="2251" y="7437"/>
                </a:lnTo>
                <a:close/>
                <a:moveTo>
                  <a:pt x="8577" y="4617"/>
                </a:moveTo>
                <a:cubicBezTo>
                  <a:pt x="8693" y="4895"/>
                  <a:pt x="8869" y="5143"/>
                  <a:pt x="9073" y="5348"/>
                </a:cubicBezTo>
                <a:cubicBezTo>
                  <a:pt x="9351" y="5625"/>
                  <a:pt x="9658" y="5830"/>
                  <a:pt x="10008" y="5976"/>
                </a:cubicBezTo>
                <a:lnTo>
                  <a:pt x="10008" y="7247"/>
                </a:lnTo>
                <a:cubicBezTo>
                  <a:pt x="10008" y="7641"/>
                  <a:pt x="9950" y="8021"/>
                  <a:pt x="9818" y="8387"/>
                </a:cubicBezTo>
                <a:cubicBezTo>
                  <a:pt x="9735" y="8598"/>
                  <a:pt x="9896" y="8746"/>
                  <a:pt x="10060" y="8746"/>
                </a:cubicBezTo>
                <a:cubicBezTo>
                  <a:pt x="10155" y="8746"/>
                  <a:pt x="10252" y="8695"/>
                  <a:pt x="10300" y="8577"/>
                </a:cubicBezTo>
                <a:cubicBezTo>
                  <a:pt x="10417" y="8255"/>
                  <a:pt x="10490" y="7919"/>
                  <a:pt x="10520" y="7583"/>
                </a:cubicBezTo>
                <a:cubicBezTo>
                  <a:pt x="10695" y="7583"/>
                  <a:pt x="10885" y="7539"/>
                  <a:pt x="11046" y="7452"/>
                </a:cubicBezTo>
                <a:lnTo>
                  <a:pt x="11046" y="12141"/>
                </a:lnTo>
                <a:lnTo>
                  <a:pt x="8723" y="11352"/>
                </a:lnTo>
                <a:cubicBezTo>
                  <a:pt x="8547" y="11294"/>
                  <a:pt x="8430" y="11133"/>
                  <a:pt x="8430" y="10943"/>
                </a:cubicBezTo>
                <a:lnTo>
                  <a:pt x="8430" y="10710"/>
                </a:lnTo>
                <a:cubicBezTo>
                  <a:pt x="8913" y="10461"/>
                  <a:pt x="9322" y="10125"/>
                  <a:pt x="9672" y="9701"/>
                </a:cubicBezTo>
                <a:cubicBezTo>
                  <a:pt x="9823" y="9508"/>
                  <a:pt x="9648" y="9282"/>
                  <a:pt x="9458" y="9282"/>
                </a:cubicBezTo>
                <a:cubicBezTo>
                  <a:pt x="9391" y="9282"/>
                  <a:pt x="9321" y="9311"/>
                  <a:pt x="9263" y="9380"/>
                </a:cubicBezTo>
                <a:cubicBezTo>
                  <a:pt x="8942" y="9774"/>
                  <a:pt x="8533" y="10096"/>
                  <a:pt x="8080" y="10315"/>
                </a:cubicBezTo>
                <a:lnTo>
                  <a:pt x="8051" y="10315"/>
                </a:lnTo>
                <a:cubicBezTo>
                  <a:pt x="7640" y="10520"/>
                  <a:pt x="7190" y="10623"/>
                  <a:pt x="6726" y="10623"/>
                </a:cubicBezTo>
                <a:cubicBezTo>
                  <a:pt x="6695" y="10623"/>
                  <a:pt x="6664" y="10623"/>
                  <a:pt x="6633" y="10622"/>
                </a:cubicBezTo>
                <a:cubicBezTo>
                  <a:pt x="4763" y="10607"/>
                  <a:pt x="3273" y="9088"/>
                  <a:pt x="3273" y="7218"/>
                </a:cubicBezTo>
                <a:lnTo>
                  <a:pt x="3273" y="6049"/>
                </a:lnTo>
                <a:cubicBezTo>
                  <a:pt x="5129" y="6049"/>
                  <a:pt x="6955" y="5552"/>
                  <a:pt x="8577" y="4617"/>
                </a:cubicBezTo>
                <a:close/>
                <a:moveTo>
                  <a:pt x="5377" y="10929"/>
                </a:moveTo>
                <a:cubicBezTo>
                  <a:pt x="5786" y="11075"/>
                  <a:pt x="6210" y="11148"/>
                  <a:pt x="6633" y="11148"/>
                </a:cubicBezTo>
                <a:cubicBezTo>
                  <a:pt x="7072" y="11148"/>
                  <a:pt x="7495" y="11075"/>
                  <a:pt x="7904" y="10943"/>
                </a:cubicBezTo>
                <a:cubicBezTo>
                  <a:pt x="7904" y="11235"/>
                  <a:pt x="8036" y="11528"/>
                  <a:pt x="8270" y="11703"/>
                </a:cubicBezTo>
                <a:lnTo>
                  <a:pt x="6677" y="13295"/>
                </a:lnTo>
                <a:lnTo>
                  <a:pt x="5056" y="11659"/>
                </a:lnTo>
                <a:cubicBezTo>
                  <a:pt x="5260" y="11484"/>
                  <a:pt x="5377" y="11221"/>
                  <a:pt x="5377" y="10929"/>
                </a:cubicBezTo>
                <a:close/>
                <a:moveTo>
                  <a:pt x="6648" y="14727"/>
                </a:moveTo>
                <a:cubicBezTo>
                  <a:pt x="6414" y="14727"/>
                  <a:pt x="6297" y="15005"/>
                  <a:pt x="6458" y="15165"/>
                </a:cubicBezTo>
                <a:cubicBezTo>
                  <a:pt x="6517" y="15219"/>
                  <a:pt x="6586" y="15243"/>
                  <a:pt x="6653" y="15243"/>
                </a:cubicBezTo>
                <a:cubicBezTo>
                  <a:pt x="6788" y="15243"/>
                  <a:pt x="6911" y="15146"/>
                  <a:pt x="6911" y="14990"/>
                </a:cubicBezTo>
                <a:cubicBezTo>
                  <a:pt x="6896" y="14844"/>
                  <a:pt x="6794" y="14727"/>
                  <a:pt x="6648" y="14727"/>
                </a:cubicBezTo>
                <a:close/>
                <a:moveTo>
                  <a:pt x="6648" y="16276"/>
                </a:moveTo>
                <a:cubicBezTo>
                  <a:pt x="6414" y="16276"/>
                  <a:pt x="6297" y="16553"/>
                  <a:pt x="6458" y="16714"/>
                </a:cubicBezTo>
                <a:cubicBezTo>
                  <a:pt x="6509" y="16765"/>
                  <a:pt x="6573" y="16788"/>
                  <a:pt x="6635" y="16788"/>
                </a:cubicBezTo>
                <a:cubicBezTo>
                  <a:pt x="6769" y="16788"/>
                  <a:pt x="6901" y="16683"/>
                  <a:pt x="6911" y="16524"/>
                </a:cubicBezTo>
                <a:cubicBezTo>
                  <a:pt x="6911" y="16393"/>
                  <a:pt x="6794" y="16276"/>
                  <a:pt x="6648" y="16276"/>
                </a:cubicBezTo>
                <a:close/>
                <a:moveTo>
                  <a:pt x="6604" y="1"/>
                </a:moveTo>
                <a:cubicBezTo>
                  <a:pt x="5918" y="1"/>
                  <a:pt x="5216" y="44"/>
                  <a:pt x="4515" y="118"/>
                </a:cubicBezTo>
                <a:cubicBezTo>
                  <a:pt x="4199" y="175"/>
                  <a:pt x="4250" y="629"/>
                  <a:pt x="4559" y="629"/>
                </a:cubicBezTo>
                <a:cubicBezTo>
                  <a:pt x="4564" y="629"/>
                  <a:pt x="4569" y="629"/>
                  <a:pt x="4573" y="629"/>
                </a:cubicBezTo>
                <a:cubicBezTo>
                  <a:pt x="5264" y="556"/>
                  <a:pt x="5955" y="520"/>
                  <a:pt x="6645" y="520"/>
                </a:cubicBezTo>
                <a:cubicBezTo>
                  <a:pt x="8322" y="520"/>
                  <a:pt x="9991" y="735"/>
                  <a:pt x="11615" y="1169"/>
                </a:cubicBezTo>
                <a:cubicBezTo>
                  <a:pt x="11659" y="1184"/>
                  <a:pt x="11688" y="1242"/>
                  <a:pt x="11674" y="1286"/>
                </a:cubicBezTo>
                <a:cubicBezTo>
                  <a:pt x="11528" y="1637"/>
                  <a:pt x="11382" y="1944"/>
                  <a:pt x="11250" y="2236"/>
                </a:cubicBezTo>
                <a:cubicBezTo>
                  <a:pt x="11089" y="2572"/>
                  <a:pt x="10929" y="2923"/>
                  <a:pt x="10753" y="3361"/>
                </a:cubicBezTo>
                <a:cubicBezTo>
                  <a:pt x="9438" y="2966"/>
                  <a:pt x="8065" y="2762"/>
                  <a:pt x="6692" y="2762"/>
                </a:cubicBezTo>
                <a:cubicBezTo>
                  <a:pt x="5275" y="2762"/>
                  <a:pt x="3858" y="2981"/>
                  <a:pt x="2499" y="3390"/>
                </a:cubicBezTo>
                <a:lnTo>
                  <a:pt x="1608" y="1286"/>
                </a:lnTo>
                <a:cubicBezTo>
                  <a:pt x="1593" y="1242"/>
                  <a:pt x="1622" y="1184"/>
                  <a:pt x="1666" y="1169"/>
                </a:cubicBezTo>
                <a:cubicBezTo>
                  <a:pt x="2236" y="1023"/>
                  <a:pt x="2820" y="892"/>
                  <a:pt x="3405" y="804"/>
                </a:cubicBezTo>
                <a:cubicBezTo>
                  <a:pt x="3708" y="749"/>
                  <a:pt x="3660" y="303"/>
                  <a:pt x="3370" y="303"/>
                </a:cubicBezTo>
                <a:cubicBezTo>
                  <a:pt x="3353" y="303"/>
                  <a:pt x="3336" y="304"/>
                  <a:pt x="3317" y="307"/>
                </a:cubicBezTo>
                <a:cubicBezTo>
                  <a:pt x="2718" y="410"/>
                  <a:pt x="2119" y="527"/>
                  <a:pt x="1535" y="687"/>
                </a:cubicBezTo>
                <a:cubicBezTo>
                  <a:pt x="1374" y="731"/>
                  <a:pt x="1228" y="848"/>
                  <a:pt x="1155" y="1009"/>
                </a:cubicBezTo>
                <a:cubicBezTo>
                  <a:pt x="1082" y="1155"/>
                  <a:pt x="1067" y="1345"/>
                  <a:pt x="1140" y="1505"/>
                </a:cubicBezTo>
                <a:lnTo>
                  <a:pt x="2075" y="3711"/>
                </a:lnTo>
                <a:cubicBezTo>
                  <a:pt x="1841" y="4296"/>
                  <a:pt x="1725" y="4924"/>
                  <a:pt x="1725" y="5538"/>
                </a:cubicBezTo>
                <a:lnTo>
                  <a:pt x="1725" y="12331"/>
                </a:lnTo>
                <a:lnTo>
                  <a:pt x="1593" y="12375"/>
                </a:lnTo>
                <a:cubicBezTo>
                  <a:pt x="643" y="12696"/>
                  <a:pt x="15" y="13573"/>
                  <a:pt x="15" y="14566"/>
                </a:cubicBezTo>
                <a:lnTo>
                  <a:pt x="15" y="17313"/>
                </a:lnTo>
                <a:cubicBezTo>
                  <a:pt x="1" y="17496"/>
                  <a:pt x="136" y="17587"/>
                  <a:pt x="271" y="17587"/>
                </a:cubicBezTo>
                <a:cubicBezTo>
                  <a:pt x="406" y="17587"/>
                  <a:pt x="541" y="17496"/>
                  <a:pt x="527" y="17313"/>
                </a:cubicBezTo>
                <a:lnTo>
                  <a:pt x="527" y="14566"/>
                </a:lnTo>
                <a:cubicBezTo>
                  <a:pt x="527" y="13807"/>
                  <a:pt x="1023" y="13120"/>
                  <a:pt x="1754" y="12872"/>
                </a:cubicBezTo>
                <a:lnTo>
                  <a:pt x="4559" y="11922"/>
                </a:lnTo>
                <a:lnTo>
                  <a:pt x="6400" y="13763"/>
                </a:lnTo>
                <a:cubicBezTo>
                  <a:pt x="6473" y="13836"/>
                  <a:pt x="6571" y="13872"/>
                  <a:pt x="6670" y="13872"/>
                </a:cubicBezTo>
                <a:cubicBezTo>
                  <a:pt x="6769" y="13872"/>
                  <a:pt x="6867" y="13836"/>
                  <a:pt x="6940" y="13763"/>
                </a:cubicBezTo>
                <a:lnTo>
                  <a:pt x="8766" y="11937"/>
                </a:lnTo>
                <a:lnTo>
                  <a:pt x="11513" y="12872"/>
                </a:lnTo>
                <a:cubicBezTo>
                  <a:pt x="12258" y="13105"/>
                  <a:pt x="12740" y="13792"/>
                  <a:pt x="12740" y="14566"/>
                </a:cubicBezTo>
                <a:lnTo>
                  <a:pt x="12740" y="17313"/>
                </a:lnTo>
                <a:cubicBezTo>
                  <a:pt x="12726" y="17496"/>
                  <a:pt x="12864" y="17587"/>
                  <a:pt x="13001" y="17587"/>
                </a:cubicBezTo>
                <a:cubicBezTo>
                  <a:pt x="13138" y="17587"/>
                  <a:pt x="13274" y="17496"/>
                  <a:pt x="13252" y="17313"/>
                </a:cubicBezTo>
                <a:lnTo>
                  <a:pt x="13252" y="14566"/>
                </a:lnTo>
                <a:cubicBezTo>
                  <a:pt x="13266" y="13573"/>
                  <a:pt x="12623" y="12696"/>
                  <a:pt x="11688" y="12375"/>
                </a:cubicBezTo>
                <a:lnTo>
                  <a:pt x="11703" y="12360"/>
                </a:lnTo>
                <a:lnTo>
                  <a:pt x="11572" y="12317"/>
                </a:lnTo>
                <a:lnTo>
                  <a:pt x="11572" y="5523"/>
                </a:lnTo>
                <a:cubicBezTo>
                  <a:pt x="11572" y="4880"/>
                  <a:pt x="11440" y="4237"/>
                  <a:pt x="11206" y="3653"/>
                </a:cubicBezTo>
                <a:cubicBezTo>
                  <a:pt x="11367" y="3186"/>
                  <a:pt x="11542" y="2835"/>
                  <a:pt x="11718" y="2455"/>
                </a:cubicBezTo>
                <a:cubicBezTo>
                  <a:pt x="11864" y="2148"/>
                  <a:pt x="12010" y="1841"/>
                  <a:pt x="12156" y="1476"/>
                </a:cubicBezTo>
                <a:cubicBezTo>
                  <a:pt x="12287" y="1140"/>
                  <a:pt x="12097" y="760"/>
                  <a:pt x="11747" y="673"/>
                </a:cubicBezTo>
                <a:cubicBezTo>
                  <a:pt x="10081" y="234"/>
                  <a:pt x="8357" y="1"/>
                  <a:pt x="66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15"/>
          <p:cNvSpPr/>
          <p:nvPr/>
        </p:nvSpPr>
        <p:spPr>
          <a:xfrm>
            <a:off x="6047658" y="3325103"/>
            <a:ext cx="408314" cy="361006"/>
          </a:xfrm>
          <a:custGeom>
            <a:rect b="b" l="l" r="r" t="t"/>
            <a:pathLst>
              <a:path extrusionOk="0" h="15979" w="18073">
                <a:moveTo>
                  <a:pt x="15209" y="628"/>
                </a:moveTo>
                <a:cubicBezTo>
                  <a:pt x="15209" y="1549"/>
                  <a:pt x="14464" y="2294"/>
                  <a:pt x="13544" y="2294"/>
                </a:cubicBezTo>
                <a:cubicBezTo>
                  <a:pt x="13544" y="1373"/>
                  <a:pt x="14289" y="628"/>
                  <a:pt x="15209" y="628"/>
                </a:cubicBezTo>
                <a:close/>
                <a:moveTo>
                  <a:pt x="3180" y="2304"/>
                </a:moveTo>
                <a:cubicBezTo>
                  <a:pt x="3913" y="2304"/>
                  <a:pt x="4610" y="2593"/>
                  <a:pt x="5129" y="3112"/>
                </a:cubicBezTo>
                <a:cubicBezTo>
                  <a:pt x="5596" y="3580"/>
                  <a:pt x="5888" y="4193"/>
                  <a:pt x="5932" y="4851"/>
                </a:cubicBezTo>
                <a:lnTo>
                  <a:pt x="4778" y="3696"/>
                </a:lnTo>
                <a:cubicBezTo>
                  <a:pt x="4720" y="3638"/>
                  <a:pt x="4655" y="3613"/>
                  <a:pt x="4593" y="3613"/>
                </a:cubicBezTo>
                <a:cubicBezTo>
                  <a:pt x="4392" y="3613"/>
                  <a:pt x="4223" y="3872"/>
                  <a:pt x="4413" y="4062"/>
                </a:cubicBezTo>
                <a:lnTo>
                  <a:pt x="5567" y="5216"/>
                </a:lnTo>
                <a:cubicBezTo>
                  <a:pt x="4909" y="5172"/>
                  <a:pt x="4296" y="4880"/>
                  <a:pt x="3843" y="4398"/>
                </a:cubicBezTo>
                <a:cubicBezTo>
                  <a:pt x="3273" y="3857"/>
                  <a:pt x="2981" y="3097"/>
                  <a:pt x="3025" y="2308"/>
                </a:cubicBezTo>
                <a:cubicBezTo>
                  <a:pt x="3077" y="2306"/>
                  <a:pt x="3128" y="2304"/>
                  <a:pt x="3180" y="2304"/>
                </a:cubicBezTo>
                <a:close/>
                <a:moveTo>
                  <a:pt x="11689" y="11616"/>
                </a:moveTo>
                <a:cubicBezTo>
                  <a:pt x="11747" y="11616"/>
                  <a:pt x="11804" y="11634"/>
                  <a:pt x="11849" y="11673"/>
                </a:cubicBezTo>
                <a:cubicBezTo>
                  <a:pt x="11951" y="11776"/>
                  <a:pt x="11951" y="11936"/>
                  <a:pt x="11849" y="12038"/>
                </a:cubicBezTo>
                <a:lnTo>
                  <a:pt x="11864" y="12053"/>
                </a:lnTo>
                <a:lnTo>
                  <a:pt x="10257" y="13660"/>
                </a:lnTo>
                <a:cubicBezTo>
                  <a:pt x="10169" y="13741"/>
                  <a:pt x="10059" y="13781"/>
                  <a:pt x="9950" y="13781"/>
                </a:cubicBezTo>
                <a:cubicBezTo>
                  <a:pt x="9840" y="13781"/>
                  <a:pt x="9731" y="13741"/>
                  <a:pt x="9643" y="13660"/>
                </a:cubicBezTo>
                <a:lnTo>
                  <a:pt x="9073" y="13090"/>
                </a:lnTo>
                <a:cubicBezTo>
                  <a:pt x="8894" y="12900"/>
                  <a:pt x="9066" y="12642"/>
                  <a:pt x="9261" y="12642"/>
                </a:cubicBezTo>
                <a:cubicBezTo>
                  <a:pt x="9321" y="12642"/>
                  <a:pt x="9383" y="12667"/>
                  <a:pt x="9438" y="12725"/>
                </a:cubicBezTo>
                <a:lnTo>
                  <a:pt x="9701" y="12974"/>
                </a:lnTo>
                <a:cubicBezTo>
                  <a:pt x="9774" y="13047"/>
                  <a:pt x="9866" y="13083"/>
                  <a:pt x="9957" y="13083"/>
                </a:cubicBezTo>
                <a:cubicBezTo>
                  <a:pt x="10048" y="13083"/>
                  <a:pt x="10140" y="13047"/>
                  <a:pt x="10213" y="12974"/>
                </a:cubicBezTo>
                <a:lnTo>
                  <a:pt x="11484" y="11702"/>
                </a:lnTo>
                <a:cubicBezTo>
                  <a:pt x="11541" y="11645"/>
                  <a:pt x="11616" y="11616"/>
                  <a:pt x="11689" y="11616"/>
                </a:cubicBezTo>
                <a:close/>
                <a:moveTo>
                  <a:pt x="11691" y="11101"/>
                </a:moveTo>
                <a:cubicBezTo>
                  <a:pt x="11483" y="11101"/>
                  <a:pt x="11274" y="11182"/>
                  <a:pt x="11119" y="11337"/>
                </a:cubicBezTo>
                <a:lnTo>
                  <a:pt x="9950" y="12506"/>
                </a:lnTo>
                <a:lnTo>
                  <a:pt x="9804" y="12360"/>
                </a:lnTo>
                <a:cubicBezTo>
                  <a:pt x="9634" y="12190"/>
                  <a:pt x="9444" y="12119"/>
                  <a:pt x="9263" y="12119"/>
                </a:cubicBezTo>
                <a:cubicBezTo>
                  <a:pt x="8663" y="12119"/>
                  <a:pt x="8147" y="12895"/>
                  <a:pt x="8708" y="13456"/>
                </a:cubicBezTo>
                <a:lnTo>
                  <a:pt x="9278" y="14025"/>
                </a:lnTo>
                <a:cubicBezTo>
                  <a:pt x="9460" y="14208"/>
                  <a:pt x="9701" y="14299"/>
                  <a:pt x="9942" y="14299"/>
                </a:cubicBezTo>
                <a:cubicBezTo>
                  <a:pt x="10184" y="14299"/>
                  <a:pt x="10425" y="14208"/>
                  <a:pt x="10607" y="14025"/>
                </a:cubicBezTo>
                <a:lnTo>
                  <a:pt x="12214" y="12418"/>
                </a:lnTo>
                <a:cubicBezTo>
                  <a:pt x="12521" y="12112"/>
                  <a:pt x="12506" y="11600"/>
                  <a:pt x="12185" y="11308"/>
                </a:cubicBezTo>
                <a:lnTo>
                  <a:pt x="12200" y="11293"/>
                </a:lnTo>
                <a:cubicBezTo>
                  <a:pt x="12056" y="11163"/>
                  <a:pt x="11874" y="11101"/>
                  <a:pt x="11691" y="11101"/>
                </a:cubicBezTo>
                <a:close/>
                <a:moveTo>
                  <a:pt x="10452" y="9917"/>
                </a:moveTo>
                <a:cubicBezTo>
                  <a:pt x="11881" y="9917"/>
                  <a:pt x="13252" y="11026"/>
                  <a:pt x="13252" y="12696"/>
                </a:cubicBezTo>
                <a:cubicBezTo>
                  <a:pt x="13237" y="14230"/>
                  <a:pt x="11995" y="15472"/>
                  <a:pt x="10476" y="15472"/>
                </a:cubicBezTo>
                <a:cubicBezTo>
                  <a:pt x="7992" y="15472"/>
                  <a:pt x="6750" y="12477"/>
                  <a:pt x="8503" y="10738"/>
                </a:cubicBezTo>
                <a:cubicBezTo>
                  <a:pt x="9071" y="10171"/>
                  <a:pt x="9768" y="9917"/>
                  <a:pt x="10452" y="9917"/>
                </a:cubicBezTo>
                <a:close/>
                <a:moveTo>
                  <a:pt x="12419" y="0"/>
                </a:moveTo>
                <a:cubicBezTo>
                  <a:pt x="12255" y="0"/>
                  <a:pt x="12104" y="158"/>
                  <a:pt x="12185" y="351"/>
                </a:cubicBezTo>
                <a:cubicBezTo>
                  <a:pt x="12784" y="1373"/>
                  <a:pt x="13135" y="2528"/>
                  <a:pt x="13222" y="3711"/>
                </a:cubicBezTo>
                <a:cubicBezTo>
                  <a:pt x="13252" y="4018"/>
                  <a:pt x="13252" y="4325"/>
                  <a:pt x="13222" y="4631"/>
                </a:cubicBezTo>
                <a:cubicBezTo>
                  <a:pt x="13188" y="4630"/>
                  <a:pt x="13155" y="4630"/>
                  <a:pt x="13121" y="4630"/>
                </a:cubicBezTo>
                <a:cubicBezTo>
                  <a:pt x="11905" y="4630"/>
                  <a:pt x="10815" y="5394"/>
                  <a:pt x="10388" y="6545"/>
                </a:cubicBezTo>
                <a:cubicBezTo>
                  <a:pt x="10125" y="6312"/>
                  <a:pt x="9818" y="6136"/>
                  <a:pt x="9482" y="6049"/>
                </a:cubicBezTo>
                <a:cubicBezTo>
                  <a:pt x="9289" y="6002"/>
                  <a:pt x="9091" y="5980"/>
                  <a:pt x="8893" y="5980"/>
                </a:cubicBezTo>
                <a:cubicBezTo>
                  <a:pt x="8464" y="5980"/>
                  <a:pt x="8036" y="6087"/>
                  <a:pt x="7656" y="6297"/>
                </a:cubicBezTo>
                <a:cubicBezTo>
                  <a:pt x="7189" y="6545"/>
                  <a:pt x="6677" y="6691"/>
                  <a:pt x="6166" y="6721"/>
                </a:cubicBezTo>
                <a:cubicBezTo>
                  <a:pt x="6195" y="6487"/>
                  <a:pt x="6239" y="6238"/>
                  <a:pt x="6283" y="5990"/>
                </a:cubicBezTo>
                <a:cubicBezTo>
                  <a:pt x="6458" y="5143"/>
                  <a:pt x="6765" y="4310"/>
                  <a:pt x="7174" y="3536"/>
                </a:cubicBezTo>
                <a:cubicBezTo>
                  <a:pt x="7291" y="3331"/>
                  <a:pt x="7121" y="3152"/>
                  <a:pt x="6947" y="3152"/>
                </a:cubicBezTo>
                <a:cubicBezTo>
                  <a:pt x="6861" y="3152"/>
                  <a:pt x="6774" y="3195"/>
                  <a:pt x="6721" y="3302"/>
                </a:cubicBezTo>
                <a:cubicBezTo>
                  <a:pt x="6575" y="3565"/>
                  <a:pt x="6443" y="3842"/>
                  <a:pt x="6327" y="4135"/>
                </a:cubicBezTo>
                <a:cubicBezTo>
                  <a:pt x="6166" y="3609"/>
                  <a:pt x="5874" y="3127"/>
                  <a:pt x="5494" y="2732"/>
                </a:cubicBezTo>
                <a:cubicBezTo>
                  <a:pt x="4880" y="2119"/>
                  <a:pt x="4048" y="1773"/>
                  <a:pt x="3185" y="1773"/>
                </a:cubicBezTo>
                <a:cubicBezTo>
                  <a:pt x="3103" y="1773"/>
                  <a:pt x="3020" y="1776"/>
                  <a:pt x="2937" y="1783"/>
                </a:cubicBezTo>
                <a:cubicBezTo>
                  <a:pt x="2718" y="1812"/>
                  <a:pt x="2543" y="1987"/>
                  <a:pt x="2528" y="2192"/>
                </a:cubicBezTo>
                <a:cubicBezTo>
                  <a:pt x="2383" y="4097"/>
                  <a:pt x="3888" y="5713"/>
                  <a:pt x="5790" y="5713"/>
                </a:cubicBezTo>
                <a:cubicBezTo>
                  <a:pt x="5798" y="5713"/>
                  <a:pt x="5807" y="5713"/>
                  <a:pt x="5815" y="5713"/>
                </a:cubicBezTo>
                <a:lnTo>
                  <a:pt x="5815" y="5713"/>
                </a:lnTo>
                <a:cubicBezTo>
                  <a:pt x="5801" y="5771"/>
                  <a:pt x="5786" y="5829"/>
                  <a:pt x="5771" y="5902"/>
                </a:cubicBezTo>
                <a:cubicBezTo>
                  <a:pt x="5713" y="6180"/>
                  <a:pt x="5669" y="6443"/>
                  <a:pt x="5640" y="6735"/>
                </a:cubicBezTo>
                <a:cubicBezTo>
                  <a:pt x="5085" y="6691"/>
                  <a:pt x="4559" y="6545"/>
                  <a:pt x="4077" y="6297"/>
                </a:cubicBezTo>
                <a:cubicBezTo>
                  <a:pt x="3697" y="6087"/>
                  <a:pt x="3269" y="5980"/>
                  <a:pt x="2840" y="5980"/>
                </a:cubicBezTo>
                <a:cubicBezTo>
                  <a:pt x="2642" y="5980"/>
                  <a:pt x="2444" y="6002"/>
                  <a:pt x="2250" y="6049"/>
                </a:cubicBezTo>
                <a:cubicBezTo>
                  <a:pt x="1374" y="6282"/>
                  <a:pt x="687" y="7027"/>
                  <a:pt x="337" y="8138"/>
                </a:cubicBezTo>
                <a:cubicBezTo>
                  <a:pt x="1" y="9219"/>
                  <a:pt x="1" y="10534"/>
                  <a:pt x="337" y="11819"/>
                </a:cubicBezTo>
                <a:cubicBezTo>
                  <a:pt x="483" y="12389"/>
                  <a:pt x="702" y="12944"/>
                  <a:pt x="979" y="13470"/>
                </a:cubicBezTo>
                <a:cubicBezTo>
                  <a:pt x="1027" y="13579"/>
                  <a:pt x="1111" y="13623"/>
                  <a:pt x="1196" y="13623"/>
                </a:cubicBezTo>
                <a:cubicBezTo>
                  <a:pt x="1375" y="13623"/>
                  <a:pt x="1561" y="13429"/>
                  <a:pt x="1432" y="13222"/>
                </a:cubicBezTo>
                <a:cubicBezTo>
                  <a:pt x="1169" y="12740"/>
                  <a:pt x="965" y="12228"/>
                  <a:pt x="833" y="11688"/>
                </a:cubicBezTo>
                <a:cubicBezTo>
                  <a:pt x="512" y="10490"/>
                  <a:pt x="512" y="9277"/>
                  <a:pt x="819" y="8298"/>
                </a:cubicBezTo>
                <a:cubicBezTo>
                  <a:pt x="1126" y="7349"/>
                  <a:pt x="1666" y="6721"/>
                  <a:pt x="2382" y="6545"/>
                </a:cubicBezTo>
                <a:cubicBezTo>
                  <a:pt x="2532" y="6509"/>
                  <a:pt x="2687" y="6491"/>
                  <a:pt x="2842" y="6491"/>
                </a:cubicBezTo>
                <a:cubicBezTo>
                  <a:pt x="3185" y="6491"/>
                  <a:pt x="3531" y="6579"/>
                  <a:pt x="3843" y="6750"/>
                </a:cubicBezTo>
                <a:cubicBezTo>
                  <a:pt x="4384" y="7042"/>
                  <a:pt x="4983" y="7203"/>
                  <a:pt x="5596" y="7247"/>
                </a:cubicBezTo>
                <a:cubicBezTo>
                  <a:pt x="5567" y="7641"/>
                  <a:pt x="5567" y="8035"/>
                  <a:pt x="5596" y="8430"/>
                </a:cubicBezTo>
                <a:cubicBezTo>
                  <a:pt x="5406" y="8415"/>
                  <a:pt x="5231" y="8386"/>
                  <a:pt x="5056" y="8342"/>
                </a:cubicBezTo>
                <a:cubicBezTo>
                  <a:pt x="5029" y="8335"/>
                  <a:pt x="5004" y="8332"/>
                  <a:pt x="4981" y="8332"/>
                </a:cubicBezTo>
                <a:cubicBezTo>
                  <a:pt x="4704" y="8332"/>
                  <a:pt x="4628" y="8772"/>
                  <a:pt x="4924" y="8839"/>
                </a:cubicBezTo>
                <a:cubicBezTo>
                  <a:pt x="5231" y="8912"/>
                  <a:pt x="5552" y="8956"/>
                  <a:pt x="5859" y="8956"/>
                </a:cubicBezTo>
                <a:cubicBezTo>
                  <a:pt x="6180" y="8956"/>
                  <a:pt x="6487" y="8912"/>
                  <a:pt x="6794" y="8839"/>
                </a:cubicBezTo>
                <a:cubicBezTo>
                  <a:pt x="7090" y="8772"/>
                  <a:pt x="7014" y="8332"/>
                  <a:pt x="6738" y="8332"/>
                </a:cubicBezTo>
                <a:cubicBezTo>
                  <a:pt x="6714" y="8332"/>
                  <a:pt x="6689" y="8335"/>
                  <a:pt x="6663" y="8342"/>
                </a:cubicBezTo>
                <a:cubicBezTo>
                  <a:pt x="6473" y="8386"/>
                  <a:pt x="6297" y="8415"/>
                  <a:pt x="6093" y="8430"/>
                </a:cubicBezTo>
                <a:cubicBezTo>
                  <a:pt x="6078" y="8035"/>
                  <a:pt x="6078" y="7641"/>
                  <a:pt x="6093" y="7247"/>
                </a:cubicBezTo>
                <a:cubicBezTo>
                  <a:pt x="6721" y="7203"/>
                  <a:pt x="7335" y="7042"/>
                  <a:pt x="7875" y="6750"/>
                </a:cubicBezTo>
                <a:cubicBezTo>
                  <a:pt x="8187" y="6579"/>
                  <a:pt x="8527" y="6491"/>
                  <a:pt x="8870" y="6491"/>
                </a:cubicBezTo>
                <a:cubicBezTo>
                  <a:pt x="9025" y="6491"/>
                  <a:pt x="9181" y="6509"/>
                  <a:pt x="9336" y="6545"/>
                </a:cubicBezTo>
                <a:cubicBezTo>
                  <a:pt x="9687" y="6633"/>
                  <a:pt x="10008" y="6837"/>
                  <a:pt x="10257" y="7115"/>
                </a:cubicBezTo>
                <a:cubicBezTo>
                  <a:pt x="10227" y="7276"/>
                  <a:pt x="10213" y="7451"/>
                  <a:pt x="10227" y="7626"/>
                </a:cubicBezTo>
                <a:cubicBezTo>
                  <a:pt x="10227" y="7860"/>
                  <a:pt x="10140" y="8079"/>
                  <a:pt x="9979" y="8255"/>
                </a:cubicBezTo>
                <a:cubicBezTo>
                  <a:pt x="9787" y="8435"/>
                  <a:pt x="9962" y="8695"/>
                  <a:pt x="10166" y="8695"/>
                </a:cubicBezTo>
                <a:cubicBezTo>
                  <a:pt x="10226" y="8695"/>
                  <a:pt x="10288" y="8673"/>
                  <a:pt x="10344" y="8620"/>
                </a:cubicBezTo>
                <a:cubicBezTo>
                  <a:pt x="10607" y="8357"/>
                  <a:pt x="10753" y="7977"/>
                  <a:pt x="10739" y="7612"/>
                </a:cubicBezTo>
                <a:cubicBezTo>
                  <a:pt x="10710" y="6256"/>
                  <a:pt x="11792" y="5142"/>
                  <a:pt x="13141" y="5142"/>
                </a:cubicBezTo>
                <a:cubicBezTo>
                  <a:pt x="13158" y="5142"/>
                  <a:pt x="13176" y="5142"/>
                  <a:pt x="13193" y="5143"/>
                </a:cubicBezTo>
                <a:cubicBezTo>
                  <a:pt x="13149" y="5523"/>
                  <a:pt x="13076" y="5917"/>
                  <a:pt x="12974" y="6282"/>
                </a:cubicBezTo>
                <a:cubicBezTo>
                  <a:pt x="12726" y="6268"/>
                  <a:pt x="12492" y="6238"/>
                  <a:pt x="12243" y="6180"/>
                </a:cubicBezTo>
                <a:cubicBezTo>
                  <a:pt x="12210" y="6169"/>
                  <a:pt x="12179" y="6164"/>
                  <a:pt x="12150" y="6164"/>
                </a:cubicBezTo>
                <a:cubicBezTo>
                  <a:pt x="11872" y="6164"/>
                  <a:pt x="11796" y="6624"/>
                  <a:pt x="12127" y="6677"/>
                </a:cubicBezTo>
                <a:cubicBezTo>
                  <a:pt x="12470" y="6764"/>
                  <a:pt x="12821" y="6808"/>
                  <a:pt x="13171" y="6808"/>
                </a:cubicBezTo>
                <a:cubicBezTo>
                  <a:pt x="13522" y="6808"/>
                  <a:pt x="13872" y="6764"/>
                  <a:pt x="14216" y="6677"/>
                </a:cubicBezTo>
                <a:cubicBezTo>
                  <a:pt x="14504" y="6581"/>
                  <a:pt x="14418" y="6175"/>
                  <a:pt x="14152" y="6175"/>
                </a:cubicBezTo>
                <a:cubicBezTo>
                  <a:pt x="14135" y="6175"/>
                  <a:pt x="14117" y="6177"/>
                  <a:pt x="14099" y="6180"/>
                </a:cubicBezTo>
                <a:cubicBezTo>
                  <a:pt x="13909" y="6224"/>
                  <a:pt x="13704" y="6253"/>
                  <a:pt x="13515" y="6282"/>
                </a:cubicBezTo>
                <a:cubicBezTo>
                  <a:pt x="13602" y="5917"/>
                  <a:pt x="13675" y="5566"/>
                  <a:pt x="13719" y="5216"/>
                </a:cubicBezTo>
                <a:cubicBezTo>
                  <a:pt x="14815" y="5479"/>
                  <a:pt x="15574" y="6472"/>
                  <a:pt x="15545" y="7612"/>
                </a:cubicBezTo>
                <a:cubicBezTo>
                  <a:pt x="15531" y="7992"/>
                  <a:pt x="15677" y="8357"/>
                  <a:pt x="15940" y="8620"/>
                </a:cubicBezTo>
                <a:cubicBezTo>
                  <a:pt x="17196" y="9847"/>
                  <a:pt x="17488" y="11746"/>
                  <a:pt x="16670" y="13295"/>
                </a:cubicBezTo>
                <a:cubicBezTo>
                  <a:pt x="15973" y="14627"/>
                  <a:pt x="14607" y="15429"/>
                  <a:pt x="13161" y="15429"/>
                </a:cubicBezTo>
                <a:cubicBezTo>
                  <a:pt x="12910" y="15429"/>
                  <a:pt x="12657" y="15405"/>
                  <a:pt x="12404" y="15355"/>
                </a:cubicBezTo>
                <a:cubicBezTo>
                  <a:pt x="14946" y="13514"/>
                  <a:pt x="13719" y="9496"/>
                  <a:pt x="10578" y="9394"/>
                </a:cubicBezTo>
                <a:cubicBezTo>
                  <a:pt x="10544" y="9393"/>
                  <a:pt x="10509" y="9393"/>
                  <a:pt x="10475" y="9393"/>
                </a:cubicBezTo>
                <a:cubicBezTo>
                  <a:pt x="7405" y="9393"/>
                  <a:pt x="5988" y="13273"/>
                  <a:pt x="8401" y="15238"/>
                </a:cubicBezTo>
                <a:cubicBezTo>
                  <a:pt x="8121" y="15383"/>
                  <a:pt x="7808" y="15458"/>
                  <a:pt x="7493" y="15458"/>
                </a:cubicBezTo>
                <a:cubicBezTo>
                  <a:pt x="7333" y="15458"/>
                  <a:pt x="7171" y="15438"/>
                  <a:pt x="7013" y="15399"/>
                </a:cubicBezTo>
                <a:cubicBezTo>
                  <a:pt x="6940" y="15384"/>
                  <a:pt x="6867" y="15355"/>
                  <a:pt x="6794" y="15326"/>
                </a:cubicBezTo>
                <a:cubicBezTo>
                  <a:pt x="6502" y="15209"/>
                  <a:pt x="6191" y="15150"/>
                  <a:pt x="5881" y="15150"/>
                </a:cubicBezTo>
                <a:cubicBezTo>
                  <a:pt x="5571" y="15150"/>
                  <a:pt x="5260" y="15209"/>
                  <a:pt x="4968" y="15326"/>
                </a:cubicBezTo>
                <a:cubicBezTo>
                  <a:pt x="4895" y="15355"/>
                  <a:pt x="4822" y="15384"/>
                  <a:pt x="4749" y="15399"/>
                </a:cubicBezTo>
                <a:cubicBezTo>
                  <a:pt x="4604" y="15439"/>
                  <a:pt x="4455" y="15458"/>
                  <a:pt x="4304" y="15458"/>
                </a:cubicBezTo>
                <a:cubicBezTo>
                  <a:pt x="3568" y="15458"/>
                  <a:pt x="2768" y="14998"/>
                  <a:pt x="2090" y="14186"/>
                </a:cubicBezTo>
                <a:cubicBezTo>
                  <a:pt x="2033" y="14126"/>
                  <a:pt x="1967" y="14101"/>
                  <a:pt x="1904" y="14101"/>
                </a:cubicBezTo>
                <a:cubicBezTo>
                  <a:pt x="1720" y="14101"/>
                  <a:pt x="1554" y="14312"/>
                  <a:pt x="1695" y="14508"/>
                </a:cubicBezTo>
                <a:cubicBezTo>
                  <a:pt x="2475" y="15455"/>
                  <a:pt x="3412" y="15970"/>
                  <a:pt x="4305" y="15970"/>
                </a:cubicBezTo>
                <a:cubicBezTo>
                  <a:pt x="4500" y="15970"/>
                  <a:pt x="4692" y="15945"/>
                  <a:pt x="4880" y="15895"/>
                </a:cubicBezTo>
                <a:cubicBezTo>
                  <a:pt x="4983" y="15881"/>
                  <a:pt x="5070" y="15837"/>
                  <a:pt x="5172" y="15808"/>
                </a:cubicBezTo>
                <a:cubicBezTo>
                  <a:pt x="5399" y="15706"/>
                  <a:pt x="5644" y="15654"/>
                  <a:pt x="5888" y="15654"/>
                </a:cubicBezTo>
                <a:cubicBezTo>
                  <a:pt x="6133" y="15654"/>
                  <a:pt x="6378" y="15706"/>
                  <a:pt x="6604" y="15808"/>
                </a:cubicBezTo>
                <a:cubicBezTo>
                  <a:pt x="6706" y="15837"/>
                  <a:pt x="6794" y="15881"/>
                  <a:pt x="6896" y="15895"/>
                </a:cubicBezTo>
                <a:cubicBezTo>
                  <a:pt x="7100" y="15952"/>
                  <a:pt x="7300" y="15978"/>
                  <a:pt x="7499" y="15978"/>
                </a:cubicBezTo>
                <a:cubicBezTo>
                  <a:pt x="7971" y="15978"/>
                  <a:pt x="8431" y="15827"/>
                  <a:pt x="8883" y="15559"/>
                </a:cubicBezTo>
                <a:cubicBezTo>
                  <a:pt x="9384" y="15838"/>
                  <a:pt x="9935" y="15979"/>
                  <a:pt x="10487" y="15979"/>
                </a:cubicBezTo>
                <a:cubicBezTo>
                  <a:pt x="10919" y="15979"/>
                  <a:pt x="11351" y="15893"/>
                  <a:pt x="11761" y="15720"/>
                </a:cubicBezTo>
                <a:cubicBezTo>
                  <a:pt x="12220" y="15869"/>
                  <a:pt x="12688" y="15940"/>
                  <a:pt x="13150" y="15940"/>
                </a:cubicBezTo>
                <a:cubicBezTo>
                  <a:pt x="14689" y="15940"/>
                  <a:pt x="16160" y="15148"/>
                  <a:pt x="16992" y="13777"/>
                </a:cubicBezTo>
                <a:cubicBezTo>
                  <a:pt x="18073" y="12009"/>
                  <a:pt x="17795" y="9716"/>
                  <a:pt x="16305" y="8255"/>
                </a:cubicBezTo>
                <a:lnTo>
                  <a:pt x="16290" y="8255"/>
                </a:lnTo>
                <a:cubicBezTo>
                  <a:pt x="16115" y="8094"/>
                  <a:pt x="16027" y="7875"/>
                  <a:pt x="16042" y="7641"/>
                </a:cubicBezTo>
                <a:cubicBezTo>
                  <a:pt x="16071" y="6238"/>
                  <a:pt x="15122" y="4997"/>
                  <a:pt x="13748" y="4704"/>
                </a:cubicBezTo>
                <a:cubicBezTo>
                  <a:pt x="13763" y="4354"/>
                  <a:pt x="13763" y="4018"/>
                  <a:pt x="13734" y="3682"/>
                </a:cubicBezTo>
                <a:cubicBezTo>
                  <a:pt x="13719" y="3390"/>
                  <a:pt x="13675" y="3097"/>
                  <a:pt x="13631" y="2805"/>
                </a:cubicBezTo>
                <a:cubicBezTo>
                  <a:pt x="14815" y="2761"/>
                  <a:pt x="15750" y="1768"/>
                  <a:pt x="15721" y="570"/>
                </a:cubicBezTo>
                <a:cubicBezTo>
                  <a:pt x="15706" y="322"/>
                  <a:pt x="15501" y="132"/>
                  <a:pt x="15253" y="117"/>
                </a:cubicBezTo>
                <a:cubicBezTo>
                  <a:pt x="15235" y="117"/>
                  <a:pt x="15217" y="116"/>
                  <a:pt x="15198" y="116"/>
                </a:cubicBezTo>
                <a:cubicBezTo>
                  <a:pt x="14632" y="116"/>
                  <a:pt x="14072" y="335"/>
                  <a:pt x="13675" y="760"/>
                </a:cubicBezTo>
                <a:cubicBezTo>
                  <a:pt x="13485" y="935"/>
                  <a:pt x="13339" y="1140"/>
                  <a:pt x="13222" y="1373"/>
                </a:cubicBezTo>
                <a:cubicBezTo>
                  <a:pt x="13062" y="935"/>
                  <a:pt x="12857" y="511"/>
                  <a:pt x="12623" y="102"/>
                </a:cubicBezTo>
                <a:cubicBezTo>
                  <a:pt x="12565" y="31"/>
                  <a:pt x="12491" y="0"/>
                  <a:pt x="12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15"/>
          <p:cNvSpPr/>
          <p:nvPr/>
        </p:nvSpPr>
        <p:spPr>
          <a:xfrm>
            <a:off x="6052606" y="2655698"/>
            <a:ext cx="401717" cy="396114"/>
          </a:xfrm>
          <a:custGeom>
            <a:rect b="b" l="l" r="r" t="t"/>
            <a:pathLst>
              <a:path extrusionOk="0" h="17533" w="17781">
                <a:moveTo>
                  <a:pt x="10783" y="2558"/>
                </a:moveTo>
                <a:cubicBezTo>
                  <a:pt x="10797" y="2558"/>
                  <a:pt x="10797" y="2558"/>
                  <a:pt x="10797" y="2572"/>
                </a:cubicBezTo>
                <a:lnTo>
                  <a:pt x="10797" y="4311"/>
                </a:lnTo>
                <a:cubicBezTo>
                  <a:pt x="10797" y="4325"/>
                  <a:pt x="10797" y="4340"/>
                  <a:pt x="10783" y="4340"/>
                </a:cubicBezTo>
                <a:lnTo>
                  <a:pt x="7861" y="4340"/>
                </a:lnTo>
                <a:cubicBezTo>
                  <a:pt x="7846" y="4340"/>
                  <a:pt x="7832" y="4325"/>
                  <a:pt x="7832" y="4311"/>
                </a:cubicBezTo>
                <a:lnTo>
                  <a:pt x="7832" y="2572"/>
                </a:lnTo>
                <a:cubicBezTo>
                  <a:pt x="7832" y="2558"/>
                  <a:pt x="7846" y="2558"/>
                  <a:pt x="7861" y="2558"/>
                </a:cubicBezTo>
                <a:close/>
                <a:moveTo>
                  <a:pt x="16003" y="2518"/>
                </a:moveTo>
                <a:cubicBezTo>
                  <a:pt x="15802" y="2518"/>
                  <a:pt x="15633" y="2777"/>
                  <a:pt x="15823" y="2967"/>
                </a:cubicBezTo>
                <a:cubicBezTo>
                  <a:pt x="16086" y="3230"/>
                  <a:pt x="16086" y="3668"/>
                  <a:pt x="15823" y="3931"/>
                </a:cubicBezTo>
                <a:cubicBezTo>
                  <a:pt x="15633" y="4121"/>
                  <a:pt x="15802" y="4379"/>
                  <a:pt x="16003" y="4379"/>
                </a:cubicBezTo>
                <a:cubicBezTo>
                  <a:pt x="16065" y="4379"/>
                  <a:pt x="16130" y="4355"/>
                  <a:pt x="16188" y="4296"/>
                </a:cubicBezTo>
                <a:cubicBezTo>
                  <a:pt x="16656" y="3829"/>
                  <a:pt x="16656" y="3069"/>
                  <a:pt x="16188" y="2601"/>
                </a:cubicBezTo>
                <a:cubicBezTo>
                  <a:pt x="16130" y="2543"/>
                  <a:pt x="16065" y="2518"/>
                  <a:pt x="16003" y="2518"/>
                </a:cubicBezTo>
                <a:close/>
                <a:moveTo>
                  <a:pt x="7861" y="2046"/>
                </a:moveTo>
                <a:cubicBezTo>
                  <a:pt x="7569" y="2046"/>
                  <a:pt x="7320" y="2280"/>
                  <a:pt x="7320" y="2572"/>
                </a:cubicBezTo>
                <a:lnTo>
                  <a:pt x="7320" y="4311"/>
                </a:lnTo>
                <a:cubicBezTo>
                  <a:pt x="7320" y="4617"/>
                  <a:pt x="7554" y="4851"/>
                  <a:pt x="7861" y="4851"/>
                </a:cubicBezTo>
                <a:lnTo>
                  <a:pt x="10783" y="4851"/>
                </a:lnTo>
                <a:cubicBezTo>
                  <a:pt x="11075" y="4851"/>
                  <a:pt x="11323" y="4617"/>
                  <a:pt x="11323" y="4311"/>
                </a:cubicBezTo>
                <a:lnTo>
                  <a:pt x="11323" y="2572"/>
                </a:lnTo>
                <a:cubicBezTo>
                  <a:pt x="11309" y="2280"/>
                  <a:pt x="11075" y="2046"/>
                  <a:pt x="10783" y="2046"/>
                </a:cubicBezTo>
                <a:close/>
                <a:moveTo>
                  <a:pt x="16727" y="1788"/>
                </a:moveTo>
                <a:cubicBezTo>
                  <a:pt x="16532" y="1788"/>
                  <a:pt x="16360" y="2046"/>
                  <a:pt x="16539" y="2236"/>
                </a:cubicBezTo>
                <a:cubicBezTo>
                  <a:pt x="17211" y="2908"/>
                  <a:pt x="17211" y="3989"/>
                  <a:pt x="16539" y="4661"/>
                </a:cubicBezTo>
                <a:cubicBezTo>
                  <a:pt x="16360" y="4851"/>
                  <a:pt x="16532" y="5109"/>
                  <a:pt x="16727" y="5109"/>
                </a:cubicBezTo>
                <a:cubicBezTo>
                  <a:pt x="16787" y="5109"/>
                  <a:pt x="16849" y="5085"/>
                  <a:pt x="16904" y="5027"/>
                </a:cubicBezTo>
                <a:cubicBezTo>
                  <a:pt x="17781" y="4150"/>
                  <a:pt x="17781" y="2747"/>
                  <a:pt x="16904" y="1871"/>
                </a:cubicBezTo>
                <a:cubicBezTo>
                  <a:pt x="16849" y="1812"/>
                  <a:pt x="16787" y="1788"/>
                  <a:pt x="16727" y="1788"/>
                </a:cubicBezTo>
                <a:close/>
                <a:moveTo>
                  <a:pt x="8518" y="6531"/>
                </a:moveTo>
                <a:lnTo>
                  <a:pt x="8518" y="9234"/>
                </a:lnTo>
                <a:cubicBezTo>
                  <a:pt x="8518" y="9453"/>
                  <a:pt x="8343" y="9629"/>
                  <a:pt x="8124" y="9629"/>
                </a:cubicBezTo>
                <a:lnTo>
                  <a:pt x="6882" y="9629"/>
                </a:lnTo>
                <a:lnTo>
                  <a:pt x="7028" y="8460"/>
                </a:lnTo>
                <a:cubicBezTo>
                  <a:pt x="7130" y="7583"/>
                  <a:pt x="7700" y="6853"/>
                  <a:pt x="8518" y="6531"/>
                </a:cubicBezTo>
                <a:close/>
                <a:moveTo>
                  <a:pt x="12390" y="1038"/>
                </a:moveTo>
                <a:lnTo>
                  <a:pt x="12375" y="5859"/>
                </a:lnTo>
                <a:lnTo>
                  <a:pt x="9409" y="5859"/>
                </a:lnTo>
                <a:cubicBezTo>
                  <a:pt x="9176" y="5859"/>
                  <a:pt x="8956" y="5889"/>
                  <a:pt x="8737" y="5932"/>
                </a:cubicBezTo>
                <a:cubicBezTo>
                  <a:pt x="7569" y="6210"/>
                  <a:pt x="6692" y="7189"/>
                  <a:pt x="6546" y="8387"/>
                </a:cubicBezTo>
                <a:lnTo>
                  <a:pt x="6356" y="9848"/>
                </a:lnTo>
                <a:lnTo>
                  <a:pt x="5801" y="14435"/>
                </a:lnTo>
                <a:lnTo>
                  <a:pt x="3931" y="14435"/>
                </a:lnTo>
                <a:cubicBezTo>
                  <a:pt x="4004" y="12916"/>
                  <a:pt x="3653" y="11396"/>
                  <a:pt x="2923" y="10052"/>
                </a:cubicBezTo>
                <a:cubicBezTo>
                  <a:pt x="2484" y="9263"/>
                  <a:pt x="1915" y="8562"/>
                  <a:pt x="1243" y="7963"/>
                </a:cubicBezTo>
                <a:lnTo>
                  <a:pt x="1608" y="3989"/>
                </a:lnTo>
                <a:cubicBezTo>
                  <a:pt x="1783" y="2338"/>
                  <a:pt x="3171" y="1067"/>
                  <a:pt x="4837" y="1038"/>
                </a:cubicBezTo>
                <a:close/>
                <a:moveTo>
                  <a:pt x="1184" y="8606"/>
                </a:moveTo>
                <a:cubicBezTo>
                  <a:pt x="1681" y="9103"/>
                  <a:pt x="2119" y="9672"/>
                  <a:pt x="2470" y="10301"/>
                </a:cubicBezTo>
                <a:cubicBezTo>
                  <a:pt x="3171" y="11572"/>
                  <a:pt x="3492" y="13003"/>
                  <a:pt x="3405" y="14435"/>
                </a:cubicBezTo>
                <a:lnTo>
                  <a:pt x="2704" y="14435"/>
                </a:lnTo>
                <a:cubicBezTo>
                  <a:pt x="2368" y="14435"/>
                  <a:pt x="2368" y="14961"/>
                  <a:pt x="2704" y="14961"/>
                </a:cubicBezTo>
                <a:lnTo>
                  <a:pt x="5859" y="14961"/>
                </a:lnTo>
                <a:lnTo>
                  <a:pt x="6517" y="16568"/>
                </a:lnTo>
                <a:cubicBezTo>
                  <a:pt x="6590" y="16787"/>
                  <a:pt x="6429" y="17021"/>
                  <a:pt x="6195" y="17021"/>
                </a:cubicBezTo>
                <a:lnTo>
                  <a:pt x="1301" y="17021"/>
                </a:lnTo>
                <a:cubicBezTo>
                  <a:pt x="863" y="17021"/>
                  <a:pt x="512" y="16656"/>
                  <a:pt x="541" y="16218"/>
                </a:cubicBezTo>
                <a:lnTo>
                  <a:pt x="614" y="14961"/>
                </a:lnTo>
                <a:lnTo>
                  <a:pt x="1506" y="14961"/>
                </a:lnTo>
                <a:cubicBezTo>
                  <a:pt x="1842" y="14961"/>
                  <a:pt x="1842" y="14450"/>
                  <a:pt x="1506" y="14450"/>
                </a:cubicBezTo>
                <a:lnTo>
                  <a:pt x="644" y="14450"/>
                </a:lnTo>
                <a:lnTo>
                  <a:pt x="1184" y="8606"/>
                </a:lnTo>
                <a:close/>
                <a:moveTo>
                  <a:pt x="13164" y="1"/>
                </a:moveTo>
                <a:cubicBezTo>
                  <a:pt x="12828" y="1"/>
                  <a:pt x="12536" y="205"/>
                  <a:pt x="12434" y="527"/>
                </a:cubicBezTo>
                <a:lnTo>
                  <a:pt x="4837" y="527"/>
                </a:lnTo>
                <a:cubicBezTo>
                  <a:pt x="2908" y="556"/>
                  <a:pt x="1301" y="2017"/>
                  <a:pt x="1096" y="3945"/>
                </a:cubicBezTo>
                <a:cubicBezTo>
                  <a:pt x="994" y="4983"/>
                  <a:pt x="88" y="15385"/>
                  <a:pt x="30" y="16174"/>
                </a:cubicBezTo>
                <a:cubicBezTo>
                  <a:pt x="1" y="16904"/>
                  <a:pt x="571" y="17532"/>
                  <a:pt x="1316" y="17532"/>
                </a:cubicBezTo>
                <a:lnTo>
                  <a:pt x="6195" y="17532"/>
                </a:lnTo>
                <a:cubicBezTo>
                  <a:pt x="6794" y="17532"/>
                  <a:pt x="7203" y="16919"/>
                  <a:pt x="6984" y="16364"/>
                </a:cubicBezTo>
                <a:lnTo>
                  <a:pt x="6283" y="14640"/>
                </a:lnTo>
                <a:lnTo>
                  <a:pt x="6838" y="10125"/>
                </a:lnTo>
                <a:lnTo>
                  <a:pt x="8138" y="10125"/>
                </a:lnTo>
                <a:cubicBezTo>
                  <a:pt x="8650" y="10125"/>
                  <a:pt x="9059" y="9731"/>
                  <a:pt x="9059" y="9220"/>
                </a:cubicBezTo>
                <a:lnTo>
                  <a:pt x="9059" y="6400"/>
                </a:lnTo>
                <a:cubicBezTo>
                  <a:pt x="9161" y="6385"/>
                  <a:pt x="9278" y="6371"/>
                  <a:pt x="9409" y="6371"/>
                </a:cubicBezTo>
                <a:lnTo>
                  <a:pt x="12434" y="6371"/>
                </a:lnTo>
                <a:cubicBezTo>
                  <a:pt x="12536" y="6677"/>
                  <a:pt x="12828" y="6897"/>
                  <a:pt x="13164" y="6897"/>
                </a:cubicBezTo>
                <a:lnTo>
                  <a:pt x="14216" y="6897"/>
                </a:lnTo>
                <a:cubicBezTo>
                  <a:pt x="14640" y="6897"/>
                  <a:pt x="14990" y="6546"/>
                  <a:pt x="14990" y="6108"/>
                </a:cubicBezTo>
                <a:lnTo>
                  <a:pt x="14990" y="4033"/>
                </a:lnTo>
                <a:cubicBezTo>
                  <a:pt x="15005" y="3850"/>
                  <a:pt x="14870" y="3759"/>
                  <a:pt x="14735" y="3759"/>
                </a:cubicBezTo>
                <a:cubicBezTo>
                  <a:pt x="14599" y="3759"/>
                  <a:pt x="14464" y="3850"/>
                  <a:pt x="14479" y="4033"/>
                </a:cubicBezTo>
                <a:lnTo>
                  <a:pt x="14479" y="6108"/>
                </a:lnTo>
                <a:cubicBezTo>
                  <a:pt x="14479" y="6254"/>
                  <a:pt x="14362" y="6385"/>
                  <a:pt x="14216" y="6385"/>
                </a:cubicBezTo>
                <a:lnTo>
                  <a:pt x="13164" y="6385"/>
                </a:lnTo>
                <a:cubicBezTo>
                  <a:pt x="13018" y="6385"/>
                  <a:pt x="12901" y="6268"/>
                  <a:pt x="12901" y="6122"/>
                </a:cubicBezTo>
                <a:lnTo>
                  <a:pt x="12901" y="775"/>
                </a:lnTo>
                <a:cubicBezTo>
                  <a:pt x="12901" y="629"/>
                  <a:pt x="13018" y="512"/>
                  <a:pt x="13164" y="512"/>
                </a:cubicBezTo>
                <a:lnTo>
                  <a:pt x="14216" y="512"/>
                </a:lnTo>
                <a:cubicBezTo>
                  <a:pt x="14362" y="512"/>
                  <a:pt x="14479" y="629"/>
                  <a:pt x="14479" y="775"/>
                </a:cubicBezTo>
                <a:lnTo>
                  <a:pt x="14479" y="2835"/>
                </a:lnTo>
                <a:cubicBezTo>
                  <a:pt x="14464" y="3018"/>
                  <a:pt x="14599" y="3109"/>
                  <a:pt x="14735" y="3109"/>
                </a:cubicBezTo>
                <a:cubicBezTo>
                  <a:pt x="14870" y="3109"/>
                  <a:pt x="15005" y="3018"/>
                  <a:pt x="14990" y="2835"/>
                </a:cubicBezTo>
                <a:lnTo>
                  <a:pt x="14990" y="775"/>
                </a:lnTo>
                <a:cubicBezTo>
                  <a:pt x="14990" y="351"/>
                  <a:pt x="14640" y="1"/>
                  <a:pt x="14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15"/>
          <p:cNvSpPr/>
          <p:nvPr/>
        </p:nvSpPr>
        <p:spPr>
          <a:xfrm>
            <a:off x="6050956" y="2028361"/>
            <a:ext cx="399413" cy="347924"/>
          </a:xfrm>
          <a:custGeom>
            <a:rect b="b" l="l" r="r" t="t"/>
            <a:pathLst>
              <a:path extrusionOk="0" h="15400" w="17679">
                <a:moveTo>
                  <a:pt x="1104" y="475"/>
                </a:moveTo>
                <a:cubicBezTo>
                  <a:pt x="1235" y="475"/>
                  <a:pt x="1372" y="531"/>
                  <a:pt x="1491" y="667"/>
                </a:cubicBezTo>
                <a:lnTo>
                  <a:pt x="4091" y="3267"/>
                </a:lnTo>
                <a:cubicBezTo>
                  <a:pt x="4179" y="3355"/>
                  <a:pt x="4296" y="3399"/>
                  <a:pt x="4413" y="3399"/>
                </a:cubicBezTo>
                <a:lnTo>
                  <a:pt x="6926" y="3399"/>
                </a:lnTo>
                <a:lnTo>
                  <a:pt x="6926" y="4612"/>
                </a:lnTo>
                <a:lnTo>
                  <a:pt x="3975" y="4612"/>
                </a:lnTo>
                <a:lnTo>
                  <a:pt x="760" y="1412"/>
                </a:lnTo>
                <a:cubicBezTo>
                  <a:pt x="316" y="1045"/>
                  <a:pt x="683" y="475"/>
                  <a:pt x="1104" y="475"/>
                </a:cubicBezTo>
                <a:close/>
                <a:moveTo>
                  <a:pt x="12813" y="2259"/>
                </a:moveTo>
                <a:cubicBezTo>
                  <a:pt x="13047" y="2259"/>
                  <a:pt x="13252" y="2449"/>
                  <a:pt x="13252" y="2683"/>
                </a:cubicBezTo>
                <a:lnTo>
                  <a:pt x="13252" y="2888"/>
                </a:lnTo>
                <a:lnTo>
                  <a:pt x="9891" y="2888"/>
                </a:lnTo>
                <a:cubicBezTo>
                  <a:pt x="9882" y="2887"/>
                  <a:pt x="9873" y="2887"/>
                  <a:pt x="9865" y="2887"/>
                </a:cubicBezTo>
                <a:cubicBezTo>
                  <a:pt x="9535" y="2887"/>
                  <a:pt x="9535" y="3400"/>
                  <a:pt x="9865" y="3400"/>
                </a:cubicBezTo>
                <a:cubicBezTo>
                  <a:pt x="9873" y="3400"/>
                  <a:pt x="9882" y="3400"/>
                  <a:pt x="9891" y="3399"/>
                </a:cubicBezTo>
                <a:lnTo>
                  <a:pt x="13252" y="3399"/>
                </a:lnTo>
                <a:lnTo>
                  <a:pt x="13252" y="4612"/>
                </a:lnTo>
                <a:lnTo>
                  <a:pt x="7437" y="4612"/>
                </a:lnTo>
                <a:lnTo>
                  <a:pt x="7437" y="3399"/>
                </a:lnTo>
                <a:lnTo>
                  <a:pt x="8693" y="3399"/>
                </a:lnTo>
                <a:cubicBezTo>
                  <a:pt x="8703" y="3400"/>
                  <a:pt x="8711" y="3400"/>
                  <a:pt x="8720" y="3400"/>
                </a:cubicBezTo>
                <a:cubicBezTo>
                  <a:pt x="9050" y="3400"/>
                  <a:pt x="9050" y="2887"/>
                  <a:pt x="8720" y="2887"/>
                </a:cubicBezTo>
                <a:cubicBezTo>
                  <a:pt x="8711" y="2887"/>
                  <a:pt x="8703" y="2887"/>
                  <a:pt x="8693" y="2888"/>
                </a:cubicBezTo>
                <a:lnTo>
                  <a:pt x="7437" y="2888"/>
                </a:lnTo>
                <a:lnTo>
                  <a:pt x="7437" y="2683"/>
                </a:lnTo>
                <a:cubicBezTo>
                  <a:pt x="7437" y="2449"/>
                  <a:pt x="7627" y="2259"/>
                  <a:pt x="7861" y="2259"/>
                </a:cubicBezTo>
                <a:close/>
                <a:moveTo>
                  <a:pt x="16524" y="3414"/>
                </a:moveTo>
                <a:cubicBezTo>
                  <a:pt x="17328" y="3414"/>
                  <a:pt x="17328" y="4612"/>
                  <a:pt x="16524" y="4612"/>
                </a:cubicBezTo>
                <a:lnTo>
                  <a:pt x="13763" y="4612"/>
                </a:lnTo>
                <a:lnTo>
                  <a:pt x="13763" y="3414"/>
                </a:lnTo>
                <a:close/>
                <a:moveTo>
                  <a:pt x="16101" y="5123"/>
                </a:moveTo>
                <a:lnTo>
                  <a:pt x="16101" y="6073"/>
                </a:lnTo>
                <a:cubicBezTo>
                  <a:pt x="16086" y="6204"/>
                  <a:pt x="15984" y="6321"/>
                  <a:pt x="15838" y="6321"/>
                </a:cubicBezTo>
                <a:lnTo>
                  <a:pt x="1754" y="6321"/>
                </a:lnTo>
                <a:cubicBezTo>
                  <a:pt x="1608" y="6321"/>
                  <a:pt x="1506" y="6204"/>
                  <a:pt x="1506" y="6073"/>
                </a:cubicBezTo>
                <a:lnTo>
                  <a:pt x="1506" y="5386"/>
                </a:lnTo>
                <a:cubicBezTo>
                  <a:pt x="1506" y="5240"/>
                  <a:pt x="1608" y="5123"/>
                  <a:pt x="1754" y="5123"/>
                </a:cubicBezTo>
                <a:close/>
                <a:moveTo>
                  <a:pt x="9614" y="6832"/>
                </a:moveTo>
                <a:lnTo>
                  <a:pt x="8869" y="7577"/>
                </a:lnTo>
                <a:lnTo>
                  <a:pt x="8109" y="6832"/>
                </a:lnTo>
                <a:close/>
                <a:moveTo>
                  <a:pt x="7379" y="6832"/>
                </a:moveTo>
                <a:lnTo>
                  <a:pt x="8489" y="7943"/>
                </a:lnTo>
                <a:lnTo>
                  <a:pt x="8036" y="8395"/>
                </a:lnTo>
                <a:lnTo>
                  <a:pt x="6473" y="6832"/>
                </a:lnTo>
                <a:close/>
                <a:moveTo>
                  <a:pt x="8869" y="9944"/>
                </a:moveTo>
                <a:lnTo>
                  <a:pt x="11995" y="13085"/>
                </a:lnTo>
                <a:lnTo>
                  <a:pt x="5742" y="13085"/>
                </a:lnTo>
                <a:lnTo>
                  <a:pt x="8869" y="9944"/>
                </a:lnTo>
                <a:close/>
                <a:moveTo>
                  <a:pt x="11265" y="6818"/>
                </a:moveTo>
                <a:lnTo>
                  <a:pt x="4968" y="13129"/>
                </a:lnTo>
                <a:cubicBezTo>
                  <a:pt x="4851" y="12939"/>
                  <a:pt x="4690" y="12778"/>
                  <a:pt x="4500" y="12661"/>
                </a:cubicBezTo>
                <a:lnTo>
                  <a:pt x="10344" y="6818"/>
                </a:lnTo>
                <a:close/>
                <a:moveTo>
                  <a:pt x="14002" y="13665"/>
                </a:moveTo>
                <a:cubicBezTo>
                  <a:pt x="13872" y="13665"/>
                  <a:pt x="13748" y="13762"/>
                  <a:pt x="13748" y="13918"/>
                </a:cubicBezTo>
                <a:cubicBezTo>
                  <a:pt x="13748" y="14064"/>
                  <a:pt x="13865" y="14181"/>
                  <a:pt x="14011" y="14181"/>
                </a:cubicBezTo>
                <a:cubicBezTo>
                  <a:pt x="14231" y="14181"/>
                  <a:pt x="14347" y="13903"/>
                  <a:pt x="14187" y="13743"/>
                </a:cubicBezTo>
                <a:cubicBezTo>
                  <a:pt x="14133" y="13689"/>
                  <a:pt x="14067" y="13665"/>
                  <a:pt x="14002" y="13665"/>
                </a:cubicBezTo>
                <a:close/>
                <a:moveTo>
                  <a:pt x="3726" y="13670"/>
                </a:moveTo>
                <a:cubicBezTo>
                  <a:pt x="3492" y="13670"/>
                  <a:pt x="3376" y="13947"/>
                  <a:pt x="3551" y="14108"/>
                </a:cubicBezTo>
                <a:cubicBezTo>
                  <a:pt x="3602" y="14159"/>
                  <a:pt x="3665" y="14182"/>
                  <a:pt x="3727" y="14182"/>
                </a:cubicBezTo>
                <a:cubicBezTo>
                  <a:pt x="3860" y="14182"/>
                  <a:pt x="3989" y="14077"/>
                  <a:pt x="3989" y="13918"/>
                </a:cubicBezTo>
                <a:cubicBezTo>
                  <a:pt x="3989" y="13786"/>
                  <a:pt x="3872" y="13670"/>
                  <a:pt x="3726" y="13670"/>
                </a:cubicBezTo>
                <a:close/>
                <a:moveTo>
                  <a:pt x="12507" y="13596"/>
                </a:moveTo>
                <a:lnTo>
                  <a:pt x="12565" y="13640"/>
                </a:lnTo>
                <a:cubicBezTo>
                  <a:pt x="12536" y="13728"/>
                  <a:pt x="12536" y="13830"/>
                  <a:pt x="12536" y="13918"/>
                </a:cubicBezTo>
                <a:cubicBezTo>
                  <a:pt x="12536" y="14035"/>
                  <a:pt x="12550" y="14137"/>
                  <a:pt x="12565" y="14239"/>
                </a:cubicBezTo>
                <a:lnTo>
                  <a:pt x="5173" y="14239"/>
                </a:lnTo>
                <a:cubicBezTo>
                  <a:pt x="5187" y="14137"/>
                  <a:pt x="5202" y="14035"/>
                  <a:pt x="5202" y="13918"/>
                </a:cubicBezTo>
                <a:cubicBezTo>
                  <a:pt x="5202" y="13830"/>
                  <a:pt x="5202" y="13728"/>
                  <a:pt x="5173" y="13640"/>
                </a:cubicBezTo>
                <a:lnTo>
                  <a:pt x="5231" y="13596"/>
                </a:lnTo>
                <a:close/>
                <a:moveTo>
                  <a:pt x="3723" y="12959"/>
                </a:moveTo>
                <a:cubicBezTo>
                  <a:pt x="4216" y="12959"/>
                  <a:pt x="4690" y="13345"/>
                  <a:pt x="4690" y="13918"/>
                </a:cubicBezTo>
                <a:cubicBezTo>
                  <a:pt x="4690" y="14444"/>
                  <a:pt x="4252" y="14882"/>
                  <a:pt x="3726" y="14882"/>
                </a:cubicBezTo>
                <a:cubicBezTo>
                  <a:pt x="2879" y="14882"/>
                  <a:pt x="2455" y="13845"/>
                  <a:pt x="3054" y="13246"/>
                </a:cubicBezTo>
                <a:cubicBezTo>
                  <a:pt x="3248" y="13047"/>
                  <a:pt x="3488" y="12959"/>
                  <a:pt x="3723" y="12959"/>
                </a:cubicBezTo>
                <a:close/>
                <a:moveTo>
                  <a:pt x="14011" y="12968"/>
                </a:moveTo>
                <a:cubicBezTo>
                  <a:pt x="14859" y="12968"/>
                  <a:pt x="15282" y="13991"/>
                  <a:pt x="14683" y="14605"/>
                </a:cubicBezTo>
                <a:cubicBezTo>
                  <a:pt x="14490" y="14798"/>
                  <a:pt x="14251" y="14885"/>
                  <a:pt x="14016" y="14885"/>
                </a:cubicBezTo>
                <a:cubicBezTo>
                  <a:pt x="13523" y="14885"/>
                  <a:pt x="13047" y="14502"/>
                  <a:pt x="13047" y="13918"/>
                </a:cubicBezTo>
                <a:cubicBezTo>
                  <a:pt x="13047" y="13392"/>
                  <a:pt x="13471" y="12968"/>
                  <a:pt x="14011" y="12968"/>
                </a:cubicBezTo>
                <a:close/>
                <a:moveTo>
                  <a:pt x="1134" y="1"/>
                </a:moveTo>
                <a:cubicBezTo>
                  <a:pt x="794" y="1"/>
                  <a:pt x="456" y="169"/>
                  <a:pt x="249" y="492"/>
                </a:cubicBezTo>
                <a:cubicBezTo>
                  <a:pt x="1" y="901"/>
                  <a:pt x="59" y="1427"/>
                  <a:pt x="395" y="1763"/>
                </a:cubicBezTo>
                <a:lnTo>
                  <a:pt x="3244" y="4612"/>
                </a:lnTo>
                <a:lnTo>
                  <a:pt x="1754" y="4612"/>
                </a:lnTo>
                <a:cubicBezTo>
                  <a:pt x="1330" y="4612"/>
                  <a:pt x="980" y="4948"/>
                  <a:pt x="980" y="5371"/>
                </a:cubicBezTo>
                <a:lnTo>
                  <a:pt x="980" y="6073"/>
                </a:lnTo>
                <a:cubicBezTo>
                  <a:pt x="980" y="6496"/>
                  <a:pt x="1330" y="6832"/>
                  <a:pt x="1754" y="6832"/>
                </a:cubicBezTo>
                <a:lnTo>
                  <a:pt x="5742" y="6832"/>
                </a:lnTo>
                <a:lnTo>
                  <a:pt x="7671" y="8775"/>
                </a:lnTo>
                <a:lnTo>
                  <a:pt x="3975" y="12472"/>
                </a:lnTo>
                <a:cubicBezTo>
                  <a:pt x="3887" y="12457"/>
                  <a:pt x="3814" y="12457"/>
                  <a:pt x="3726" y="12457"/>
                </a:cubicBezTo>
                <a:cubicBezTo>
                  <a:pt x="2616" y="12457"/>
                  <a:pt x="1900" y="13626"/>
                  <a:pt x="2411" y="14605"/>
                </a:cubicBezTo>
                <a:cubicBezTo>
                  <a:pt x="2690" y="15132"/>
                  <a:pt x="3208" y="15400"/>
                  <a:pt x="3727" y="15400"/>
                </a:cubicBezTo>
                <a:cubicBezTo>
                  <a:pt x="4185" y="15400"/>
                  <a:pt x="4644" y="15190"/>
                  <a:pt x="4939" y="14765"/>
                </a:cubicBezTo>
                <a:lnTo>
                  <a:pt x="12784" y="14765"/>
                </a:lnTo>
                <a:cubicBezTo>
                  <a:pt x="13079" y="15190"/>
                  <a:pt x="13538" y="15400"/>
                  <a:pt x="13996" y="15400"/>
                </a:cubicBezTo>
                <a:cubicBezTo>
                  <a:pt x="14515" y="15400"/>
                  <a:pt x="15032" y="15132"/>
                  <a:pt x="15312" y="14605"/>
                </a:cubicBezTo>
                <a:cubicBezTo>
                  <a:pt x="15823" y="13626"/>
                  <a:pt x="15107" y="12457"/>
                  <a:pt x="13997" y="12457"/>
                </a:cubicBezTo>
                <a:cubicBezTo>
                  <a:pt x="13909" y="12457"/>
                  <a:pt x="13836" y="12457"/>
                  <a:pt x="13748" y="12472"/>
                </a:cubicBezTo>
                <a:lnTo>
                  <a:pt x="12171" y="10894"/>
                </a:lnTo>
                <a:cubicBezTo>
                  <a:pt x="12112" y="10835"/>
                  <a:pt x="12047" y="10811"/>
                  <a:pt x="11985" y="10811"/>
                </a:cubicBezTo>
                <a:cubicBezTo>
                  <a:pt x="11784" y="10811"/>
                  <a:pt x="11615" y="11069"/>
                  <a:pt x="11805" y="11259"/>
                </a:cubicBezTo>
                <a:lnTo>
                  <a:pt x="13222" y="12676"/>
                </a:lnTo>
                <a:cubicBezTo>
                  <a:pt x="13033" y="12793"/>
                  <a:pt x="12872" y="12954"/>
                  <a:pt x="12755" y="13129"/>
                </a:cubicBezTo>
                <a:lnTo>
                  <a:pt x="9219" y="9593"/>
                </a:lnTo>
                <a:lnTo>
                  <a:pt x="9687" y="9141"/>
                </a:lnTo>
                <a:lnTo>
                  <a:pt x="10943" y="10397"/>
                </a:lnTo>
                <a:cubicBezTo>
                  <a:pt x="10996" y="10450"/>
                  <a:pt x="11056" y="10472"/>
                  <a:pt x="11114" y="10472"/>
                </a:cubicBezTo>
                <a:cubicBezTo>
                  <a:pt x="11312" y="10472"/>
                  <a:pt x="11489" y="10213"/>
                  <a:pt x="11309" y="10032"/>
                </a:cubicBezTo>
                <a:lnTo>
                  <a:pt x="10052" y="8775"/>
                </a:lnTo>
                <a:lnTo>
                  <a:pt x="11981" y="6832"/>
                </a:lnTo>
                <a:lnTo>
                  <a:pt x="15838" y="6832"/>
                </a:lnTo>
                <a:cubicBezTo>
                  <a:pt x="16261" y="6832"/>
                  <a:pt x="16597" y="6496"/>
                  <a:pt x="16597" y="6058"/>
                </a:cubicBezTo>
                <a:lnTo>
                  <a:pt x="16597" y="5123"/>
                </a:lnTo>
                <a:cubicBezTo>
                  <a:pt x="17211" y="5094"/>
                  <a:pt x="17678" y="4568"/>
                  <a:pt x="17649" y="3969"/>
                </a:cubicBezTo>
                <a:cubicBezTo>
                  <a:pt x="17635" y="3364"/>
                  <a:pt x="17139" y="2902"/>
                  <a:pt x="16552" y="2902"/>
                </a:cubicBezTo>
                <a:cubicBezTo>
                  <a:pt x="16542" y="2902"/>
                  <a:pt x="16533" y="2902"/>
                  <a:pt x="16524" y="2902"/>
                </a:cubicBezTo>
                <a:lnTo>
                  <a:pt x="16524" y="2888"/>
                </a:lnTo>
                <a:lnTo>
                  <a:pt x="13763" y="2888"/>
                </a:lnTo>
                <a:lnTo>
                  <a:pt x="13763" y="2683"/>
                </a:lnTo>
                <a:cubicBezTo>
                  <a:pt x="13763" y="2172"/>
                  <a:pt x="13339" y="1748"/>
                  <a:pt x="12813" y="1748"/>
                </a:cubicBezTo>
                <a:lnTo>
                  <a:pt x="7861" y="1748"/>
                </a:lnTo>
                <a:cubicBezTo>
                  <a:pt x="7335" y="1748"/>
                  <a:pt x="6911" y="2172"/>
                  <a:pt x="6911" y="2683"/>
                </a:cubicBezTo>
                <a:lnTo>
                  <a:pt x="6911" y="2888"/>
                </a:lnTo>
                <a:lnTo>
                  <a:pt x="4442" y="2888"/>
                </a:lnTo>
                <a:lnTo>
                  <a:pt x="1856" y="302"/>
                </a:lnTo>
                <a:cubicBezTo>
                  <a:pt x="1654" y="99"/>
                  <a:pt x="1393" y="1"/>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15"/>
          <p:cNvSpPr/>
          <p:nvPr/>
        </p:nvSpPr>
        <p:spPr>
          <a:xfrm>
            <a:off x="5413585" y="3958834"/>
            <a:ext cx="338662" cy="396431"/>
          </a:xfrm>
          <a:custGeom>
            <a:rect b="b" l="l" r="r" t="t"/>
            <a:pathLst>
              <a:path extrusionOk="0" h="17547" w="14990">
                <a:moveTo>
                  <a:pt x="3405" y="512"/>
                </a:moveTo>
                <a:cubicBezTo>
                  <a:pt x="4004" y="512"/>
                  <a:pt x="4004" y="1403"/>
                  <a:pt x="3405" y="1403"/>
                </a:cubicBezTo>
                <a:lnTo>
                  <a:pt x="2893" y="1403"/>
                </a:lnTo>
                <a:cubicBezTo>
                  <a:pt x="2294" y="1403"/>
                  <a:pt x="2294" y="512"/>
                  <a:pt x="2893" y="512"/>
                </a:cubicBezTo>
                <a:close/>
                <a:moveTo>
                  <a:pt x="7860" y="512"/>
                </a:moveTo>
                <a:cubicBezTo>
                  <a:pt x="8459" y="512"/>
                  <a:pt x="8459" y="1403"/>
                  <a:pt x="7860" y="1403"/>
                </a:cubicBezTo>
                <a:lnTo>
                  <a:pt x="7349" y="1403"/>
                </a:lnTo>
                <a:cubicBezTo>
                  <a:pt x="6750" y="1403"/>
                  <a:pt x="6750" y="512"/>
                  <a:pt x="7349" y="512"/>
                </a:cubicBezTo>
                <a:close/>
                <a:moveTo>
                  <a:pt x="12857" y="15735"/>
                </a:moveTo>
                <a:cubicBezTo>
                  <a:pt x="12638" y="15735"/>
                  <a:pt x="12521" y="16013"/>
                  <a:pt x="12682" y="16174"/>
                </a:cubicBezTo>
                <a:cubicBezTo>
                  <a:pt x="12735" y="16232"/>
                  <a:pt x="12802" y="16258"/>
                  <a:pt x="12867" y="16258"/>
                </a:cubicBezTo>
                <a:cubicBezTo>
                  <a:pt x="12997" y="16258"/>
                  <a:pt x="13120" y="16154"/>
                  <a:pt x="13120" y="15998"/>
                </a:cubicBezTo>
                <a:cubicBezTo>
                  <a:pt x="13120" y="15852"/>
                  <a:pt x="13003" y="15735"/>
                  <a:pt x="12857" y="15735"/>
                </a:cubicBezTo>
                <a:close/>
                <a:moveTo>
                  <a:pt x="12858" y="14967"/>
                </a:moveTo>
                <a:cubicBezTo>
                  <a:pt x="13386" y="14967"/>
                  <a:pt x="13894" y="15375"/>
                  <a:pt x="13894" y="15998"/>
                </a:cubicBezTo>
                <a:cubicBezTo>
                  <a:pt x="13894" y="16568"/>
                  <a:pt x="13427" y="17021"/>
                  <a:pt x="12857" y="17021"/>
                </a:cubicBezTo>
                <a:cubicBezTo>
                  <a:pt x="11951" y="17021"/>
                  <a:pt x="11484" y="15925"/>
                  <a:pt x="12141" y="15268"/>
                </a:cubicBezTo>
                <a:cubicBezTo>
                  <a:pt x="12349" y="15060"/>
                  <a:pt x="12606" y="14967"/>
                  <a:pt x="12858" y="14967"/>
                </a:cubicBezTo>
                <a:close/>
                <a:moveTo>
                  <a:pt x="2879" y="1"/>
                </a:moveTo>
                <a:cubicBezTo>
                  <a:pt x="2426" y="1"/>
                  <a:pt x="2031" y="322"/>
                  <a:pt x="1944" y="775"/>
                </a:cubicBezTo>
                <a:cubicBezTo>
                  <a:pt x="1096" y="1009"/>
                  <a:pt x="512" y="1783"/>
                  <a:pt x="526" y="2660"/>
                </a:cubicBezTo>
                <a:lnTo>
                  <a:pt x="526" y="5114"/>
                </a:lnTo>
                <a:cubicBezTo>
                  <a:pt x="205" y="5231"/>
                  <a:pt x="0" y="5523"/>
                  <a:pt x="0" y="5845"/>
                </a:cubicBezTo>
                <a:cubicBezTo>
                  <a:pt x="0" y="8518"/>
                  <a:pt x="1958" y="10768"/>
                  <a:pt x="4603" y="11162"/>
                </a:cubicBezTo>
                <a:lnTo>
                  <a:pt x="4603" y="14669"/>
                </a:lnTo>
                <a:cubicBezTo>
                  <a:pt x="4559" y="16159"/>
                  <a:pt x="5757" y="17386"/>
                  <a:pt x="7232" y="17386"/>
                </a:cubicBezTo>
                <a:cubicBezTo>
                  <a:pt x="8722" y="17386"/>
                  <a:pt x="9920" y="16159"/>
                  <a:pt x="9877" y="14669"/>
                </a:cubicBezTo>
                <a:lnTo>
                  <a:pt x="9877" y="13193"/>
                </a:lnTo>
                <a:cubicBezTo>
                  <a:pt x="9877" y="12580"/>
                  <a:pt x="10373" y="12083"/>
                  <a:pt x="10987" y="12083"/>
                </a:cubicBezTo>
                <a:cubicBezTo>
                  <a:pt x="11586" y="12083"/>
                  <a:pt x="12083" y="12580"/>
                  <a:pt x="12083" y="13193"/>
                </a:cubicBezTo>
                <a:lnTo>
                  <a:pt x="12083" y="14669"/>
                </a:lnTo>
                <a:cubicBezTo>
                  <a:pt x="10709" y="15458"/>
                  <a:pt x="11279" y="17547"/>
                  <a:pt x="12857" y="17547"/>
                </a:cubicBezTo>
                <a:cubicBezTo>
                  <a:pt x="14435" y="17547"/>
                  <a:pt x="14990" y="15458"/>
                  <a:pt x="13631" y="14669"/>
                </a:cubicBezTo>
                <a:lnTo>
                  <a:pt x="13631" y="13179"/>
                </a:lnTo>
                <a:cubicBezTo>
                  <a:pt x="13631" y="12667"/>
                  <a:pt x="13485" y="12170"/>
                  <a:pt x="13208" y="11732"/>
                </a:cubicBezTo>
                <a:cubicBezTo>
                  <a:pt x="13152" y="11647"/>
                  <a:pt x="13075" y="11611"/>
                  <a:pt x="12999" y="11611"/>
                </a:cubicBezTo>
                <a:cubicBezTo>
                  <a:pt x="12815" y="11611"/>
                  <a:pt x="12635" y="11818"/>
                  <a:pt x="12769" y="12024"/>
                </a:cubicBezTo>
                <a:cubicBezTo>
                  <a:pt x="13003" y="12360"/>
                  <a:pt x="13120" y="12769"/>
                  <a:pt x="13120" y="13179"/>
                </a:cubicBezTo>
                <a:lnTo>
                  <a:pt x="13120" y="14493"/>
                </a:lnTo>
                <a:cubicBezTo>
                  <a:pt x="13032" y="14471"/>
                  <a:pt x="12945" y="14461"/>
                  <a:pt x="12859" y="14461"/>
                </a:cubicBezTo>
                <a:cubicBezTo>
                  <a:pt x="12773" y="14461"/>
                  <a:pt x="12689" y="14471"/>
                  <a:pt x="12609" y="14493"/>
                </a:cubicBezTo>
                <a:lnTo>
                  <a:pt x="12609" y="13193"/>
                </a:lnTo>
                <a:cubicBezTo>
                  <a:pt x="12609" y="12302"/>
                  <a:pt x="11878" y="11571"/>
                  <a:pt x="10987" y="11571"/>
                </a:cubicBezTo>
                <a:cubicBezTo>
                  <a:pt x="10096" y="11571"/>
                  <a:pt x="9380" y="12302"/>
                  <a:pt x="9380" y="13193"/>
                </a:cubicBezTo>
                <a:lnTo>
                  <a:pt x="9380" y="14669"/>
                </a:lnTo>
                <a:cubicBezTo>
                  <a:pt x="9336" y="15823"/>
                  <a:pt x="8401" y="16729"/>
                  <a:pt x="7247" y="16729"/>
                </a:cubicBezTo>
                <a:cubicBezTo>
                  <a:pt x="6093" y="16729"/>
                  <a:pt x="5158" y="15823"/>
                  <a:pt x="5114" y="14669"/>
                </a:cubicBezTo>
                <a:lnTo>
                  <a:pt x="5114" y="13909"/>
                </a:lnTo>
                <a:cubicBezTo>
                  <a:pt x="5202" y="13938"/>
                  <a:pt x="5289" y="13953"/>
                  <a:pt x="5377" y="13953"/>
                </a:cubicBezTo>
                <a:cubicBezTo>
                  <a:pt x="5464" y="13953"/>
                  <a:pt x="5552" y="13938"/>
                  <a:pt x="5640" y="13909"/>
                </a:cubicBezTo>
                <a:lnTo>
                  <a:pt x="5640" y="14669"/>
                </a:lnTo>
                <a:cubicBezTo>
                  <a:pt x="5669" y="15545"/>
                  <a:pt x="6370" y="16232"/>
                  <a:pt x="7247" y="16232"/>
                </a:cubicBezTo>
                <a:cubicBezTo>
                  <a:pt x="8123" y="16232"/>
                  <a:pt x="8839" y="15545"/>
                  <a:pt x="8869" y="14669"/>
                </a:cubicBezTo>
                <a:lnTo>
                  <a:pt x="8869" y="13193"/>
                </a:lnTo>
                <a:cubicBezTo>
                  <a:pt x="8869" y="11955"/>
                  <a:pt x="9884" y="11055"/>
                  <a:pt x="10998" y="11055"/>
                </a:cubicBezTo>
                <a:cubicBezTo>
                  <a:pt x="11330" y="11055"/>
                  <a:pt x="11670" y="11134"/>
                  <a:pt x="11995" y="11309"/>
                </a:cubicBezTo>
                <a:cubicBezTo>
                  <a:pt x="12038" y="11332"/>
                  <a:pt x="12080" y="11342"/>
                  <a:pt x="12119" y="11342"/>
                </a:cubicBezTo>
                <a:cubicBezTo>
                  <a:pt x="12348" y="11342"/>
                  <a:pt x="12491" y="10993"/>
                  <a:pt x="12229" y="10856"/>
                </a:cubicBezTo>
                <a:cubicBezTo>
                  <a:pt x="11826" y="10641"/>
                  <a:pt x="11404" y="10543"/>
                  <a:pt x="10992" y="10543"/>
                </a:cubicBezTo>
                <a:cubicBezTo>
                  <a:pt x="9609" y="10543"/>
                  <a:pt x="8343" y="11651"/>
                  <a:pt x="8343" y="13193"/>
                </a:cubicBezTo>
                <a:lnTo>
                  <a:pt x="8343" y="14669"/>
                </a:lnTo>
                <a:cubicBezTo>
                  <a:pt x="8343" y="15268"/>
                  <a:pt x="7860" y="15764"/>
                  <a:pt x="7247" y="15764"/>
                </a:cubicBezTo>
                <a:cubicBezTo>
                  <a:pt x="6648" y="15764"/>
                  <a:pt x="6151" y="15268"/>
                  <a:pt x="6151" y="14669"/>
                </a:cubicBezTo>
                <a:lnTo>
                  <a:pt x="6151" y="11148"/>
                </a:lnTo>
                <a:cubicBezTo>
                  <a:pt x="8795" y="10768"/>
                  <a:pt x="10753" y="8503"/>
                  <a:pt x="10753" y="5845"/>
                </a:cubicBezTo>
                <a:cubicBezTo>
                  <a:pt x="10753" y="5523"/>
                  <a:pt x="10534" y="5231"/>
                  <a:pt x="10227" y="5114"/>
                </a:cubicBezTo>
                <a:lnTo>
                  <a:pt x="10227" y="2645"/>
                </a:lnTo>
                <a:cubicBezTo>
                  <a:pt x="10242" y="1768"/>
                  <a:pt x="9657" y="1009"/>
                  <a:pt x="8810" y="775"/>
                </a:cubicBezTo>
                <a:cubicBezTo>
                  <a:pt x="8722" y="322"/>
                  <a:pt x="8328" y="1"/>
                  <a:pt x="7875" y="1"/>
                </a:cubicBezTo>
                <a:lnTo>
                  <a:pt x="7349" y="1"/>
                </a:lnTo>
                <a:cubicBezTo>
                  <a:pt x="6078" y="1"/>
                  <a:pt x="6078" y="1915"/>
                  <a:pt x="7349" y="1915"/>
                </a:cubicBezTo>
                <a:lnTo>
                  <a:pt x="7875" y="1915"/>
                </a:lnTo>
                <a:cubicBezTo>
                  <a:pt x="8270" y="1915"/>
                  <a:pt x="8620" y="1666"/>
                  <a:pt x="8766" y="1301"/>
                </a:cubicBezTo>
                <a:cubicBezTo>
                  <a:pt x="9336" y="1505"/>
                  <a:pt x="9716" y="2046"/>
                  <a:pt x="9716" y="2645"/>
                </a:cubicBezTo>
                <a:lnTo>
                  <a:pt x="9716" y="5114"/>
                </a:lnTo>
                <a:cubicBezTo>
                  <a:pt x="9409" y="5231"/>
                  <a:pt x="9205" y="5523"/>
                  <a:pt x="9205" y="5845"/>
                </a:cubicBezTo>
                <a:cubicBezTo>
                  <a:pt x="9194" y="8117"/>
                  <a:pt x="7338" y="9659"/>
                  <a:pt x="5373" y="9659"/>
                </a:cubicBezTo>
                <a:cubicBezTo>
                  <a:pt x="4547" y="9659"/>
                  <a:pt x="3701" y="9387"/>
                  <a:pt x="2966" y="8781"/>
                </a:cubicBezTo>
                <a:cubicBezTo>
                  <a:pt x="2911" y="8737"/>
                  <a:pt x="2853" y="8718"/>
                  <a:pt x="2798" y="8718"/>
                </a:cubicBezTo>
                <a:cubicBezTo>
                  <a:pt x="2579" y="8718"/>
                  <a:pt x="2408" y="9015"/>
                  <a:pt x="2630" y="9190"/>
                </a:cubicBezTo>
                <a:cubicBezTo>
                  <a:pt x="3464" y="9877"/>
                  <a:pt x="4422" y="10186"/>
                  <a:pt x="5360" y="10186"/>
                </a:cubicBezTo>
                <a:cubicBezTo>
                  <a:pt x="7593" y="10186"/>
                  <a:pt x="9706" y="8432"/>
                  <a:pt x="9716" y="5859"/>
                </a:cubicBezTo>
                <a:cubicBezTo>
                  <a:pt x="9701" y="5713"/>
                  <a:pt x="9818" y="5596"/>
                  <a:pt x="9950" y="5582"/>
                </a:cubicBezTo>
                <a:cubicBezTo>
                  <a:pt x="10096" y="5582"/>
                  <a:pt x="10213" y="5698"/>
                  <a:pt x="10227" y="5845"/>
                </a:cubicBezTo>
                <a:cubicBezTo>
                  <a:pt x="10227" y="8299"/>
                  <a:pt x="8386" y="10359"/>
                  <a:pt x="5947" y="10666"/>
                </a:cubicBezTo>
                <a:cubicBezTo>
                  <a:pt x="5771" y="10680"/>
                  <a:pt x="5625" y="10841"/>
                  <a:pt x="5625" y="11031"/>
                </a:cubicBezTo>
                <a:lnTo>
                  <a:pt x="5625" y="13179"/>
                </a:lnTo>
                <a:cubicBezTo>
                  <a:pt x="5625" y="13325"/>
                  <a:pt x="5508" y="13427"/>
                  <a:pt x="5362" y="13427"/>
                </a:cubicBezTo>
                <a:cubicBezTo>
                  <a:pt x="5216" y="13412"/>
                  <a:pt x="5114" y="13295"/>
                  <a:pt x="5114" y="13149"/>
                </a:cubicBezTo>
                <a:lnTo>
                  <a:pt x="5114" y="11016"/>
                </a:lnTo>
                <a:cubicBezTo>
                  <a:pt x="5114" y="10826"/>
                  <a:pt x="4982" y="10680"/>
                  <a:pt x="4792" y="10651"/>
                </a:cubicBezTo>
                <a:cubicBezTo>
                  <a:pt x="2367" y="10359"/>
                  <a:pt x="526" y="8284"/>
                  <a:pt x="526" y="5830"/>
                </a:cubicBezTo>
                <a:cubicBezTo>
                  <a:pt x="526" y="5692"/>
                  <a:pt x="643" y="5580"/>
                  <a:pt x="779" y="5580"/>
                </a:cubicBezTo>
                <a:cubicBezTo>
                  <a:pt x="787" y="5580"/>
                  <a:pt x="796" y="5581"/>
                  <a:pt x="804" y="5582"/>
                </a:cubicBezTo>
                <a:cubicBezTo>
                  <a:pt x="936" y="5596"/>
                  <a:pt x="1038" y="5713"/>
                  <a:pt x="1038" y="5859"/>
                </a:cubicBezTo>
                <a:cubicBezTo>
                  <a:pt x="1038" y="6706"/>
                  <a:pt x="1301" y="7539"/>
                  <a:pt x="1768" y="8255"/>
                </a:cubicBezTo>
                <a:cubicBezTo>
                  <a:pt x="1827" y="8331"/>
                  <a:pt x="1903" y="8363"/>
                  <a:pt x="1976" y="8363"/>
                </a:cubicBezTo>
                <a:cubicBezTo>
                  <a:pt x="2155" y="8363"/>
                  <a:pt x="2321" y="8170"/>
                  <a:pt x="2207" y="7963"/>
                </a:cubicBezTo>
                <a:cubicBezTo>
                  <a:pt x="1783" y="7349"/>
                  <a:pt x="1549" y="6604"/>
                  <a:pt x="1549" y="5845"/>
                </a:cubicBezTo>
                <a:cubicBezTo>
                  <a:pt x="1549" y="5523"/>
                  <a:pt x="1345" y="5231"/>
                  <a:pt x="1038" y="5114"/>
                </a:cubicBezTo>
                <a:lnTo>
                  <a:pt x="1038" y="2660"/>
                </a:lnTo>
                <a:cubicBezTo>
                  <a:pt x="1038" y="2046"/>
                  <a:pt x="1418" y="1505"/>
                  <a:pt x="1987" y="1301"/>
                </a:cubicBezTo>
                <a:cubicBezTo>
                  <a:pt x="2133" y="1666"/>
                  <a:pt x="2484" y="1915"/>
                  <a:pt x="2879" y="1915"/>
                </a:cubicBezTo>
                <a:lnTo>
                  <a:pt x="3390" y="1915"/>
                </a:lnTo>
                <a:cubicBezTo>
                  <a:pt x="3930" y="1915"/>
                  <a:pt x="4354" y="1491"/>
                  <a:pt x="4354" y="965"/>
                </a:cubicBezTo>
                <a:cubicBezTo>
                  <a:pt x="4354" y="424"/>
                  <a:pt x="3930" y="1"/>
                  <a:pt x="3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15"/>
          <p:cNvSpPr/>
          <p:nvPr/>
        </p:nvSpPr>
        <p:spPr>
          <a:xfrm>
            <a:off x="5376284" y="3321556"/>
            <a:ext cx="401062" cy="367987"/>
          </a:xfrm>
          <a:custGeom>
            <a:rect b="b" l="l" r="r" t="t"/>
            <a:pathLst>
              <a:path extrusionOk="0" h="16288" w="17752">
                <a:moveTo>
                  <a:pt x="13515" y="4116"/>
                </a:moveTo>
                <a:lnTo>
                  <a:pt x="13515" y="5460"/>
                </a:lnTo>
                <a:cubicBezTo>
                  <a:pt x="13515" y="5665"/>
                  <a:pt x="13690" y="5840"/>
                  <a:pt x="13894" y="5840"/>
                </a:cubicBezTo>
                <a:lnTo>
                  <a:pt x="15224" y="5840"/>
                </a:lnTo>
                <a:lnTo>
                  <a:pt x="15224" y="6498"/>
                </a:lnTo>
                <a:lnTo>
                  <a:pt x="13894" y="6498"/>
                </a:lnTo>
                <a:cubicBezTo>
                  <a:pt x="13675" y="6498"/>
                  <a:pt x="13500" y="6673"/>
                  <a:pt x="13500" y="6878"/>
                </a:cubicBezTo>
                <a:lnTo>
                  <a:pt x="13500" y="8222"/>
                </a:lnTo>
                <a:lnTo>
                  <a:pt x="12857" y="8222"/>
                </a:lnTo>
                <a:lnTo>
                  <a:pt x="12857" y="6878"/>
                </a:lnTo>
                <a:cubicBezTo>
                  <a:pt x="12857" y="6673"/>
                  <a:pt x="12682" y="6498"/>
                  <a:pt x="12463" y="6498"/>
                </a:cubicBezTo>
                <a:lnTo>
                  <a:pt x="11133" y="6498"/>
                </a:lnTo>
                <a:lnTo>
                  <a:pt x="11133" y="5840"/>
                </a:lnTo>
                <a:lnTo>
                  <a:pt x="12463" y="5840"/>
                </a:lnTo>
                <a:cubicBezTo>
                  <a:pt x="12682" y="5840"/>
                  <a:pt x="12857" y="5665"/>
                  <a:pt x="12857" y="5460"/>
                </a:cubicBezTo>
                <a:lnTo>
                  <a:pt x="12857" y="4116"/>
                </a:lnTo>
                <a:close/>
                <a:moveTo>
                  <a:pt x="13544" y="3561"/>
                </a:moveTo>
                <a:lnTo>
                  <a:pt x="13529" y="3576"/>
                </a:lnTo>
                <a:lnTo>
                  <a:pt x="12813" y="3576"/>
                </a:lnTo>
                <a:cubicBezTo>
                  <a:pt x="12536" y="3576"/>
                  <a:pt x="12302" y="3795"/>
                  <a:pt x="12302" y="4087"/>
                </a:cubicBezTo>
                <a:lnTo>
                  <a:pt x="12302" y="5300"/>
                </a:lnTo>
                <a:lnTo>
                  <a:pt x="11089" y="5300"/>
                </a:lnTo>
                <a:cubicBezTo>
                  <a:pt x="10812" y="5300"/>
                  <a:pt x="10578" y="5534"/>
                  <a:pt x="10578" y="5811"/>
                </a:cubicBezTo>
                <a:lnTo>
                  <a:pt x="10578" y="6542"/>
                </a:lnTo>
                <a:cubicBezTo>
                  <a:pt x="10578" y="6819"/>
                  <a:pt x="10812" y="7038"/>
                  <a:pt x="11089" y="7038"/>
                </a:cubicBezTo>
                <a:lnTo>
                  <a:pt x="12317" y="7038"/>
                </a:lnTo>
                <a:lnTo>
                  <a:pt x="12317" y="8266"/>
                </a:lnTo>
                <a:cubicBezTo>
                  <a:pt x="12317" y="8543"/>
                  <a:pt x="12536" y="8777"/>
                  <a:pt x="12813" y="8777"/>
                </a:cubicBezTo>
                <a:lnTo>
                  <a:pt x="13529" y="8777"/>
                </a:lnTo>
                <a:cubicBezTo>
                  <a:pt x="13821" y="8777"/>
                  <a:pt x="14040" y="8543"/>
                  <a:pt x="14040" y="8266"/>
                </a:cubicBezTo>
                <a:lnTo>
                  <a:pt x="14040" y="7038"/>
                </a:lnTo>
                <a:lnTo>
                  <a:pt x="15268" y="7038"/>
                </a:lnTo>
                <a:cubicBezTo>
                  <a:pt x="15276" y="7039"/>
                  <a:pt x="15284" y="7039"/>
                  <a:pt x="15292" y="7039"/>
                </a:cubicBezTo>
                <a:cubicBezTo>
                  <a:pt x="15559" y="7039"/>
                  <a:pt x="15779" y="6811"/>
                  <a:pt x="15779" y="6542"/>
                </a:cubicBezTo>
                <a:lnTo>
                  <a:pt x="15779" y="5811"/>
                </a:lnTo>
                <a:cubicBezTo>
                  <a:pt x="15779" y="5519"/>
                  <a:pt x="15545" y="5300"/>
                  <a:pt x="15268" y="5300"/>
                </a:cubicBezTo>
                <a:lnTo>
                  <a:pt x="14055" y="5300"/>
                </a:lnTo>
                <a:lnTo>
                  <a:pt x="14055" y="4073"/>
                </a:lnTo>
                <a:cubicBezTo>
                  <a:pt x="14055" y="3795"/>
                  <a:pt x="13821" y="3561"/>
                  <a:pt x="13544" y="3561"/>
                </a:cubicBezTo>
                <a:close/>
                <a:moveTo>
                  <a:pt x="13166" y="0"/>
                </a:moveTo>
                <a:cubicBezTo>
                  <a:pt x="13047" y="0"/>
                  <a:pt x="12930" y="48"/>
                  <a:pt x="12842" y="143"/>
                </a:cubicBezTo>
                <a:cubicBezTo>
                  <a:pt x="11966" y="1063"/>
                  <a:pt x="9088" y="4233"/>
                  <a:pt x="9088" y="6162"/>
                </a:cubicBezTo>
                <a:cubicBezTo>
                  <a:pt x="9088" y="6600"/>
                  <a:pt x="9146" y="7038"/>
                  <a:pt x="9292" y="7447"/>
                </a:cubicBezTo>
                <a:cubicBezTo>
                  <a:pt x="9328" y="7565"/>
                  <a:pt x="9429" y="7635"/>
                  <a:pt x="9544" y="7635"/>
                </a:cubicBezTo>
                <a:cubicBezTo>
                  <a:pt x="9571" y="7635"/>
                  <a:pt x="9600" y="7631"/>
                  <a:pt x="9628" y="7623"/>
                </a:cubicBezTo>
                <a:lnTo>
                  <a:pt x="9628" y="7608"/>
                </a:lnTo>
                <a:cubicBezTo>
                  <a:pt x="9774" y="7564"/>
                  <a:pt x="9847" y="7418"/>
                  <a:pt x="9804" y="7272"/>
                </a:cubicBezTo>
                <a:cubicBezTo>
                  <a:pt x="9687" y="6921"/>
                  <a:pt x="9628" y="6542"/>
                  <a:pt x="9628" y="6162"/>
                </a:cubicBezTo>
                <a:cubicBezTo>
                  <a:pt x="9628" y="4803"/>
                  <a:pt x="11513" y="2334"/>
                  <a:pt x="13164" y="581"/>
                </a:cubicBezTo>
                <a:cubicBezTo>
                  <a:pt x="14815" y="2319"/>
                  <a:pt x="16714" y="4803"/>
                  <a:pt x="16714" y="6162"/>
                </a:cubicBezTo>
                <a:cubicBezTo>
                  <a:pt x="16714" y="7696"/>
                  <a:pt x="15735" y="9040"/>
                  <a:pt x="14303" y="9522"/>
                </a:cubicBezTo>
                <a:cubicBezTo>
                  <a:pt x="13928" y="9651"/>
                  <a:pt x="13543" y="9713"/>
                  <a:pt x="13163" y="9713"/>
                </a:cubicBezTo>
                <a:cubicBezTo>
                  <a:pt x="12076" y="9713"/>
                  <a:pt x="11026" y="9207"/>
                  <a:pt x="10344" y="8309"/>
                </a:cubicBezTo>
                <a:cubicBezTo>
                  <a:pt x="10285" y="8234"/>
                  <a:pt x="10211" y="8203"/>
                  <a:pt x="10139" y="8203"/>
                </a:cubicBezTo>
                <a:cubicBezTo>
                  <a:pt x="9943" y="8203"/>
                  <a:pt x="9761" y="8432"/>
                  <a:pt x="9921" y="8645"/>
                </a:cubicBezTo>
                <a:cubicBezTo>
                  <a:pt x="10699" y="9673"/>
                  <a:pt x="11911" y="10252"/>
                  <a:pt x="13164" y="10252"/>
                </a:cubicBezTo>
                <a:cubicBezTo>
                  <a:pt x="13603" y="10252"/>
                  <a:pt x="14047" y="10181"/>
                  <a:pt x="14479" y="10033"/>
                </a:cubicBezTo>
                <a:cubicBezTo>
                  <a:pt x="16130" y="9478"/>
                  <a:pt x="17255" y="7915"/>
                  <a:pt x="17255" y="6162"/>
                </a:cubicBezTo>
                <a:cubicBezTo>
                  <a:pt x="17255" y="4233"/>
                  <a:pt x="14376" y="1063"/>
                  <a:pt x="13500" y="143"/>
                </a:cubicBezTo>
                <a:cubicBezTo>
                  <a:pt x="13405" y="48"/>
                  <a:pt x="13284" y="0"/>
                  <a:pt x="13166" y="0"/>
                </a:cubicBezTo>
                <a:close/>
                <a:moveTo>
                  <a:pt x="366" y="7754"/>
                </a:moveTo>
                <a:cubicBezTo>
                  <a:pt x="1" y="7754"/>
                  <a:pt x="1" y="8309"/>
                  <a:pt x="366" y="8309"/>
                </a:cubicBezTo>
                <a:lnTo>
                  <a:pt x="6370" y="8309"/>
                </a:lnTo>
                <a:cubicBezTo>
                  <a:pt x="6604" y="8309"/>
                  <a:pt x="6823" y="8397"/>
                  <a:pt x="6984" y="8558"/>
                </a:cubicBezTo>
                <a:lnTo>
                  <a:pt x="9804" y="11319"/>
                </a:lnTo>
                <a:cubicBezTo>
                  <a:pt x="10262" y="11788"/>
                  <a:pt x="9839" y="12429"/>
                  <a:pt x="9341" y="12429"/>
                </a:cubicBezTo>
                <a:cubicBezTo>
                  <a:pt x="9188" y="12429"/>
                  <a:pt x="9027" y="12369"/>
                  <a:pt x="8883" y="12225"/>
                </a:cubicBezTo>
                <a:lnTo>
                  <a:pt x="7700" y="11027"/>
                </a:lnTo>
                <a:cubicBezTo>
                  <a:pt x="7649" y="10968"/>
                  <a:pt x="7579" y="10939"/>
                  <a:pt x="7510" y="10939"/>
                </a:cubicBezTo>
                <a:cubicBezTo>
                  <a:pt x="7441" y="10939"/>
                  <a:pt x="7371" y="10968"/>
                  <a:pt x="7320" y="11027"/>
                </a:cubicBezTo>
                <a:cubicBezTo>
                  <a:pt x="7218" y="11129"/>
                  <a:pt x="7218" y="11304"/>
                  <a:pt x="7320" y="11407"/>
                </a:cubicBezTo>
                <a:lnTo>
                  <a:pt x="8503" y="12619"/>
                </a:lnTo>
                <a:cubicBezTo>
                  <a:pt x="8737" y="12852"/>
                  <a:pt x="9041" y="12972"/>
                  <a:pt x="9349" y="12972"/>
                </a:cubicBezTo>
                <a:cubicBezTo>
                  <a:pt x="9581" y="12972"/>
                  <a:pt x="9815" y="12904"/>
                  <a:pt x="10023" y="12765"/>
                </a:cubicBezTo>
                <a:lnTo>
                  <a:pt x="16334" y="12239"/>
                </a:lnTo>
                <a:cubicBezTo>
                  <a:pt x="16362" y="12235"/>
                  <a:pt x="16391" y="12233"/>
                  <a:pt x="16419" y="12233"/>
                </a:cubicBezTo>
                <a:cubicBezTo>
                  <a:pt x="16583" y="12233"/>
                  <a:pt x="16750" y="12303"/>
                  <a:pt x="16875" y="12415"/>
                </a:cubicBezTo>
                <a:cubicBezTo>
                  <a:pt x="17269" y="12780"/>
                  <a:pt x="17123" y="13437"/>
                  <a:pt x="16597" y="13598"/>
                </a:cubicBezTo>
                <a:lnTo>
                  <a:pt x="13821" y="14445"/>
                </a:lnTo>
                <a:cubicBezTo>
                  <a:pt x="13675" y="14489"/>
                  <a:pt x="13602" y="14635"/>
                  <a:pt x="13646" y="14781"/>
                </a:cubicBezTo>
                <a:cubicBezTo>
                  <a:pt x="13683" y="14906"/>
                  <a:pt x="13795" y="14978"/>
                  <a:pt x="13918" y="14978"/>
                </a:cubicBezTo>
                <a:cubicBezTo>
                  <a:pt x="13939" y="14978"/>
                  <a:pt x="13961" y="14976"/>
                  <a:pt x="13982" y="14971"/>
                </a:cubicBezTo>
                <a:lnTo>
                  <a:pt x="16758" y="14124"/>
                </a:lnTo>
                <a:cubicBezTo>
                  <a:pt x="17006" y="14036"/>
                  <a:pt x="17225" y="13890"/>
                  <a:pt x="17386" y="13671"/>
                </a:cubicBezTo>
                <a:cubicBezTo>
                  <a:pt x="17751" y="13160"/>
                  <a:pt x="17693" y="12458"/>
                  <a:pt x="17225" y="12035"/>
                </a:cubicBezTo>
                <a:lnTo>
                  <a:pt x="17240" y="11991"/>
                </a:lnTo>
                <a:cubicBezTo>
                  <a:pt x="17004" y="11781"/>
                  <a:pt x="16708" y="11665"/>
                  <a:pt x="16396" y="11665"/>
                </a:cubicBezTo>
                <a:cubicBezTo>
                  <a:pt x="16361" y="11665"/>
                  <a:pt x="16326" y="11667"/>
                  <a:pt x="16290" y="11670"/>
                </a:cubicBezTo>
                <a:lnTo>
                  <a:pt x="10461" y="12166"/>
                </a:lnTo>
                <a:cubicBezTo>
                  <a:pt x="10622" y="11728"/>
                  <a:pt x="10505" y="11246"/>
                  <a:pt x="10184" y="10924"/>
                </a:cubicBezTo>
                <a:lnTo>
                  <a:pt x="7349" y="8163"/>
                </a:lnTo>
                <a:cubicBezTo>
                  <a:pt x="7101" y="7900"/>
                  <a:pt x="6736" y="7754"/>
                  <a:pt x="6370" y="7754"/>
                </a:cubicBezTo>
                <a:close/>
                <a:moveTo>
                  <a:pt x="366" y="11743"/>
                </a:moveTo>
                <a:cubicBezTo>
                  <a:pt x="1" y="11743"/>
                  <a:pt x="1" y="12298"/>
                  <a:pt x="366" y="12298"/>
                </a:cubicBezTo>
                <a:lnTo>
                  <a:pt x="2996" y="12298"/>
                </a:lnTo>
                <a:cubicBezTo>
                  <a:pt x="3200" y="12298"/>
                  <a:pt x="3390" y="12371"/>
                  <a:pt x="3551" y="12502"/>
                </a:cubicBezTo>
                <a:lnTo>
                  <a:pt x="7145" y="15556"/>
                </a:lnTo>
                <a:cubicBezTo>
                  <a:pt x="7714" y="16032"/>
                  <a:pt x="8422" y="16288"/>
                  <a:pt x="9145" y="16288"/>
                </a:cubicBezTo>
                <a:cubicBezTo>
                  <a:pt x="9443" y="16288"/>
                  <a:pt x="9743" y="16244"/>
                  <a:pt x="10037" y="16155"/>
                </a:cubicBezTo>
                <a:lnTo>
                  <a:pt x="12784" y="15322"/>
                </a:lnTo>
                <a:cubicBezTo>
                  <a:pt x="13080" y="15214"/>
                  <a:pt x="12980" y="14786"/>
                  <a:pt x="12700" y="14786"/>
                </a:cubicBezTo>
                <a:cubicBezTo>
                  <a:pt x="12676" y="14786"/>
                  <a:pt x="12650" y="14789"/>
                  <a:pt x="12623" y="14796"/>
                </a:cubicBezTo>
                <a:lnTo>
                  <a:pt x="9891" y="15629"/>
                </a:lnTo>
                <a:cubicBezTo>
                  <a:pt x="9645" y="15702"/>
                  <a:pt x="9392" y="15739"/>
                  <a:pt x="9141" y="15739"/>
                </a:cubicBezTo>
                <a:cubicBezTo>
                  <a:pt x="8544" y="15739"/>
                  <a:pt x="7958" y="15533"/>
                  <a:pt x="7495" y="15132"/>
                </a:cubicBezTo>
                <a:lnTo>
                  <a:pt x="3901" y="12079"/>
                </a:lnTo>
                <a:cubicBezTo>
                  <a:pt x="3638" y="11859"/>
                  <a:pt x="3332" y="11743"/>
                  <a:pt x="2996" y="117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15"/>
          <p:cNvSpPr/>
          <p:nvPr/>
        </p:nvSpPr>
        <p:spPr>
          <a:xfrm>
            <a:off x="5403012" y="2655698"/>
            <a:ext cx="361457" cy="396182"/>
          </a:xfrm>
          <a:custGeom>
            <a:rect b="b" l="l" r="r" t="t"/>
            <a:pathLst>
              <a:path extrusionOk="0" h="17536" w="15999">
                <a:moveTo>
                  <a:pt x="6868" y="4442"/>
                </a:moveTo>
                <a:lnTo>
                  <a:pt x="6868" y="5582"/>
                </a:lnTo>
                <a:cubicBezTo>
                  <a:pt x="6868" y="5772"/>
                  <a:pt x="7028" y="5947"/>
                  <a:pt x="7233" y="5947"/>
                </a:cubicBezTo>
                <a:lnTo>
                  <a:pt x="8358" y="5947"/>
                </a:lnTo>
                <a:lnTo>
                  <a:pt x="8358" y="6458"/>
                </a:lnTo>
                <a:lnTo>
                  <a:pt x="7218" y="6458"/>
                </a:lnTo>
                <a:cubicBezTo>
                  <a:pt x="7028" y="6458"/>
                  <a:pt x="6853" y="6619"/>
                  <a:pt x="6853" y="6824"/>
                </a:cubicBezTo>
                <a:lnTo>
                  <a:pt x="6853" y="7948"/>
                </a:lnTo>
                <a:lnTo>
                  <a:pt x="6342" y="7948"/>
                </a:lnTo>
                <a:lnTo>
                  <a:pt x="6342" y="6824"/>
                </a:lnTo>
                <a:cubicBezTo>
                  <a:pt x="6342" y="6619"/>
                  <a:pt x="6181" y="6458"/>
                  <a:pt x="5976" y="6458"/>
                </a:cubicBezTo>
                <a:lnTo>
                  <a:pt x="4851" y="6458"/>
                </a:lnTo>
                <a:lnTo>
                  <a:pt x="4851" y="5947"/>
                </a:lnTo>
                <a:lnTo>
                  <a:pt x="5976" y="5947"/>
                </a:lnTo>
                <a:cubicBezTo>
                  <a:pt x="6181" y="5947"/>
                  <a:pt x="6342" y="5772"/>
                  <a:pt x="6342" y="5582"/>
                </a:cubicBezTo>
                <a:lnTo>
                  <a:pt x="6342" y="4442"/>
                </a:lnTo>
                <a:close/>
                <a:moveTo>
                  <a:pt x="6298" y="3945"/>
                </a:moveTo>
                <a:cubicBezTo>
                  <a:pt x="6035" y="3945"/>
                  <a:pt x="5830" y="4150"/>
                  <a:pt x="5830" y="4398"/>
                </a:cubicBezTo>
                <a:lnTo>
                  <a:pt x="5830" y="5436"/>
                </a:lnTo>
                <a:lnTo>
                  <a:pt x="4808" y="5436"/>
                </a:lnTo>
                <a:cubicBezTo>
                  <a:pt x="4545" y="5436"/>
                  <a:pt x="4340" y="5640"/>
                  <a:pt x="4340" y="5889"/>
                </a:cubicBezTo>
                <a:lnTo>
                  <a:pt x="4340" y="6517"/>
                </a:lnTo>
                <a:cubicBezTo>
                  <a:pt x="4340" y="6765"/>
                  <a:pt x="4545" y="6970"/>
                  <a:pt x="4808" y="6970"/>
                </a:cubicBezTo>
                <a:lnTo>
                  <a:pt x="5830" y="6970"/>
                </a:lnTo>
                <a:lnTo>
                  <a:pt x="5830" y="7992"/>
                </a:lnTo>
                <a:cubicBezTo>
                  <a:pt x="5830" y="8255"/>
                  <a:pt x="6035" y="8460"/>
                  <a:pt x="6298" y="8460"/>
                </a:cubicBezTo>
                <a:lnTo>
                  <a:pt x="6911" y="8460"/>
                </a:lnTo>
                <a:cubicBezTo>
                  <a:pt x="7160" y="8460"/>
                  <a:pt x="7364" y="8255"/>
                  <a:pt x="7379" y="7992"/>
                </a:cubicBezTo>
                <a:lnTo>
                  <a:pt x="7379" y="6970"/>
                </a:lnTo>
                <a:lnTo>
                  <a:pt x="8402" y="6970"/>
                </a:lnTo>
                <a:cubicBezTo>
                  <a:pt x="8650" y="6970"/>
                  <a:pt x="8854" y="6765"/>
                  <a:pt x="8854" y="6502"/>
                </a:cubicBezTo>
                <a:lnTo>
                  <a:pt x="8854" y="5889"/>
                </a:lnTo>
                <a:cubicBezTo>
                  <a:pt x="8854" y="5640"/>
                  <a:pt x="8650" y="5436"/>
                  <a:pt x="8402" y="5436"/>
                </a:cubicBezTo>
                <a:lnTo>
                  <a:pt x="7379" y="5436"/>
                </a:lnTo>
                <a:lnTo>
                  <a:pt x="7379" y="4398"/>
                </a:lnTo>
                <a:cubicBezTo>
                  <a:pt x="7364" y="4150"/>
                  <a:pt x="7160" y="3945"/>
                  <a:pt x="6911" y="3945"/>
                </a:cubicBezTo>
                <a:close/>
                <a:moveTo>
                  <a:pt x="3233" y="9481"/>
                </a:moveTo>
                <a:cubicBezTo>
                  <a:pt x="2902" y="9481"/>
                  <a:pt x="2902" y="10009"/>
                  <a:pt x="3233" y="10009"/>
                </a:cubicBezTo>
                <a:cubicBezTo>
                  <a:pt x="3241" y="10009"/>
                  <a:pt x="3250" y="10009"/>
                  <a:pt x="3259" y="10008"/>
                </a:cubicBezTo>
                <a:lnTo>
                  <a:pt x="10038" y="10008"/>
                </a:lnTo>
                <a:cubicBezTo>
                  <a:pt x="10345" y="9979"/>
                  <a:pt x="10345" y="9512"/>
                  <a:pt x="10038" y="9482"/>
                </a:cubicBezTo>
                <a:lnTo>
                  <a:pt x="3259" y="9482"/>
                </a:lnTo>
                <a:cubicBezTo>
                  <a:pt x="3250" y="9482"/>
                  <a:pt x="3241" y="9481"/>
                  <a:pt x="3233" y="9481"/>
                </a:cubicBezTo>
                <a:close/>
                <a:moveTo>
                  <a:pt x="3259" y="11031"/>
                </a:moveTo>
                <a:cubicBezTo>
                  <a:pt x="2923" y="11031"/>
                  <a:pt x="2923" y="11542"/>
                  <a:pt x="3259" y="11542"/>
                </a:cubicBezTo>
                <a:lnTo>
                  <a:pt x="9453" y="11542"/>
                </a:lnTo>
                <a:cubicBezTo>
                  <a:pt x="9804" y="11542"/>
                  <a:pt x="9804" y="11031"/>
                  <a:pt x="9453" y="11031"/>
                </a:cubicBezTo>
                <a:close/>
                <a:moveTo>
                  <a:pt x="3259" y="12580"/>
                </a:moveTo>
                <a:cubicBezTo>
                  <a:pt x="2923" y="12580"/>
                  <a:pt x="2923" y="13091"/>
                  <a:pt x="3259" y="13091"/>
                </a:cubicBezTo>
                <a:lnTo>
                  <a:pt x="8489" y="13091"/>
                </a:lnTo>
                <a:cubicBezTo>
                  <a:pt x="8825" y="13091"/>
                  <a:pt x="8825" y="12580"/>
                  <a:pt x="8489" y="12580"/>
                </a:cubicBezTo>
                <a:close/>
                <a:moveTo>
                  <a:pt x="12404" y="12730"/>
                </a:moveTo>
                <a:cubicBezTo>
                  <a:pt x="12745" y="12730"/>
                  <a:pt x="13077" y="12994"/>
                  <a:pt x="13077" y="13398"/>
                </a:cubicBezTo>
                <a:cubicBezTo>
                  <a:pt x="13077" y="13763"/>
                  <a:pt x="12770" y="14070"/>
                  <a:pt x="12405" y="14070"/>
                </a:cubicBezTo>
                <a:cubicBezTo>
                  <a:pt x="11806" y="14055"/>
                  <a:pt x="11513" y="13339"/>
                  <a:pt x="11937" y="12930"/>
                </a:cubicBezTo>
                <a:cubicBezTo>
                  <a:pt x="12071" y="12792"/>
                  <a:pt x="12238" y="12730"/>
                  <a:pt x="12404" y="12730"/>
                </a:cubicBezTo>
                <a:close/>
                <a:moveTo>
                  <a:pt x="12405" y="12214"/>
                </a:moveTo>
                <a:cubicBezTo>
                  <a:pt x="11353" y="12214"/>
                  <a:pt x="10827" y="13486"/>
                  <a:pt x="11572" y="14231"/>
                </a:cubicBezTo>
                <a:cubicBezTo>
                  <a:pt x="11813" y="14472"/>
                  <a:pt x="12110" y="14580"/>
                  <a:pt x="12400" y="14580"/>
                </a:cubicBezTo>
                <a:cubicBezTo>
                  <a:pt x="13007" y="14580"/>
                  <a:pt x="13588" y="14109"/>
                  <a:pt x="13588" y="13398"/>
                </a:cubicBezTo>
                <a:cubicBezTo>
                  <a:pt x="13588" y="12740"/>
                  <a:pt x="13062" y="12214"/>
                  <a:pt x="12405" y="12214"/>
                </a:cubicBezTo>
                <a:close/>
                <a:moveTo>
                  <a:pt x="3232" y="14113"/>
                </a:moveTo>
                <a:cubicBezTo>
                  <a:pt x="2903" y="14113"/>
                  <a:pt x="2903" y="14626"/>
                  <a:pt x="3232" y="14626"/>
                </a:cubicBezTo>
                <a:cubicBezTo>
                  <a:pt x="3241" y="14626"/>
                  <a:pt x="3250" y="14626"/>
                  <a:pt x="3259" y="14625"/>
                </a:cubicBezTo>
                <a:lnTo>
                  <a:pt x="7978" y="14625"/>
                </a:lnTo>
                <a:cubicBezTo>
                  <a:pt x="7987" y="14626"/>
                  <a:pt x="7996" y="14626"/>
                  <a:pt x="8005" y="14626"/>
                </a:cubicBezTo>
                <a:cubicBezTo>
                  <a:pt x="8334" y="14626"/>
                  <a:pt x="8334" y="14113"/>
                  <a:pt x="8005" y="14113"/>
                </a:cubicBezTo>
                <a:cubicBezTo>
                  <a:pt x="7996" y="14113"/>
                  <a:pt x="7987" y="14113"/>
                  <a:pt x="7978" y="14114"/>
                </a:cubicBezTo>
                <a:lnTo>
                  <a:pt x="3259" y="14114"/>
                </a:lnTo>
                <a:cubicBezTo>
                  <a:pt x="3250" y="14113"/>
                  <a:pt x="3241" y="14113"/>
                  <a:pt x="3232" y="14113"/>
                </a:cubicBezTo>
                <a:close/>
                <a:moveTo>
                  <a:pt x="11908" y="1023"/>
                </a:moveTo>
                <a:cubicBezTo>
                  <a:pt x="12332" y="1023"/>
                  <a:pt x="12682" y="1374"/>
                  <a:pt x="12682" y="1798"/>
                </a:cubicBezTo>
                <a:lnTo>
                  <a:pt x="12682" y="11119"/>
                </a:lnTo>
                <a:cubicBezTo>
                  <a:pt x="12594" y="11119"/>
                  <a:pt x="12492" y="11104"/>
                  <a:pt x="12405" y="11104"/>
                </a:cubicBezTo>
                <a:cubicBezTo>
                  <a:pt x="10052" y="11104"/>
                  <a:pt x="8504" y="13529"/>
                  <a:pt x="9483" y="15662"/>
                </a:cubicBezTo>
                <a:lnTo>
                  <a:pt x="1886" y="15662"/>
                </a:lnTo>
                <a:lnTo>
                  <a:pt x="1886" y="2411"/>
                </a:lnTo>
                <a:lnTo>
                  <a:pt x="4296" y="2411"/>
                </a:lnTo>
                <a:cubicBezTo>
                  <a:pt x="4603" y="2733"/>
                  <a:pt x="5027" y="2923"/>
                  <a:pt x="5480" y="2923"/>
                </a:cubicBezTo>
                <a:lnTo>
                  <a:pt x="8241" y="2923"/>
                </a:lnTo>
                <a:cubicBezTo>
                  <a:pt x="8679" y="2923"/>
                  <a:pt x="9117" y="2733"/>
                  <a:pt x="9424" y="2411"/>
                </a:cubicBezTo>
                <a:lnTo>
                  <a:pt x="11309" y="2411"/>
                </a:lnTo>
                <a:lnTo>
                  <a:pt x="11309" y="10286"/>
                </a:lnTo>
                <a:cubicBezTo>
                  <a:pt x="11309" y="10454"/>
                  <a:pt x="11437" y="10538"/>
                  <a:pt x="11565" y="10538"/>
                </a:cubicBezTo>
                <a:cubicBezTo>
                  <a:pt x="11692" y="10538"/>
                  <a:pt x="11820" y="10454"/>
                  <a:pt x="11820" y="10286"/>
                </a:cubicBezTo>
                <a:lnTo>
                  <a:pt x="11820" y="2280"/>
                </a:lnTo>
                <a:cubicBezTo>
                  <a:pt x="11820" y="2061"/>
                  <a:pt x="11645" y="1885"/>
                  <a:pt x="11426" y="1885"/>
                </a:cubicBezTo>
                <a:lnTo>
                  <a:pt x="9746" y="1885"/>
                </a:lnTo>
                <a:cubicBezTo>
                  <a:pt x="9819" y="1696"/>
                  <a:pt x="9862" y="1491"/>
                  <a:pt x="9862" y="1286"/>
                </a:cubicBezTo>
                <a:lnTo>
                  <a:pt x="9862" y="1023"/>
                </a:lnTo>
                <a:close/>
                <a:moveTo>
                  <a:pt x="12405" y="11615"/>
                </a:moveTo>
                <a:cubicBezTo>
                  <a:pt x="14757" y="11615"/>
                  <a:pt x="15999" y="14406"/>
                  <a:pt x="14406" y="16144"/>
                </a:cubicBezTo>
                <a:cubicBezTo>
                  <a:pt x="13924" y="15443"/>
                  <a:pt x="13164" y="15093"/>
                  <a:pt x="12405" y="15093"/>
                </a:cubicBezTo>
                <a:cubicBezTo>
                  <a:pt x="11645" y="15093"/>
                  <a:pt x="10885" y="15443"/>
                  <a:pt x="10403" y="16144"/>
                </a:cubicBezTo>
                <a:cubicBezTo>
                  <a:pt x="8811" y="14406"/>
                  <a:pt x="10052" y="11615"/>
                  <a:pt x="12405" y="11615"/>
                </a:cubicBezTo>
                <a:close/>
                <a:moveTo>
                  <a:pt x="3843" y="1023"/>
                </a:moveTo>
                <a:lnTo>
                  <a:pt x="3843" y="1286"/>
                </a:lnTo>
                <a:cubicBezTo>
                  <a:pt x="3843" y="1491"/>
                  <a:pt x="3873" y="1696"/>
                  <a:pt x="3960" y="1885"/>
                </a:cubicBezTo>
                <a:lnTo>
                  <a:pt x="1769" y="1885"/>
                </a:lnTo>
                <a:cubicBezTo>
                  <a:pt x="1550" y="1885"/>
                  <a:pt x="1374" y="2061"/>
                  <a:pt x="1374" y="2280"/>
                </a:cubicBezTo>
                <a:lnTo>
                  <a:pt x="1374" y="15779"/>
                </a:lnTo>
                <a:cubicBezTo>
                  <a:pt x="1374" y="15998"/>
                  <a:pt x="1550" y="16174"/>
                  <a:pt x="1769" y="16174"/>
                </a:cubicBezTo>
                <a:lnTo>
                  <a:pt x="9775" y="16174"/>
                </a:lnTo>
                <a:cubicBezTo>
                  <a:pt x="10009" y="16510"/>
                  <a:pt x="10315" y="16802"/>
                  <a:pt x="10666" y="17021"/>
                </a:cubicBezTo>
                <a:lnTo>
                  <a:pt x="1287" y="17036"/>
                </a:lnTo>
                <a:cubicBezTo>
                  <a:pt x="863" y="17036"/>
                  <a:pt x="512" y="16685"/>
                  <a:pt x="512" y="16261"/>
                </a:cubicBezTo>
                <a:lnTo>
                  <a:pt x="512" y="1798"/>
                </a:lnTo>
                <a:cubicBezTo>
                  <a:pt x="512" y="1374"/>
                  <a:pt x="863" y="1023"/>
                  <a:pt x="1287" y="1023"/>
                </a:cubicBezTo>
                <a:close/>
                <a:moveTo>
                  <a:pt x="12405" y="15608"/>
                </a:moveTo>
                <a:cubicBezTo>
                  <a:pt x="13022" y="15608"/>
                  <a:pt x="13639" y="15903"/>
                  <a:pt x="14012" y="16495"/>
                </a:cubicBezTo>
                <a:cubicBezTo>
                  <a:pt x="13544" y="16846"/>
                  <a:pt x="12989" y="17036"/>
                  <a:pt x="12405" y="17036"/>
                </a:cubicBezTo>
                <a:cubicBezTo>
                  <a:pt x="11820" y="17036"/>
                  <a:pt x="11265" y="16846"/>
                  <a:pt x="10798" y="16495"/>
                </a:cubicBezTo>
                <a:cubicBezTo>
                  <a:pt x="11170" y="15903"/>
                  <a:pt x="11787" y="15608"/>
                  <a:pt x="12405" y="15608"/>
                </a:cubicBezTo>
                <a:close/>
                <a:moveTo>
                  <a:pt x="4457" y="1"/>
                </a:moveTo>
                <a:cubicBezTo>
                  <a:pt x="4150" y="1"/>
                  <a:pt x="3902" y="220"/>
                  <a:pt x="3858" y="527"/>
                </a:cubicBezTo>
                <a:lnTo>
                  <a:pt x="1287" y="527"/>
                </a:lnTo>
                <a:cubicBezTo>
                  <a:pt x="571" y="527"/>
                  <a:pt x="1" y="1097"/>
                  <a:pt x="1" y="1798"/>
                </a:cubicBezTo>
                <a:lnTo>
                  <a:pt x="1" y="16261"/>
                </a:lnTo>
                <a:cubicBezTo>
                  <a:pt x="16" y="16963"/>
                  <a:pt x="585" y="17532"/>
                  <a:pt x="1287" y="17532"/>
                </a:cubicBezTo>
                <a:lnTo>
                  <a:pt x="11922" y="17532"/>
                </a:lnTo>
                <a:cubicBezTo>
                  <a:pt x="11981" y="17532"/>
                  <a:pt x="12039" y="17532"/>
                  <a:pt x="12098" y="17518"/>
                </a:cubicBezTo>
                <a:cubicBezTo>
                  <a:pt x="12156" y="17518"/>
                  <a:pt x="12215" y="17518"/>
                  <a:pt x="12258" y="17532"/>
                </a:cubicBezTo>
                <a:cubicBezTo>
                  <a:pt x="12306" y="17535"/>
                  <a:pt x="12354" y="17536"/>
                  <a:pt x="12402" y="17536"/>
                </a:cubicBezTo>
                <a:cubicBezTo>
                  <a:pt x="13991" y="17536"/>
                  <a:pt x="15348" y="16360"/>
                  <a:pt x="15589" y="14786"/>
                </a:cubicBezTo>
                <a:cubicBezTo>
                  <a:pt x="15823" y="13149"/>
                  <a:pt x="14786" y="11601"/>
                  <a:pt x="13193" y="11192"/>
                </a:cubicBezTo>
                <a:lnTo>
                  <a:pt x="13193" y="1798"/>
                </a:lnTo>
                <a:cubicBezTo>
                  <a:pt x="13193" y="1097"/>
                  <a:pt x="12624" y="527"/>
                  <a:pt x="11922" y="527"/>
                </a:cubicBezTo>
                <a:lnTo>
                  <a:pt x="9862" y="527"/>
                </a:lnTo>
                <a:cubicBezTo>
                  <a:pt x="9819" y="220"/>
                  <a:pt x="9570" y="1"/>
                  <a:pt x="9263" y="1"/>
                </a:cubicBezTo>
                <a:lnTo>
                  <a:pt x="6342" y="1"/>
                </a:lnTo>
                <a:cubicBezTo>
                  <a:pt x="6006" y="1"/>
                  <a:pt x="6006" y="512"/>
                  <a:pt x="6342" y="527"/>
                </a:cubicBezTo>
                <a:lnTo>
                  <a:pt x="9263" y="527"/>
                </a:lnTo>
                <a:cubicBezTo>
                  <a:pt x="9271" y="525"/>
                  <a:pt x="9279" y="524"/>
                  <a:pt x="9285" y="524"/>
                </a:cubicBezTo>
                <a:cubicBezTo>
                  <a:pt x="9329" y="524"/>
                  <a:pt x="9351" y="562"/>
                  <a:pt x="9351" y="600"/>
                </a:cubicBezTo>
                <a:lnTo>
                  <a:pt x="9351" y="1286"/>
                </a:lnTo>
                <a:cubicBezTo>
                  <a:pt x="9351" y="1900"/>
                  <a:pt x="8854" y="2397"/>
                  <a:pt x="8241" y="2411"/>
                </a:cubicBezTo>
                <a:lnTo>
                  <a:pt x="5480" y="2411"/>
                </a:lnTo>
                <a:cubicBezTo>
                  <a:pt x="4866" y="2397"/>
                  <a:pt x="4369" y="1900"/>
                  <a:pt x="4369" y="1286"/>
                </a:cubicBezTo>
                <a:lnTo>
                  <a:pt x="4369" y="600"/>
                </a:lnTo>
                <a:cubicBezTo>
                  <a:pt x="4369" y="556"/>
                  <a:pt x="4413" y="527"/>
                  <a:pt x="4457" y="527"/>
                </a:cubicBezTo>
                <a:lnTo>
                  <a:pt x="5144" y="527"/>
                </a:lnTo>
                <a:cubicBezTo>
                  <a:pt x="5480" y="527"/>
                  <a:pt x="5480" y="1"/>
                  <a:pt x="5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15"/>
          <p:cNvSpPr/>
          <p:nvPr/>
        </p:nvSpPr>
        <p:spPr>
          <a:xfrm>
            <a:off x="5446932" y="2004232"/>
            <a:ext cx="265394" cy="396679"/>
          </a:xfrm>
          <a:custGeom>
            <a:rect b="b" l="l" r="r" t="t"/>
            <a:pathLst>
              <a:path extrusionOk="0" h="17558" w="11747">
                <a:moveTo>
                  <a:pt x="5866" y="1618"/>
                </a:moveTo>
                <a:cubicBezTo>
                  <a:pt x="6059" y="1618"/>
                  <a:pt x="6238" y="1771"/>
                  <a:pt x="6238" y="1998"/>
                </a:cubicBezTo>
                <a:cubicBezTo>
                  <a:pt x="6238" y="2202"/>
                  <a:pt x="6078" y="2378"/>
                  <a:pt x="5873" y="2378"/>
                </a:cubicBezTo>
                <a:cubicBezTo>
                  <a:pt x="5537" y="2378"/>
                  <a:pt x="5362" y="1969"/>
                  <a:pt x="5596" y="1735"/>
                </a:cubicBezTo>
                <a:cubicBezTo>
                  <a:pt x="5677" y="1654"/>
                  <a:pt x="5773" y="1618"/>
                  <a:pt x="5866" y="1618"/>
                </a:cubicBezTo>
                <a:close/>
                <a:moveTo>
                  <a:pt x="5873" y="1107"/>
                </a:moveTo>
                <a:cubicBezTo>
                  <a:pt x="5070" y="1107"/>
                  <a:pt x="4675" y="2071"/>
                  <a:pt x="5230" y="2626"/>
                </a:cubicBezTo>
                <a:cubicBezTo>
                  <a:pt x="5414" y="2810"/>
                  <a:pt x="5639" y="2892"/>
                  <a:pt x="5860" y="2892"/>
                </a:cubicBezTo>
                <a:cubicBezTo>
                  <a:pt x="6322" y="2892"/>
                  <a:pt x="6764" y="2532"/>
                  <a:pt x="6764" y="1998"/>
                </a:cubicBezTo>
                <a:cubicBezTo>
                  <a:pt x="6764" y="1501"/>
                  <a:pt x="6355" y="1107"/>
                  <a:pt x="5873" y="1107"/>
                </a:cubicBezTo>
                <a:close/>
                <a:moveTo>
                  <a:pt x="5864" y="508"/>
                </a:moveTo>
                <a:cubicBezTo>
                  <a:pt x="6520" y="508"/>
                  <a:pt x="7173" y="917"/>
                  <a:pt x="7319" y="1735"/>
                </a:cubicBezTo>
                <a:cubicBezTo>
                  <a:pt x="7363" y="1954"/>
                  <a:pt x="7553" y="2100"/>
                  <a:pt x="7772" y="2115"/>
                </a:cubicBezTo>
                <a:lnTo>
                  <a:pt x="9423" y="2115"/>
                </a:lnTo>
                <a:cubicBezTo>
                  <a:pt x="10300" y="2115"/>
                  <a:pt x="11045" y="2743"/>
                  <a:pt x="11191" y="3605"/>
                </a:cubicBezTo>
                <a:lnTo>
                  <a:pt x="541" y="3605"/>
                </a:lnTo>
                <a:cubicBezTo>
                  <a:pt x="687" y="2743"/>
                  <a:pt x="1432" y="2115"/>
                  <a:pt x="2308" y="2115"/>
                </a:cubicBezTo>
                <a:lnTo>
                  <a:pt x="3945" y="2115"/>
                </a:lnTo>
                <a:cubicBezTo>
                  <a:pt x="4164" y="2100"/>
                  <a:pt x="4368" y="1954"/>
                  <a:pt x="4398" y="1735"/>
                </a:cubicBezTo>
                <a:cubicBezTo>
                  <a:pt x="4551" y="917"/>
                  <a:pt x="5208" y="508"/>
                  <a:pt x="5864" y="508"/>
                </a:cubicBezTo>
                <a:close/>
                <a:moveTo>
                  <a:pt x="5873" y="7024"/>
                </a:moveTo>
                <a:cubicBezTo>
                  <a:pt x="6487" y="7783"/>
                  <a:pt x="6867" y="8485"/>
                  <a:pt x="6867" y="8777"/>
                </a:cubicBezTo>
                <a:cubicBezTo>
                  <a:pt x="6867" y="9332"/>
                  <a:pt x="6414" y="9785"/>
                  <a:pt x="5873" y="9785"/>
                </a:cubicBezTo>
                <a:cubicBezTo>
                  <a:pt x="5318" y="9785"/>
                  <a:pt x="4865" y="9332"/>
                  <a:pt x="4865" y="8777"/>
                </a:cubicBezTo>
                <a:cubicBezTo>
                  <a:pt x="4865" y="8470"/>
                  <a:pt x="5260" y="7783"/>
                  <a:pt x="5873" y="7024"/>
                </a:cubicBezTo>
                <a:close/>
                <a:moveTo>
                  <a:pt x="5871" y="6450"/>
                </a:moveTo>
                <a:cubicBezTo>
                  <a:pt x="5749" y="6450"/>
                  <a:pt x="5625" y="6505"/>
                  <a:pt x="5537" y="6615"/>
                </a:cubicBezTo>
                <a:cubicBezTo>
                  <a:pt x="4558" y="7827"/>
                  <a:pt x="4354" y="8455"/>
                  <a:pt x="4354" y="8777"/>
                </a:cubicBezTo>
                <a:cubicBezTo>
                  <a:pt x="4354" y="9610"/>
                  <a:pt x="5026" y="10296"/>
                  <a:pt x="5873" y="10296"/>
                </a:cubicBezTo>
                <a:cubicBezTo>
                  <a:pt x="6706" y="10296"/>
                  <a:pt x="7378" y="9610"/>
                  <a:pt x="7378" y="8777"/>
                </a:cubicBezTo>
                <a:cubicBezTo>
                  <a:pt x="7378" y="8455"/>
                  <a:pt x="7173" y="7827"/>
                  <a:pt x="6195" y="6615"/>
                </a:cubicBezTo>
                <a:cubicBezTo>
                  <a:pt x="6114" y="6505"/>
                  <a:pt x="5994" y="6450"/>
                  <a:pt x="5871" y="6450"/>
                </a:cubicBezTo>
                <a:close/>
                <a:moveTo>
                  <a:pt x="2002" y="5124"/>
                </a:moveTo>
                <a:cubicBezTo>
                  <a:pt x="1739" y="5124"/>
                  <a:pt x="1534" y="5329"/>
                  <a:pt x="1534" y="5592"/>
                </a:cubicBezTo>
                <a:lnTo>
                  <a:pt x="1534" y="11144"/>
                </a:lnTo>
                <a:cubicBezTo>
                  <a:pt x="1534" y="11392"/>
                  <a:pt x="1739" y="11596"/>
                  <a:pt x="2002" y="11596"/>
                </a:cubicBezTo>
                <a:lnTo>
                  <a:pt x="2864" y="11596"/>
                </a:lnTo>
                <a:cubicBezTo>
                  <a:pt x="2877" y="11598"/>
                  <a:pt x="2890" y="11599"/>
                  <a:pt x="2902" y="11599"/>
                </a:cubicBezTo>
                <a:cubicBezTo>
                  <a:pt x="3220" y="11599"/>
                  <a:pt x="3216" y="11084"/>
                  <a:pt x="2890" y="11084"/>
                </a:cubicBezTo>
                <a:cubicBezTo>
                  <a:pt x="2881" y="11084"/>
                  <a:pt x="2872" y="11084"/>
                  <a:pt x="2864" y="11085"/>
                </a:cubicBezTo>
                <a:lnTo>
                  <a:pt x="2045" y="11085"/>
                </a:lnTo>
                <a:lnTo>
                  <a:pt x="2045" y="5636"/>
                </a:lnTo>
                <a:lnTo>
                  <a:pt x="9686" y="5636"/>
                </a:lnTo>
                <a:lnTo>
                  <a:pt x="9686" y="11085"/>
                </a:lnTo>
                <a:lnTo>
                  <a:pt x="4076" y="11085"/>
                </a:lnTo>
                <a:cubicBezTo>
                  <a:pt x="3930" y="11085"/>
                  <a:pt x="3813" y="11202"/>
                  <a:pt x="3813" y="11348"/>
                </a:cubicBezTo>
                <a:cubicBezTo>
                  <a:pt x="3813" y="11494"/>
                  <a:pt x="3915" y="11611"/>
                  <a:pt x="4062" y="11611"/>
                </a:cubicBezTo>
                <a:lnTo>
                  <a:pt x="9745" y="11611"/>
                </a:lnTo>
                <a:cubicBezTo>
                  <a:pt x="9993" y="11611"/>
                  <a:pt x="10198" y="11392"/>
                  <a:pt x="10198" y="11144"/>
                </a:cubicBezTo>
                <a:lnTo>
                  <a:pt x="10198" y="5592"/>
                </a:lnTo>
                <a:cubicBezTo>
                  <a:pt x="10198" y="5329"/>
                  <a:pt x="9993" y="5124"/>
                  <a:pt x="9745" y="5124"/>
                </a:cubicBezTo>
                <a:close/>
                <a:moveTo>
                  <a:pt x="5868" y="0"/>
                </a:moveTo>
                <a:cubicBezTo>
                  <a:pt x="5000" y="0"/>
                  <a:pt x="4135" y="530"/>
                  <a:pt x="3915" y="1589"/>
                </a:cubicBezTo>
                <a:lnTo>
                  <a:pt x="2308" y="1589"/>
                </a:lnTo>
                <a:cubicBezTo>
                  <a:pt x="1023" y="1589"/>
                  <a:pt x="0" y="2626"/>
                  <a:pt x="0" y="3897"/>
                </a:cubicBezTo>
                <a:lnTo>
                  <a:pt x="0" y="12853"/>
                </a:lnTo>
                <a:cubicBezTo>
                  <a:pt x="0" y="14124"/>
                  <a:pt x="1023" y="15161"/>
                  <a:pt x="2308" y="15161"/>
                </a:cubicBezTo>
                <a:lnTo>
                  <a:pt x="2528" y="15161"/>
                </a:lnTo>
                <a:lnTo>
                  <a:pt x="2528" y="17090"/>
                </a:lnTo>
                <a:cubicBezTo>
                  <a:pt x="2528" y="17338"/>
                  <a:pt x="2732" y="17543"/>
                  <a:pt x="2995" y="17557"/>
                </a:cubicBezTo>
                <a:lnTo>
                  <a:pt x="3609" y="17557"/>
                </a:lnTo>
                <a:cubicBezTo>
                  <a:pt x="3857" y="17557"/>
                  <a:pt x="4076" y="17338"/>
                  <a:pt x="4076" y="17090"/>
                </a:cubicBezTo>
                <a:lnTo>
                  <a:pt x="4076" y="15147"/>
                </a:lnTo>
                <a:lnTo>
                  <a:pt x="5099" y="15147"/>
                </a:lnTo>
                <a:lnTo>
                  <a:pt x="5099" y="17075"/>
                </a:lnTo>
                <a:cubicBezTo>
                  <a:pt x="5099" y="17323"/>
                  <a:pt x="5303" y="17543"/>
                  <a:pt x="5566" y="17543"/>
                </a:cubicBezTo>
                <a:lnTo>
                  <a:pt x="6180" y="17543"/>
                </a:lnTo>
                <a:cubicBezTo>
                  <a:pt x="6428" y="17543"/>
                  <a:pt x="6633" y="17323"/>
                  <a:pt x="6633" y="17075"/>
                </a:cubicBezTo>
                <a:lnTo>
                  <a:pt x="6633" y="15147"/>
                </a:lnTo>
                <a:lnTo>
                  <a:pt x="7670" y="15147"/>
                </a:lnTo>
                <a:lnTo>
                  <a:pt x="7670" y="17075"/>
                </a:lnTo>
                <a:cubicBezTo>
                  <a:pt x="7670" y="17323"/>
                  <a:pt x="7875" y="17543"/>
                  <a:pt x="8123" y="17543"/>
                </a:cubicBezTo>
                <a:lnTo>
                  <a:pt x="8751" y="17543"/>
                </a:lnTo>
                <a:cubicBezTo>
                  <a:pt x="9000" y="17543"/>
                  <a:pt x="9204" y="17323"/>
                  <a:pt x="9204" y="17075"/>
                </a:cubicBezTo>
                <a:lnTo>
                  <a:pt x="9204" y="15147"/>
                </a:lnTo>
                <a:lnTo>
                  <a:pt x="9438" y="15147"/>
                </a:lnTo>
                <a:cubicBezTo>
                  <a:pt x="10709" y="15147"/>
                  <a:pt x="11732" y="14109"/>
                  <a:pt x="11746" y="12838"/>
                </a:cubicBezTo>
                <a:lnTo>
                  <a:pt x="11746" y="6162"/>
                </a:lnTo>
                <a:cubicBezTo>
                  <a:pt x="11739" y="5994"/>
                  <a:pt x="11607" y="5910"/>
                  <a:pt x="11478" y="5910"/>
                </a:cubicBezTo>
                <a:cubicBezTo>
                  <a:pt x="11348" y="5910"/>
                  <a:pt x="11220" y="5994"/>
                  <a:pt x="11220" y="6162"/>
                </a:cubicBezTo>
                <a:lnTo>
                  <a:pt x="11220" y="12838"/>
                </a:lnTo>
                <a:cubicBezTo>
                  <a:pt x="11220" y="13832"/>
                  <a:pt x="10417" y="14635"/>
                  <a:pt x="9423" y="14635"/>
                </a:cubicBezTo>
                <a:lnTo>
                  <a:pt x="9146" y="14635"/>
                </a:lnTo>
                <a:cubicBezTo>
                  <a:pt x="8897" y="14635"/>
                  <a:pt x="8693" y="14840"/>
                  <a:pt x="8693" y="15103"/>
                </a:cubicBezTo>
                <a:lnTo>
                  <a:pt x="8693" y="17031"/>
                </a:lnTo>
                <a:lnTo>
                  <a:pt x="8181" y="17031"/>
                </a:lnTo>
                <a:lnTo>
                  <a:pt x="8181" y="15103"/>
                </a:lnTo>
                <a:cubicBezTo>
                  <a:pt x="8181" y="14840"/>
                  <a:pt x="7962" y="14635"/>
                  <a:pt x="7714" y="14635"/>
                </a:cubicBezTo>
                <a:lnTo>
                  <a:pt x="6589" y="14635"/>
                </a:lnTo>
                <a:cubicBezTo>
                  <a:pt x="6326" y="14635"/>
                  <a:pt x="6122" y="14840"/>
                  <a:pt x="6122" y="15103"/>
                </a:cubicBezTo>
                <a:lnTo>
                  <a:pt x="6122" y="17031"/>
                </a:lnTo>
                <a:lnTo>
                  <a:pt x="5610" y="17031"/>
                </a:lnTo>
                <a:lnTo>
                  <a:pt x="5610" y="15103"/>
                </a:lnTo>
                <a:cubicBezTo>
                  <a:pt x="5610" y="14840"/>
                  <a:pt x="5391" y="14635"/>
                  <a:pt x="5143" y="14635"/>
                </a:cubicBezTo>
                <a:lnTo>
                  <a:pt x="4018" y="14635"/>
                </a:lnTo>
                <a:cubicBezTo>
                  <a:pt x="3755" y="14635"/>
                  <a:pt x="3550" y="14840"/>
                  <a:pt x="3550" y="15103"/>
                </a:cubicBezTo>
                <a:lnTo>
                  <a:pt x="3550" y="17031"/>
                </a:lnTo>
                <a:lnTo>
                  <a:pt x="3039" y="17031"/>
                </a:lnTo>
                <a:lnTo>
                  <a:pt x="3039" y="15103"/>
                </a:lnTo>
                <a:cubicBezTo>
                  <a:pt x="3039" y="14840"/>
                  <a:pt x="2834" y="14635"/>
                  <a:pt x="2571" y="14635"/>
                </a:cubicBezTo>
                <a:lnTo>
                  <a:pt x="2294" y="14635"/>
                </a:lnTo>
                <a:cubicBezTo>
                  <a:pt x="1300" y="14635"/>
                  <a:pt x="497" y="13832"/>
                  <a:pt x="497" y="12838"/>
                </a:cubicBezTo>
                <a:lnTo>
                  <a:pt x="497" y="4102"/>
                </a:lnTo>
                <a:lnTo>
                  <a:pt x="11220" y="4102"/>
                </a:lnTo>
                <a:lnTo>
                  <a:pt x="11220" y="4964"/>
                </a:lnTo>
                <a:cubicBezTo>
                  <a:pt x="11220" y="5139"/>
                  <a:pt x="11352" y="5227"/>
                  <a:pt x="11483" y="5227"/>
                </a:cubicBezTo>
                <a:cubicBezTo>
                  <a:pt x="11615" y="5227"/>
                  <a:pt x="11746" y="5139"/>
                  <a:pt x="11746" y="4964"/>
                </a:cubicBezTo>
                <a:lnTo>
                  <a:pt x="11746" y="3897"/>
                </a:lnTo>
                <a:cubicBezTo>
                  <a:pt x="11732" y="2612"/>
                  <a:pt x="10694" y="1589"/>
                  <a:pt x="9423" y="1589"/>
                </a:cubicBezTo>
                <a:lnTo>
                  <a:pt x="7831" y="1589"/>
                </a:lnTo>
                <a:cubicBezTo>
                  <a:pt x="7604" y="530"/>
                  <a:pt x="6735" y="0"/>
                  <a:pt x="5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15"/>
          <p:cNvSpPr/>
          <p:nvPr/>
        </p:nvSpPr>
        <p:spPr>
          <a:xfrm>
            <a:off x="4706899" y="3992181"/>
            <a:ext cx="396769" cy="329760"/>
          </a:xfrm>
          <a:custGeom>
            <a:rect b="b" l="l" r="r" t="t"/>
            <a:pathLst>
              <a:path extrusionOk="0" h="14596" w="17562">
                <a:moveTo>
                  <a:pt x="1710" y="2002"/>
                </a:moveTo>
                <a:cubicBezTo>
                  <a:pt x="1578" y="2002"/>
                  <a:pt x="1461" y="2119"/>
                  <a:pt x="1461" y="2250"/>
                </a:cubicBezTo>
                <a:lnTo>
                  <a:pt x="1461" y="4485"/>
                </a:lnTo>
                <a:cubicBezTo>
                  <a:pt x="1461" y="4617"/>
                  <a:pt x="1578" y="4734"/>
                  <a:pt x="1710" y="4734"/>
                </a:cubicBezTo>
                <a:lnTo>
                  <a:pt x="1724" y="4734"/>
                </a:lnTo>
                <a:cubicBezTo>
                  <a:pt x="1856" y="4734"/>
                  <a:pt x="1973" y="4617"/>
                  <a:pt x="1973" y="4485"/>
                </a:cubicBezTo>
                <a:lnTo>
                  <a:pt x="1973" y="2601"/>
                </a:lnTo>
                <a:cubicBezTo>
                  <a:pt x="1973" y="2557"/>
                  <a:pt x="2016" y="2513"/>
                  <a:pt x="2060" y="2513"/>
                </a:cubicBezTo>
                <a:lnTo>
                  <a:pt x="3901" y="2513"/>
                </a:lnTo>
                <a:cubicBezTo>
                  <a:pt x="4252" y="2513"/>
                  <a:pt x="4252" y="2002"/>
                  <a:pt x="3901" y="2002"/>
                </a:cubicBezTo>
                <a:close/>
                <a:moveTo>
                  <a:pt x="13646" y="2002"/>
                </a:moveTo>
                <a:cubicBezTo>
                  <a:pt x="13310" y="2002"/>
                  <a:pt x="13310" y="2513"/>
                  <a:pt x="13646" y="2513"/>
                </a:cubicBezTo>
                <a:lnTo>
                  <a:pt x="15501" y="2513"/>
                </a:lnTo>
                <a:cubicBezTo>
                  <a:pt x="15545" y="2513"/>
                  <a:pt x="15574" y="2557"/>
                  <a:pt x="15574" y="2601"/>
                </a:cubicBezTo>
                <a:lnTo>
                  <a:pt x="15574" y="4485"/>
                </a:lnTo>
                <a:cubicBezTo>
                  <a:pt x="15574" y="4653"/>
                  <a:pt x="15702" y="4737"/>
                  <a:pt x="15830" y="4737"/>
                </a:cubicBezTo>
                <a:cubicBezTo>
                  <a:pt x="15958" y="4737"/>
                  <a:pt x="16085" y="4653"/>
                  <a:pt x="16085" y="4485"/>
                </a:cubicBezTo>
                <a:lnTo>
                  <a:pt x="16085" y="2601"/>
                </a:lnTo>
                <a:cubicBezTo>
                  <a:pt x="16085" y="2265"/>
                  <a:pt x="15822" y="2002"/>
                  <a:pt x="15486" y="2002"/>
                </a:cubicBezTo>
                <a:close/>
                <a:moveTo>
                  <a:pt x="13974" y="5183"/>
                </a:moveTo>
                <a:cubicBezTo>
                  <a:pt x="14102" y="5183"/>
                  <a:pt x="14230" y="5267"/>
                  <a:pt x="14230" y="5435"/>
                </a:cubicBezTo>
                <a:lnTo>
                  <a:pt x="14230" y="9146"/>
                </a:lnTo>
                <a:cubicBezTo>
                  <a:pt x="14230" y="9321"/>
                  <a:pt x="14102" y="9409"/>
                  <a:pt x="13974" y="9409"/>
                </a:cubicBezTo>
                <a:cubicBezTo>
                  <a:pt x="13847" y="9409"/>
                  <a:pt x="13719" y="9321"/>
                  <a:pt x="13719" y="9146"/>
                </a:cubicBezTo>
                <a:lnTo>
                  <a:pt x="13719" y="5435"/>
                </a:lnTo>
                <a:cubicBezTo>
                  <a:pt x="13719" y="5267"/>
                  <a:pt x="13847" y="5183"/>
                  <a:pt x="13974" y="5183"/>
                </a:cubicBezTo>
                <a:close/>
                <a:moveTo>
                  <a:pt x="3587" y="5161"/>
                </a:moveTo>
                <a:cubicBezTo>
                  <a:pt x="3722" y="5161"/>
                  <a:pt x="3857" y="5252"/>
                  <a:pt x="3843" y="5435"/>
                </a:cubicBezTo>
                <a:lnTo>
                  <a:pt x="3843" y="9146"/>
                </a:lnTo>
                <a:cubicBezTo>
                  <a:pt x="3857" y="9336"/>
                  <a:pt x="3722" y="9431"/>
                  <a:pt x="3587" y="9431"/>
                </a:cubicBezTo>
                <a:cubicBezTo>
                  <a:pt x="3452" y="9431"/>
                  <a:pt x="3317" y="9336"/>
                  <a:pt x="3331" y="9146"/>
                </a:cubicBezTo>
                <a:lnTo>
                  <a:pt x="3331" y="5435"/>
                </a:lnTo>
                <a:cubicBezTo>
                  <a:pt x="3317" y="5252"/>
                  <a:pt x="3452" y="5161"/>
                  <a:pt x="3587" y="5161"/>
                </a:cubicBezTo>
                <a:close/>
                <a:moveTo>
                  <a:pt x="3587" y="4668"/>
                </a:moveTo>
                <a:cubicBezTo>
                  <a:pt x="3203" y="4668"/>
                  <a:pt x="2820" y="4924"/>
                  <a:pt x="2820" y="5435"/>
                </a:cubicBezTo>
                <a:lnTo>
                  <a:pt x="2820" y="9146"/>
                </a:lnTo>
                <a:cubicBezTo>
                  <a:pt x="2820" y="9657"/>
                  <a:pt x="3203" y="9913"/>
                  <a:pt x="3587" y="9913"/>
                </a:cubicBezTo>
                <a:cubicBezTo>
                  <a:pt x="3970" y="9913"/>
                  <a:pt x="4354" y="9657"/>
                  <a:pt x="4354" y="9146"/>
                </a:cubicBezTo>
                <a:lnTo>
                  <a:pt x="4354" y="5435"/>
                </a:lnTo>
                <a:cubicBezTo>
                  <a:pt x="4354" y="4924"/>
                  <a:pt x="3970" y="4668"/>
                  <a:pt x="3587" y="4668"/>
                </a:cubicBezTo>
                <a:close/>
                <a:moveTo>
                  <a:pt x="13974" y="4668"/>
                </a:moveTo>
                <a:cubicBezTo>
                  <a:pt x="13591" y="4668"/>
                  <a:pt x="13207" y="4924"/>
                  <a:pt x="13207" y="5435"/>
                </a:cubicBezTo>
                <a:lnTo>
                  <a:pt x="13207" y="9146"/>
                </a:lnTo>
                <a:cubicBezTo>
                  <a:pt x="13207" y="9657"/>
                  <a:pt x="13591" y="9913"/>
                  <a:pt x="13974" y="9913"/>
                </a:cubicBezTo>
                <a:cubicBezTo>
                  <a:pt x="14358" y="9913"/>
                  <a:pt x="14741" y="9657"/>
                  <a:pt x="14741" y="9146"/>
                </a:cubicBezTo>
                <a:lnTo>
                  <a:pt x="14741" y="5435"/>
                </a:lnTo>
                <a:cubicBezTo>
                  <a:pt x="14741" y="4924"/>
                  <a:pt x="14358" y="4668"/>
                  <a:pt x="13974" y="4668"/>
                </a:cubicBezTo>
                <a:close/>
                <a:moveTo>
                  <a:pt x="7159" y="10592"/>
                </a:moveTo>
                <a:cubicBezTo>
                  <a:pt x="7203" y="10592"/>
                  <a:pt x="7247" y="10607"/>
                  <a:pt x="7290" y="10621"/>
                </a:cubicBezTo>
                <a:lnTo>
                  <a:pt x="8182" y="10987"/>
                </a:lnTo>
                <a:cubicBezTo>
                  <a:pt x="8379" y="11067"/>
                  <a:pt x="8591" y="11107"/>
                  <a:pt x="8803" y="11107"/>
                </a:cubicBezTo>
                <a:cubicBezTo>
                  <a:pt x="9014" y="11107"/>
                  <a:pt x="9226" y="11067"/>
                  <a:pt x="9423" y="10987"/>
                </a:cubicBezTo>
                <a:lnTo>
                  <a:pt x="9438" y="10987"/>
                </a:lnTo>
                <a:lnTo>
                  <a:pt x="10329" y="10621"/>
                </a:lnTo>
                <a:cubicBezTo>
                  <a:pt x="10370" y="10604"/>
                  <a:pt x="10412" y="10596"/>
                  <a:pt x="10454" y="10596"/>
                </a:cubicBezTo>
                <a:cubicBezTo>
                  <a:pt x="10519" y="10596"/>
                  <a:pt x="10583" y="10615"/>
                  <a:pt x="10636" y="10651"/>
                </a:cubicBezTo>
                <a:cubicBezTo>
                  <a:pt x="10899" y="10811"/>
                  <a:pt x="10870" y="11206"/>
                  <a:pt x="10592" y="11323"/>
                </a:cubicBezTo>
                <a:lnTo>
                  <a:pt x="9014" y="11980"/>
                </a:lnTo>
                <a:cubicBezTo>
                  <a:pt x="8949" y="12002"/>
                  <a:pt x="8879" y="12013"/>
                  <a:pt x="8812" y="12013"/>
                </a:cubicBezTo>
                <a:cubicBezTo>
                  <a:pt x="8744" y="12013"/>
                  <a:pt x="8678" y="12002"/>
                  <a:pt x="8620" y="11980"/>
                </a:cubicBezTo>
                <a:lnTo>
                  <a:pt x="7042" y="11323"/>
                </a:lnTo>
                <a:cubicBezTo>
                  <a:pt x="6896" y="11264"/>
                  <a:pt x="6808" y="11118"/>
                  <a:pt x="6808" y="10972"/>
                </a:cubicBezTo>
                <a:cubicBezTo>
                  <a:pt x="6808" y="10841"/>
                  <a:pt x="6867" y="10724"/>
                  <a:pt x="6969" y="10651"/>
                </a:cubicBezTo>
                <a:cubicBezTo>
                  <a:pt x="7027" y="10621"/>
                  <a:pt x="7086" y="10592"/>
                  <a:pt x="7159" y="10592"/>
                </a:cubicBezTo>
                <a:close/>
                <a:moveTo>
                  <a:pt x="7159" y="10068"/>
                </a:moveTo>
                <a:cubicBezTo>
                  <a:pt x="6994" y="10068"/>
                  <a:pt x="6830" y="10117"/>
                  <a:pt x="6691" y="10212"/>
                </a:cubicBezTo>
                <a:cubicBezTo>
                  <a:pt x="6107" y="10621"/>
                  <a:pt x="6195" y="11513"/>
                  <a:pt x="6838" y="11790"/>
                </a:cubicBezTo>
                <a:lnTo>
                  <a:pt x="8415" y="12448"/>
                </a:lnTo>
                <a:cubicBezTo>
                  <a:pt x="8547" y="12491"/>
                  <a:pt x="8678" y="12521"/>
                  <a:pt x="8810" y="12521"/>
                </a:cubicBezTo>
                <a:cubicBezTo>
                  <a:pt x="8956" y="12521"/>
                  <a:pt x="9087" y="12491"/>
                  <a:pt x="9204" y="12448"/>
                </a:cubicBezTo>
                <a:lnTo>
                  <a:pt x="10782" y="11790"/>
                </a:lnTo>
                <a:cubicBezTo>
                  <a:pt x="11440" y="11513"/>
                  <a:pt x="11527" y="10607"/>
                  <a:pt x="10928" y="10212"/>
                </a:cubicBezTo>
                <a:cubicBezTo>
                  <a:pt x="10787" y="10124"/>
                  <a:pt x="10620" y="10079"/>
                  <a:pt x="10452" y="10079"/>
                </a:cubicBezTo>
                <a:cubicBezTo>
                  <a:pt x="10341" y="10079"/>
                  <a:pt x="10229" y="10099"/>
                  <a:pt x="10125" y="10139"/>
                </a:cubicBezTo>
                <a:lnTo>
                  <a:pt x="9234" y="10505"/>
                </a:lnTo>
                <a:cubicBezTo>
                  <a:pt x="9102" y="10563"/>
                  <a:pt x="8960" y="10592"/>
                  <a:pt x="8815" y="10592"/>
                </a:cubicBezTo>
                <a:cubicBezTo>
                  <a:pt x="8671" y="10592"/>
                  <a:pt x="8525" y="10563"/>
                  <a:pt x="8386" y="10505"/>
                </a:cubicBezTo>
                <a:lnTo>
                  <a:pt x="7495" y="10139"/>
                </a:lnTo>
                <a:cubicBezTo>
                  <a:pt x="7388" y="10092"/>
                  <a:pt x="7273" y="10068"/>
                  <a:pt x="7159" y="10068"/>
                </a:cubicBezTo>
                <a:close/>
                <a:moveTo>
                  <a:pt x="1726" y="9825"/>
                </a:moveTo>
                <a:cubicBezTo>
                  <a:pt x="1589" y="9825"/>
                  <a:pt x="1454" y="9920"/>
                  <a:pt x="1476" y="10110"/>
                </a:cubicBezTo>
                <a:lnTo>
                  <a:pt x="1476" y="11995"/>
                </a:lnTo>
                <a:cubicBezTo>
                  <a:pt x="1461" y="12316"/>
                  <a:pt x="1739" y="12594"/>
                  <a:pt x="2060" y="12594"/>
                </a:cubicBezTo>
                <a:lnTo>
                  <a:pt x="3916" y="12594"/>
                </a:lnTo>
                <a:cubicBezTo>
                  <a:pt x="3925" y="12594"/>
                  <a:pt x="3933" y="12595"/>
                  <a:pt x="3942" y="12595"/>
                </a:cubicBezTo>
                <a:cubicBezTo>
                  <a:pt x="4268" y="12595"/>
                  <a:pt x="4272" y="12080"/>
                  <a:pt x="3954" y="12080"/>
                </a:cubicBezTo>
                <a:cubicBezTo>
                  <a:pt x="3942" y="12080"/>
                  <a:pt x="3929" y="12081"/>
                  <a:pt x="3916" y="12082"/>
                </a:cubicBezTo>
                <a:lnTo>
                  <a:pt x="2060" y="12082"/>
                </a:lnTo>
                <a:cubicBezTo>
                  <a:pt x="2016" y="12068"/>
                  <a:pt x="1987" y="12039"/>
                  <a:pt x="1987" y="11995"/>
                </a:cubicBezTo>
                <a:lnTo>
                  <a:pt x="1987" y="10110"/>
                </a:lnTo>
                <a:cubicBezTo>
                  <a:pt x="2002" y="9920"/>
                  <a:pt x="1863" y="9825"/>
                  <a:pt x="1726" y="9825"/>
                </a:cubicBezTo>
                <a:close/>
                <a:moveTo>
                  <a:pt x="15830" y="9847"/>
                </a:moveTo>
                <a:cubicBezTo>
                  <a:pt x="15702" y="9847"/>
                  <a:pt x="15574" y="9935"/>
                  <a:pt x="15574" y="10110"/>
                </a:cubicBezTo>
                <a:lnTo>
                  <a:pt x="15574" y="11995"/>
                </a:lnTo>
                <a:cubicBezTo>
                  <a:pt x="15574" y="12039"/>
                  <a:pt x="15545" y="12068"/>
                  <a:pt x="15501" y="12082"/>
                </a:cubicBezTo>
                <a:lnTo>
                  <a:pt x="13646" y="12082"/>
                </a:lnTo>
                <a:cubicBezTo>
                  <a:pt x="13632" y="12081"/>
                  <a:pt x="13620" y="12080"/>
                  <a:pt x="13607" y="12080"/>
                </a:cubicBezTo>
                <a:cubicBezTo>
                  <a:pt x="13289" y="12080"/>
                  <a:pt x="13293" y="12595"/>
                  <a:pt x="13620" y="12595"/>
                </a:cubicBezTo>
                <a:cubicBezTo>
                  <a:pt x="13628" y="12595"/>
                  <a:pt x="13637" y="12594"/>
                  <a:pt x="13646" y="12594"/>
                </a:cubicBezTo>
                <a:lnTo>
                  <a:pt x="15501" y="12594"/>
                </a:lnTo>
                <a:cubicBezTo>
                  <a:pt x="15822" y="12594"/>
                  <a:pt x="16085" y="12316"/>
                  <a:pt x="16085" y="11995"/>
                </a:cubicBezTo>
                <a:lnTo>
                  <a:pt x="16085" y="10110"/>
                </a:lnTo>
                <a:cubicBezTo>
                  <a:pt x="16085" y="9935"/>
                  <a:pt x="15958" y="9847"/>
                  <a:pt x="15830" y="9847"/>
                </a:cubicBezTo>
                <a:close/>
                <a:moveTo>
                  <a:pt x="8778" y="1041"/>
                </a:moveTo>
                <a:cubicBezTo>
                  <a:pt x="8395" y="1041"/>
                  <a:pt x="8014" y="1297"/>
                  <a:pt x="8006" y="1812"/>
                </a:cubicBezTo>
                <a:lnTo>
                  <a:pt x="8006" y="2177"/>
                </a:lnTo>
                <a:lnTo>
                  <a:pt x="6838" y="2177"/>
                </a:lnTo>
                <a:cubicBezTo>
                  <a:pt x="5800" y="2177"/>
                  <a:pt x="5786" y="3711"/>
                  <a:pt x="6823" y="3726"/>
                </a:cubicBezTo>
                <a:lnTo>
                  <a:pt x="8006" y="3726"/>
                </a:lnTo>
                <a:lnTo>
                  <a:pt x="8006" y="4471"/>
                </a:lnTo>
                <a:lnTo>
                  <a:pt x="7407" y="4471"/>
                </a:lnTo>
                <a:cubicBezTo>
                  <a:pt x="7398" y="4470"/>
                  <a:pt x="7389" y="4470"/>
                  <a:pt x="7381" y="4470"/>
                </a:cubicBezTo>
                <a:cubicBezTo>
                  <a:pt x="7051" y="4470"/>
                  <a:pt x="7051" y="4983"/>
                  <a:pt x="7381" y="4983"/>
                </a:cubicBezTo>
                <a:cubicBezTo>
                  <a:pt x="7389" y="4983"/>
                  <a:pt x="7398" y="4983"/>
                  <a:pt x="7407" y="4982"/>
                </a:cubicBezTo>
                <a:lnTo>
                  <a:pt x="8123" y="4982"/>
                </a:lnTo>
                <a:cubicBezTo>
                  <a:pt x="8342" y="4982"/>
                  <a:pt x="8518" y="4807"/>
                  <a:pt x="8518" y="4588"/>
                </a:cubicBezTo>
                <a:lnTo>
                  <a:pt x="8518" y="3594"/>
                </a:lnTo>
                <a:cubicBezTo>
                  <a:pt x="8518" y="3390"/>
                  <a:pt x="8342" y="3214"/>
                  <a:pt x="8123" y="3214"/>
                </a:cubicBezTo>
                <a:lnTo>
                  <a:pt x="6808" y="3214"/>
                </a:lnTo>
                <a:cubicBezTo>
                  <a:pt x="6662" y="3200"/>
                  <a:pt x="6560" y="3083"/>
                  <a:pt x="6560" y="2937"/>
                </a:cubicBezTo>
                <a:cubicBezTo>
                  <a:pt x="6575" y="2805"/>
                  <a:pt x="6691" y="2688"/>
                  <a:pt x="6823" y="2688"/>
                </a:cubicBezTo>
                <a:lnTo>
                  <a:pt x="8123" y="2688"/>
                </a:lnTo>
                <a:cubicBezTo>
                  <a:pt x="8342" y="2688"/>
                  <a:pt x="8518" y="2513"/>
                  <a:pt x="8518" y="2294"/>
                </a:cubicBezTo>
                <a:lnTo>
                  <a:pt x="8518" y="1812"/>
                </a:lnTo>
                <a:cubicBezTo>
                  <a:pt x="8518" y="1666"/>
                  <a:pt x="8649" y="1549"/>
                  <a:pt x="8795" y="1549"/>
                </a:cubicBezTo>
                <a:cubicBezTo>
                  <a:pt x="8927" y="1563"/>
                  <a:pt x="9044" y="1680"/>
                  <a:pt x="9029" y="1826"/>
                </a:cubicBezTo>
                <a:lnTo>
                  <a:pt x="9029" y="2294"/>
                </a:lnTo>
                <a:cubicBezTo>
                  <a:pt x="9029" y="2513"/>
                  <a:pt x="9219" y="2688"/>
                  <a:pt x="9423" y="2688"/>
                </a:cubicBezTo>
                <a:lnTo>
                  <a:pt x="10738" y="2688"/>
                </a:lnTo>
                <a:cubicBezTo>
                  <a:pt x="10884" y="2688"/>
                  <a:pt x="11001" y="2820"/>
                  <a:pt x="11001" y="2966"/>
                </a:cubicBezTo>
                <a:cubicBezTo>
                  <a:pt x="10987" y="3097"/>
                  <a:pt x="10870" y="3214"/>
                  <a:pt x="10724" y="3214"/>
                </a:cubicBezTo>
                <a:lnTo>
                  <a:pt x="9438" y="3214"/>
                </a:lnTo>
                <a:cubicBezTo>
                  <a:pt x="9219" y="3214"/>
                  <a:pt x="9044" y="3390"/>
                  <a:pt x="9044" y="3594"/>
                </a:cubicBezTo>
                <a:lnTo>
                  <a:pt x="9044" y="4588"/>
                </a:lnTo>
                <a:cubicBezTo>
                  <a:pt x="9044" y="4807"/>
                  <a:pt x="9219" y="4982"/>
                  <a:pt x="9438" y="4982"/>
                </a:cubicBezTo>
                <a:lnTo>
                  <a:pt x="11907" y="4982"/>
                </a:lnTo>
                <a:cubicBezTo>
                  <a:pt x="11915" y="4981"/>
                  <a:pt x="11922" y="4981"/>
                  <a:pt x="11929" y="4981"/>
                </a:cubicBezTo>
                <a:cubicBezTo>
                  <a:pt x="12052" y="4981"/>
                  <a:pt x="12156" y="5092"/>
                  <a:pt x="12170" y="5216"/>
                </a:cubicBezTo>
                <a:cubicBezTo>
                  <a:pt x="12185" y="5362"/>
                  <a:pt x="12068" y="5493"/>
                  <a:pt x="11922" y="5493"/>
                </a:cubicBezTo>
                <a:lnTo>
                  <a:pt x="9438" y="5493"/>
                </a:lnTo>
                <a:cubicBezTo>
                  <a:pt x="9219" y="5493"/>
                  <a:pt x="9044" y="5669"/>
                  <a:pt x="9044" y="5888"/>
                </a:cubicBezTo>
                <a:lnTo>
                  <a:pt x="9044" y="6867"/>
                </a:lnTo>
                <a:cubicBezTo>
                  <a:pt x="9029" y="7086"/>
                  <a:pt x="9219" y="7261"/>
                  <a:pt x="9438" y="7261"/>
                </a:cubicBezTo>
                <a:lnTo>
                  <a:pt x="10738" y="7261"/>
                </a:lnTo>
                <a:cubicBezTo>
                  <a:pt x="10884" y="7261"/>
                  <a:pt x="11001" y="7393"/>
                  <a:pt x="11001" y="7539"/>
                </a:cubicBezTo>
                <a:cubicBezTo>
                  <a:pt x="10988" y="7663"/>
                  <a:pt x="10883" y="7774"/>
                  <a:pt x="10748" y="7774"/>
                </a:cubicBezTo>
                <a:cubicBezTo>
                  <a:pt x="10740" y="7774"/>
                  <a:pt x="10732" y="7773"/>
                  <a:pt x="10724" y="7773"/>
                </a:cubicBezTo>
                <a:lnTo>
                  <a:pt x="9438" y="7773"/>
                </a:lnTo>
                <a:cubicBezTo>
                  <a:pt x="9219" y="7773"/>
                  <a:pt x="9044" y="7948"/>
                  <a:pt x="9044" y="8167"/>
                </a:cubicBezTo>
                <a:lnTo>
                  <a:pt x="9044" y="9453"/>
                </a:lnTo>
                <a:cubicBezTo>
                  <a:pt x="9044" y="9584"/>
                  <a:pt x="9102" y="9701"/>
                  <a:pt x="9219" y="9774"/>
                </a:cubicBezTo>
                <a:cubicBezTo>
                  <a:pt x="9297" y="9831"/>
                  <a:pt x="9373" y="9852"/>
                  <a:pt x="9447" y="9852"/>
                </a:cubicBezTo>
                <a:cubicBezTo>
                  <a:pt x="9621" y="9852"/>
                  <a:pt x="9785" y="9733"/>
                  <a:pt x="9949" y="9672"/>
                </a:cubicBezTo>
                <a:cubicBezTo>
                  <a:pt x="10121" y="9601"/>
                  <a:pt x="10303" y="9566"/>
                  <a:pt x="10483" y="9566"/>
                </a:cubicBezTo>
                <a:cubicBezTo>
                  <a:pt x="10747" y="9566"/>
                  <a:pt x="11009" y="9641"/>
                  <a:pt x="11235" y="9789"/>
                </a:cubicBezTo>
                <a:cubicBezTo>
                  <a:pt x="12155" y="10417"/>
                  <a:pt x="12024" y="11834"/>
                  <a:pt x="10987" y="12272"/>
                </a:cubicBezTo>
                <a:lnTo>
                  <a:pt x="9409" y="12915"/>
                </a:lnTo>
                <a:cubicBezTo>
                  <a:pt x="9219" y="12995"/>
                  <a:pt x="9018" y="13036"/>
                  <a:pt x="8817" y="13036"/>
                </a:cubicBezTo>
                <a:cubicBezTo>
                  <a:pt x="8616" y="13036"/>
                  <a:pt x="8415" y="12995"/>
                  <a:pt x="8225" y="12915"/>
                </a:cubicBezTo>
                <a:lnTo>
                  <a:pt x="6648" y="12272"/>
                </a:lnTo>
                <a:cubicBezTo>
                  <a:pt x="5610" y="11834"/>
                  <a:pt x="5479" y="10417"/>
                  <a:pt x="6414" y="9789"/>
                </a:cubicBezTo>
                <a:cubicBezTo>
                  <a:pt x="6640" y="9641"/>
                  <a:pt x="6897" y="9566"/>
                  <a:pt x="7157" y="9566"/>
                </a:cubicBezTo>
                <a:cubicBezTo>
                  <a:pt x="7334" y="9566"/>
                  <a:pt x="7513" y="9601"/>
                  <a:pt x="7685" y="9672"/>
                </a:cubicBezTo>
                <a:cubicBezTo>
                  <a:pt x="7826" y="9722"/>
                  <a:pt x="7989" y="9801"/>
                  <a:pt x="8143" y="9801"/>
                </a:cubicBezTo>
                <a:cubicBezTo>
                  <a:pt x="8212" y="9801"/>
                  <a:pt x="8279" y="9785"/>
                  <a:pt x="8342" y="9745"/>
                </a:cubicBezTo>
                <a:cubicBezTo>
                  <a:pt x="8459" y="9672"/>
                  <a:pt x="8518" y="9555"/>
                  <a:pt x="8518" y="9423"/>
                </a:cubicBezTo>
                <a:lnTo>
                  <a:pt x="8518" y="8182"/>
                </a:lnTo>
                <a:cubicBezTo>
                  <a:pt x="8518" y="7962"/>
                  <a:pt x="8342" y="7787"/>
                  <a:pt x="8123" y="7787"/>
                </a:cubicBezTo>
                <a:lnTo>
                  <a:pt x="6823" y="7787"/>
                </a:lnTo>
                <a:cubicBezTo>
                  <a:pt x="6662" y="7787"/>
                  <a:pt x="6560" y="7656"/>
                  <a:pt x="6560" y="7524"/>
                </a:cubicBezTo>
                <a:cubicBezTo>
                  <a:pt x="6575" y="7378"/>
                  <a:pt x="6691" y="7276"/>
                  <a:pt x="6838" y="7276"/>
                </a:cubicBezTo>
                <a:lnTo>
                  <a:pt x="8123" y="7276"/>
                </a:lnTo>
                <a:cubicBezTo>
                  <a:pt x="8342" y="7276"/>
                  <a:pt x="8518" y="7101"/>
                  <a:pt x="8518" y="6881"/>
                </a:cubicBezTo>
                <a:lnTo>
                  <a:pt x="8518" y="5888"/>
                </a:lnTo>
                <a:cubicBezTo>
                  <a:pt x="8518" y="5669"/>
                  <a:pt x="8342" y="5493"/>
                  <a:pt x="8123" y="5493"/>
                </a:cubicBezTo>
                <a:lnTo>
                  <a:pt x="5640" y="5493"/>
                </a:lnTo>
                <a:cubicBezTo>
                  <a:pt x="5493" y="5493"/>
                  <a:pt x="5377" y="5377"/>
                  <a:pt x="5391" y="5230"/>
                </a:cubicBezTo>
                <a:cubicBezTo>
                  <a:pt x="5391" y="5084"/>
                  <a:pt x="5523" y="4982"/>
                  <a:pt x="5654" y="4982"/>
                </a:cubicBezTo>
                <a:lnTo>
                  <a:pt x="6209" y="4982"/>
                </a:lnTo>
                <a:cubicBezTo>
                  <a:pt x="6218" y="4983"/>
                  <a:pt x="6227" y="4983"/>
                  <a:pt x="6236" y="4983"/>
                </a:cubicBezTo>
                <a:cubicBezTo>
                  <a:pt x="6566" y="4983"/>
                  <a:pt x="6566" y="4470"/>
                  <a:pt x="6236" y="4470"/>
                </a:cubicBezTo>
                <a:cubicBezTo>
                  <a:pt x="6227" y="4470"/>
                  <a:pt x="6218" y="4470"/>
                  <a:pt x="6209" y="4471"/>
                </a:cubicBezTo>
                <a:lnTo>
                  <a:pt x="5654" y="4471"/>
                </a:lnTo>
                <a:cubicBezTo>
                  <a:pt x="5649" y="4471"/>
                  <a:pt x="5645" y="4471"/>
                  <a:pt x="5640" y="4471"/>
                </a:cubicBezTo>
                <a:cubicBezTo>
                  <a:pt x="4631" y="4471"/>
                  <a:pt x="4622" y="6005"/>
                  <a:pt x="5640" y="6005"/>
                </a:cubicBezTo>
                <a:lnTo>
                  <a:pt x="8021" y="6005"/>
                </a:lnTo>
                <a:lnTo>
                  <a:pt x="8021" y="6750"/>
                </a:lnTo>
                <a:lnTo>
                  <a:pt x="6838" y="6750"/>
                </a:lnTo>
                <a:cubicBezTo>
                  <a:pt x="5815" y="6750"/>
                  <a:pt x="5800" y="8284"/>
                  <a:pt x="6823" y="8298"/>
                </a:cubicBezTo>
                <a:lnTo>
                  <a:pt x="8021" y="8298"/>
                </a:lnTo>
                <a:lnTo>
                  <a:pt x="8021" y="9234"/>
                </a:lnTo>
                <a:lnTo>
                  <a:pt x="7889" y="9190"/>
                </a:lnTo>
                <a:cubicBezTo>
                  <a:pt x="7663" y="9091"/>
                  <a:pt x="7421" y="9043"/>
                  <a:pt x="7179" y="9043"/>
                </a:cubicBezTo>
                <a:cubicBezTo>
                  <a:pt x="6811" y="9043"/>
                  <a:pt x="6445" y="9154"/>
                  <a:pt x="6136" y="9365"/>
                </a:cubicBezTo>
                <a:cubicBezTo>
                  <a:pt x="4851" y="10227"/>
                  <a:pt x="5041" y="12155"/>
                  <a:pt x="6458" y="12754"/>
                </a:cubicBezTo>
                <a:lnTo>
                  <a:pt x="8036" y="13397"/>
                </a:lnTo>
                <a:cubicBezTo>
                  <a:pt x="8291" y="13500"/>
                  <a:pt x="8558" y="13551"/>
                  <a:pt x="8824" y="13551"/>
                </a:cubicBezTo>
                <a:cubicBezTo>
                  <a:pt x="9091" y="13551"/>
                  <a:pt x="9358" y="13500"/>
                  <a:pt x="9613" y="13397"/>
                </a:cubicBezTo>
                <a:lnTo>
                  <a:pt x="11191" y="12754"/>
                </a:lnTo>
                <a:cubicBezTo>
                  <a:pt x="12608" y="12155"/>
                  <a:pt x="12798" y="10212"/>
                  <a:pt x="11513" y="9365"/>
                </a:cubicBezTo>
                <a:cubicBezTo>
                  <a:pt x="11195" y="9144"/>
                  <a:pt x="10829" y="9036"/>
                  <a:pt x="10461" y="9036"/>
                </a:cubicBezTo>
                <a:cubicBezTo>
                  <a:pt x="10219" y="9036"/>
                  <a:pt x="9976" y="9082"/>
                  <a:pt x="9745" y="9175"/>
                </a:cubicBezTo>
                <a:lnTo>
                  <a:pt x="9555" y="9263"/>
                </a:lnTo>
                <a:lnTo>
                  <a:pt x="9555" y="8298"/>
                </a:lnTo>
                <a:lnTo>
                  <a:pt x="10724" y="8298"/>
                </a:lnTo>
                <a:cubicBezTo>
                  <a:pt x="10729" y="8299"/>
                  <a:pt x="10733" y="8299"/>
                  <a:pt x="10738" y="8299"/>
                </a:cubicBezTo>
                <a:cubicBezTo>
                  <a:pt x="11761" y="8299"/>
                  <a:pt x="11771" y="6764"/>
                  <a:pt x="10738" y="6764"/>
                </a:cubicBezTo>
                <a:lnTo>
                  <a:pt x="9555" y="6764"/>
                </a:lnTo>
                <a:lnTo>
                  <a:pt x="9555" y="6005"/>
                </a:lnTo>
                <a:lnTo>
                  <a:pt x="11907" y="6019"/>
                </a:lnTo>
                <a:cubicBezTo>
                  <a:pt x="12930" y="6005"/>
                  <a:pt x="12915" y="4471"/>
                  <a:pt x="11892" y="4471"/>
                </a:cubicBezTo>
                <a:lnTo>
                  <a:pt x="9555" y="4471"/>
                </a:lnTo>
                <a:lnTo>
                  <a:pt x="9555" y="3726"/>
                </a:lnTo>
                <a:lnTo>
                  <a:pt x="10724" y="3726"/>
                </a:lnTo>
                <a:cubicBezTo>
                  <a:pt x="10729" y="3726"/>
                  <a:pt x="10733" y="3726"/>
                  <a:pt x="10738" y="3726"/>
                </a:cubicBezTo>
                <a:cubicBezTo>
                  <a:pt x="11761" y="3726"/>
                  <a:pt x="11771" y="2192"/>
                  <a:pt x="10738" y="2192"/>
                </a:cubicBezTo>
                <a:lnTo>
                  <a:pt x="9555" y="2192"/>
                </a:lnTo>
                <a:lnTo>
                  <a:pt x="9555" y="1826"/>
                </a:lnTo>
                <a:cubicBezTo>
                  <a:pt x="9555" y="1304"/>
                  <a:pt x="9166" y="1041"/>
                  <a:pt x="8778" y="1041"/>
                </a:cubicBezTo>
                <a:close/>
                <a:moveTo>
                  <a:pt x="1724" y="0"/>
                </a:moveTo>
                <a:cubicBezTo>
                  <a:pt x="775" y="0"/>
                  <a:pt x="0" y="789"/>
                  <a:pt x="15" y="1739"/>
                </a:cubicBezTo>
                <a:lnTo>
                  <a:pt x="15" y="12842"/>
                </a:lnTo>
                <a:cubicBezTo>
                  <a:pt x="0" y="13806"/>
                  <a:pt x="775" y="14581"/>
                  <a:pt x="1724" y="14595"/>
                </a:cubicBezTo>
                <a:lnTo>
                  <a:pt x="15837" y="14595"/>
                </a:lnTo>
                <a:cubicBezTo>
                  <a:pt x="16787" y="14581"/>
                  <a:pt x="17561" y="13806"/>
                  <a:pt x="17546" y="12842"/>
                </a:cubicBezTo>
                <a:lnTo>
                  <a:pt x="17546" y="9584"/>
                </a:lnTo>
                <a:cubicBezTo>
                  <a:pt x="17561" y="9394"/>
                  <a:pt x="17426" y="9299"/>
                  <a:pt x="17291" y="9299"/>
                </a:cubicBezTo>
                <a:cubicBezTo>
                  <a:pt x="17156" y="9299"/>
                  <a:pt x="17020" y="9394"/>
                  <a:pt x="17035" y="9584"/>
                </a:cubicBezTo>
                <a:lnTo>
                  <a:pt x="17035" y="12842"/>
                </a:lnTo>
                <a:cubicBezTo>
                  <a:pt x="17050" y="13514"/>
                  <a:pt x="16509" y="14069"/>
                  <a:pt x="15837" y="14069"/>
                </a:cubicBezTo>
                <a:lnTo>
                  <a:pt x="1724" y="14069"/>
                </a:lnTo>
                <a:cubicBezTo>
                  <a:pt x="1052" y="14069"/>
                  <a:pt x="512" y="13514"/>
                  <a:pt x="526" y="12842"/>
                </a:cubicBezTo>
                <a:lnTo>
                  <a:pt x="526" y="1739"/>
                </a:lnTo>
                <a:cubicBezTo>
                  <a:pt x="512" y="1067"/>
                  <a:pt x="1052" y="512"/>
                  <a:pt x="1724" y="512"/>
                </a:cubicBezTo>
                <a:lnTo>
                  <a:pt x="15837" y="512"/>
                </a:lnTo>
                <a:cubicBezTo>
                  <a:pt x="16509" y="512"/>
                  <a:pt x="17050" y="1067"/>
                  <a:pt x="17035" y="1739"/>
                </a:cubicBezTo>
                <a:lnTo>
                  <a:pt x="17035" y="8386"/>
                </a:lnTo>
                <a:cubicBezTo>
                  <a:pt x="17035" y="8518"/>
                  <a:pt x="17152" y="8635"/>
                  <a:pt x="17298" y="8635"/>
                </a:cubicBezTo>
                <a:cubicBezTo>
                  <a:pt x="17430" y="8635"/>
                  <a:pt x="17546" y="8518"/>
                  <a:pt x="17546" y="8386"/>
                </a:cubicBezTo>
                <a:lnTo>
                  <a:pt x="17546" y="1739"/>
                </a:lnTo>
                <a:cubicBezTo>
                  <a:pt x="17561" y="789"/>
                  <a:pt x="16787" y="0"/>
                  <a:pt x="15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15"/>
          <p:cNvSpPr/>
          <p:nvPr/>
        </p:nvSpPr>
        <p:spPr>
          <a:xfrm>
            <a:off x="4707215" y="3301335"/>
            <a:ext cx="396114" cy="402372"/>
          </a:xfrm>
          <a:custGeom>
            <a:rect b="b" l="l" r="r" t="t"/>
            <a:pathLst>
              <a:path extrusionOk="0" h="17810" w="17533">
                <a:moveTo>
                  <a:pt x="13468" y="2600"/>
                </a:moveTo>
                <a:cubicBezTo>
                  <a:pt x="13568" y="2600"/>
                  <a:pt x="13668" y="2637"/>
                  <a:pt x="13749" y="2718"/>
                </a:cubicBezTo>
                <a:cubicBezTo>
                  <a:pt x="13981" y="2964"/>
                  <a:pt x="13809" y="3384"/>
                  <a:pt x="13464" y="3390"/>
                </a:cubicBezTo>
                <a:lnTo>
                  <a:pt x="13464" y="3390"/>
                </a:lnTo>
                <a:cubicBezTo>
                  <a:pt x="13176" y="3385"/>
                  <a:pt x="12990" y="3095"/>
                  <a:pt x="13091" y="2849"/>
                </a:cubicBezTo>
                <a:cubicBezTo>
                  <a:pt x="13162" y="2689"/>
                  <a:pt x="13314" y="2600"/>
                  <a:pt x="13468" y="2600"/>
                </a:cubicBezTo>
                <a:close/>
                <a:moveTo>
                  <a:pt x="14510" y="1691"/>
                </a:moveTo>
                <a:cubicBezTo>
                  <a:pt x="14442" y="1691"/>
                  <a:pt x="14377" y="1717"/>
                  <a:pt x="14333" y="1768"/>
                </a:cubicBezTo>
                <a:lnTo>
                  <a:pt x="13895" y="2192"/>
                </a:lnTo>
                <a:cubicBezTo>
                  <a:pt x="13763" y="2119"/>
                  <a:pt x="13617" y="2089"/>
                  <a:pt x="13456" y="2089"/>
                </a:cubicBezTo>
                <a:cubicBezTo>
                  <a:pt x="12653" y="2089"/>
                  <a:pt x="12244" y="3068"/>
                  <a:pt x="12814" y="3653"/>
                </a:cubicBezTo>
                <a:cubicBezTo>
                  <a:pt x="13001" y="3836"/>
                  <a:pt x="13229" y="3918"/>
                  <a:pt x="13453" y="3918"/>
                </a:cubicBezTo>
                <a:cubicBezTo>
                  <a:pt x="13926" y="3918"/>
                  <a:pt x="14377" y="3551"/>
                  <a:pt x="14377" y="2995"/>
                </a:cubicBezTo>
                <a:cubicBezTo>
                  <a:pt x="14377" y="2849"/>
                  <a:pt x="14333" y="2703"/>
                  <a:pt x="14260" y="2572"/>
                </a:cubicBezTo>
                <a:lnTo>
                  <a:pt x="14698" y="2133"/>
                </a:lnTo>
                <a:cubicBezTo>
                  <a:pt x="14800" y="2031"/>
                  <a:pt x="14800" y="1870"/>
                  <a:pt x="14698" y="1768"/>
                </a:cubicBezTo>
                <a:cubicBezTo>
                  <a:pt x="14647" y="1717"/>
                  <a:pt x="14578" y="1691"/>
                  <a:pt x="14510" y="1691"/>
                </a:cubicBezTo>
                <a:close/>
                <a:moveTo>
                  <a:pt x="13836" y="5727"/>
                </a:moveTo>
                <a:lnTo>
                  <a:pt x="13836" y="6326"/>
                </a:lnTo>
                <a:lnTo>
                  <a:pt x="13091" y="6326"/>
                </a:lnTo>
                <a:lnTo>
                  <a:pt x="13091" y="5727"/>
                </a:lnTo>
                <a:cubicBezTo>
                  <a:pt x="13215" y="5742"/>
                  <a:pt x="13339" y="5749"/>
                  <a:pt x="13464" y="5749"/>
                </a:cubicBezTo>
                <a:cubicBezTo>
                  <a:pt x="13588" y="5749"/>
                  <a:pt x="13712" y="5742"/>
                  <a:pt x="13836" y="5727"/>
                </a:cubicBezTo>
                <a:close/>
                <a:moveTo>
                  <a:pt x="15998" y="7071"/>
                </a:moveTo>
                <a:lnTo>
                  <a:pt x="15998" y="7583"/>
                </a:lnTo>
                <a:lnTo>
                  <a:pt x="15239" y="7583"/>
                </a:lnTo>
                <a:lnTo>
                  <a:pt x="15239" y="7071"/>
                </a:lnTo>
                <a:close/>
                <a:moveTo>
                  <a:pt x="6765" y="702"/>
                </a:moveTo>
                <a:cubicBezTo>
                  <a:pt x="8533" y="702"/>
                  <a:pt x="9935" y="2148"/>
                  <a:pt x="9906" y="3901"/>
                </a:cubicBezTo>
                <a:lnTo>
                  <a:pt x="9906" y="5362"/>
                </a:lnTo>
                <a:cubicBezTo>
                  <a:pt x="9906" y="6323"/>
                  <a:pt x="10681" y="7087"/>
                  <a:pt x="11635" y="7087"/>
                </a:cubicBezTo>
                <a:cubicBezTo>
                  <a:pt x="11653" y="7087"/>
                  <a:pt x="11671" y="7086"/>
                  <a:pt x="11689" y="7086"/>
                </a:cubicBezTo>
                <a:lnTo>
                  <a:pt x="11689" y="7597"/>
                </a:lnTo>
                <a:cubicBezTo>
                  <a:pt x="11671" y="7598"/>
                  <a:pt x="11653" y="7598"/>
                  <a:pt x="11635" y="7598"/>
                </a:cubicBezTo>
                <a:cubicBezTo>
                  <a:pt x="10403" y="7598"/>
                  <a:pt x="9395" y="6601"/>
                  <a:pt x="9395" y="5377"/>
                </a:cubicBezTo>
                <a:lnTo>
                  <a:pt x="9395" y="3916"/>
                </a:lnTo>
                <a:cubicBezTo>
                  <a:pt x="9439" y="2425"/>
                  <a:pt x="8255" y="1213"/>
                  <a:pt x="6765" y="1213"/>
                </a:cubicBezTo>
                <a:cubicBezTo>
                  <a:pt x="5290" y="1213"/>
                  <a:pt x="4106" y="2425"/>
                  <a:pt x="4150" y="3916"/>
                </a:cubicBezTo>
                <a:lnTo>
                  <a:pt x="4150" y="6575"/>
                </a:lnTo>
                <a:lnTo>
                  <a:pt x="3639" y="6575"/>
                </a:lnTo>
                <a:lnTo>
                  <a:pt x="3639" y="3901"/>
                </a:lnTo>
                <a:cubicBezTo>
                  <a:pt x="3595" y="2148"/>
                  <a:pt x="5012" y="702"/>
                  <a:pt x="6765" y="702"/>
                </a:cubicBezTo>
                <a:close/>
                <a:moveTo>
                  <a:pt x="14727" y="6838"/>
                </a:moveTo>
                <a:lnTo>
                  <a:pt x="14727" y="7846"/>
                </a:lnTo>
                <a:lnTo>
                  <a:pt x="12200" y="7846"/>
                </a:lnTo>
                <a:lnTo>
                  <a:pt x="12200" y="6838"/>
                </a:lnTo>
                <a:close/>
                <a:moveTo>
                  <a:pt x="17021" y="6648"/>
                </a:moveTo>
                <a:lnTo>
                  <a:pt x="17021" y="8021"/>
                </a:lnTo>
                <a:lnTo>
                  <a:pt x="16510" y="8021"/>
                </a:lnTo>
                <a:lnTo>
                  <a:pt x="16510" y="6648"/>
                </a:lnTo>
                <a:close/>
                <a:moveTo>
                  <a:pt x="512" y="9117"/>
                </a:moveTo>
                <a:lnTo>
                  <a:pt x="3872" y="9131"/>
                </a:lnTo>
                <a:cubicBezTo>
                  <a:pt x="3931" y="9131"/>
                  <a:pt x="3960" y="9161"/>
                  <a:pt x="3960" y="9219"/>
                </a:cubicBezTo>
                <a:lnTo>
                  <a:pt x="3960" y="10957"/>
                </a:lnTo>
                <a:cubicBezTo>
                  <a:pt x="3960" y="11016"/>
                  <a:pt x="3931" y="11045"/>
                  <a:pt x="3872" y="11045"/>
                </a:cubicBezTo>
                <a:lnTo>
                  <a:pt x="512" y="11045"/>
                </a:lnTo>
                <a:lnTo>
                  <a:pt x="512" y="9117"/>
                </a:lnTo>
                <a:close/>
                <a:moveTo>
                  <a:pt x="3872" y="13324"/>
                </a:moveTo>
                <a:cubicBezTo>
                  <a:pt x="3931" y="13324"/>
                  <a:pt x="3960" y="13368"/>
                  <a:pt x="3960" y="13412"/>
                </a:cubicBezTo>
                <a:lnTo>
                  <a:pt x="3960" y="15165"/>
                </a:lnTo>
                <a:cubicBezTo>
                  <a:pt x="3960" y="15209"/>
                  <a:pt x="3931" y="15253"/>
                  <a:pt x="3872" y="15253"/>
                </a:cubicBezTo>
                <a:lnTo>
                  <a:pt x="512" y="15253"/>
                </a:lnTo>
                <a:lnTo>
                  <a:pt x="512" y="13324"/>
                </a:lnTo>
                <a:close/>
                <a:moveTo>
                  <a:pt x="14231" y="8357"/>
                </a:moveTo>
                <a:lnTo>
                  <a:pt x="14231" y="8912"/>
                </a:lnTo>
                <a:cubicBezTo>
                  <a:pt x="14216" y="9131"/>
                  <a:pt x="14348" y="9321"/>
                  <a:pt x="14537" y="9423"/>
                </a:cubicBezTo>
                <a:cubicBezTo>
                  <a:pt x="15721" y="10008"/>
                  <a:pt x="16510" y="11542"/>
                  <a:pt x="16510" y="13222"/>
                </a:cubicBezTo>
                <a:cubicBezTo>
                  <a:pt x="16510" y="15472"/>
                  <a:pt x="15136" y="17298"/>
                  <a:pt x="13471" y="17298"/>
                </a:cubicBezTo>
                <a:cubicBezTo>
                  <a:pt x="11791" y="17298"/>
                  <a:pt x="10418" y="15472"/>
                  <a:pt x="10418" y="13222"/>
                </a:cubicBezTo>
                <a:cubicBezTo>
                  <a:pt x="10418" y="11542"/>
                  <a:pt x="11221" y="10008"/>
                  <a:pt x="12404" y="9423"/>
                </a:cubicBezTo>
                <a:cubicBezTo>
                  <a:pt x="12594" y="9321"/>
                  <a:pt x="12711" y="9131"/>
                  <a:pt x="12711" y="8912"/>
                </a:cubicBezTo>
                <a:lnTo>
                  <a:pt x="12711" y="8357"/>
                </a:lnTo>
                <a:close/>
                <a:moveTo>
                  <a:pt x="6765" y="0"/>
                </a:moveTo>
                <a:cubicBezTo>
                  <a:pt x="4647" y="0"/>
                  <a:pt x="2981" y="1797"/>
                  <a:pt x="3127" y="3901"/>
                </a:cubicBezTo>
                <a:lnTo>
                  <a:pt x="3127" y="6560"/>
                </a:lnTo>
                <a:lnTo>
                  <a:pt x="1287" y="6560"/>
                </a:lnTo>
                <a:cubicBezTo>
                  <a:pt x="571" y="6560"/>
                  <a:pt x="1" y="7144"/>
                  <a:pt x="1" y="7846"/>
                </a:cubicBezTo>
                <a:lnTo>
                  <a:pt x="1" y="16509"/>
                </a:lnTo>
                <a:cubicBezTo>
                  <a:pt x="1" y="17225"/>
                  <a:pt x="571" y="17795"/>
                  <a:pt x="1287" y="17795"/>
                </a:cubicBezTo>
                <a:lnTo>
                  <a:pt x="5991" y="17795"/>
                </a:lnTo>
                <a:cubicBezTo>
                  <a:pt x="6692" y="17795"/>
                  <a:pt x="7262" y="17225"/>
                  <a:pt x="7262" y="16509"/>
                </a:cubicBezTo>
                <a:lnTo>
                  <a:pt x="7262" y="12491"/>
                </a:lnTo>
                <a:cubicBezTo>
                  <a:pt x="7276" y="12302"/>
                  <a:pt x="7141" y="12207"/>
                  <a:pt x="7006" y="12207"/>
                </a:cubicBezTo>
                <a:cubicBezTo>
                  <a:pt x="6871" y="12207"/>
                  <a:pt x="6736" y="12302"/>
                  <a:pt x="6751" y="12491"/>
                </a:cubicBezTo>
                <a:lnTo>
                  <a:pt x="6751" y="16524"/>
                </a:lnTo>
                <a:cubicBezTo>
                  <a:pt x="6751" y="16947"/>
                  <a:pt x="6400" y="17283"/>
                  <a:pt x="5976" y="17283"/>
                </a:cubicBezTo>
                <a:lnTo>
                  <a:pt x="1287" y="17283"/>
                </a:lnTo>
                <a:cubicBezTo>
                  <a:pt x="848" y="17283"/>
                  <a:pt x="512" y="16947"/>
                  <a:pt x="512" y="16524"/>
                </a:cubicBezTo>
                <a:lnTo>
                  <a:pt x="512" y="15764"/>
                </a:lnTo>
                <a:lnTo>
                  <a:pt x="3872" y="15764"/>
                </a:lnTo>
                <a:cubicBezTo>
                  <a:pt x="4208" y="15764"/>
                  <a:pt x="4471" y="15501"/>
                  <a:pt x="4471" y="15165"/>
                </a:cubicBezTo>
                <a:lnTo>
                  <a:pt x="4471" y="13412"/>
                </a:lnTo>
                <a:cubicBezTo>
                  <a:pt x="4471" y="13076"/>
                  <a:pt x="4208" y="12813"/>
                  <a:pt x="3872" y="12813"/>
                </a:cubicBezTo>
                <a:lnTo>
                  <a:pt x="512" y="12813"/>
                </a:lnTo>
                <a:lnTo>
                  <a:pt x="512" y="11556"/>
                </a:lnTo>
                <a:lnTo>
                  <a:pt x="3872" y="11556"/>
                </a:lnTo>
                <a:cubicBezTo>
                  <a:pt x="4208" y="11556"/>
                  <a:pt x="4471" y="11294"/>
                  <a:pt x="4471" y="10957"/>
                </a:cubicBezTo>
                <a:lnTo>
                  <a:pt x="4471" y="9204"/>
                </a:lnTo>
                <a:cubicBezTo>
                  <a:pt x="4471" y="8868"/>
                  <a:pt x="4208" y="8605"/>
                  <a:pt x="3872" y="8605"/>
                </a:cubicBezTo>
                <a:lnTo>
                  <a:pt x="512" y="8605"/>
                </a:lnTo>
                <a:lnTo>
                  <a:pt x="512" y="7846"/>
                </a:lnTo>
                <a:cubicBezTo>
                  <a:pt x="512" y="7422"/>
                  <a:pt x="848" y="7086"/>
                  <a:pt x="1287" y="7071"/>
                </a:cubicBezTo>
                <a:lnTo>
                  <a:pt x="5991" y="7071"/>
                </a:lnTo>
                <a:cubicBezTo>
                  <a:pt x="6414" y="7086"/>
                  <a:pt x="6751" y="7422"/>
                  <a:pt x="6751" y="7846"/>
                </a:cubicBezTo>
                <a:lnTo>
                  <a:pt x="6751" y="11294"/>
                </a:lnTo>
                <a:cubicBezTo>
                  <a:pt x="6736" y="11476"/>
                  <a:pt x="6875" y="11567"/>
                  <a:pt x="7013" y="11567"/>
                </a:cubicBezTo>
                <a:cubicBezTo>
                  <a:pt x="7152" y="11567"/>
                  <a:pt x="7291" y="11476"/>
                  <a:pt x="7276" y="11294"/>
                </a:cubicBezTo>
                <a:lnTo>
                  <a:pt x="7276" y="7846"/>
                </a:lnTo>
                <a:cubicBezTo>
                  <a:pt x="7276" y="7144"/>
                  <a:pt x="6692" y="6575"/>
                  <a:pt x="5991" y="6575"/>
                </a:cubicBezTo>
                <a:lnTo>
                  <a:pt x="4661" y="6575"/>
                </a:lnTo>
                <a:lnTo>
                  <a:pt x="4661" y="3901"/>
                </a:lnTo>
                <a:cubicBezTo>
                  <a:pt x="4632" y="2718"/>
                  <a:pt x="5582" y="1724"/>
                  <a:pt x="6780" y="1724"/>
                </a:cubicBezTo>
                <a:cubicBezTo>
                  <a:pt x="7963" y="1724"/>
                  <a:pt x="8927" y="2718"/>
                  <a:pt x="8884" y="3901"/>
                </a:cubicBezTo>
                <a:lnTo>
                  <a:pt x="8884" y="5362"/>
                </a:lnTo>
                <a:cubicBezTo>
                  <a:pt x="8884" y="6882"/>
                  <a:pt x="10113" y="8112"/>
                  <a:pt x="11617" y="8112"/>
                </a:cubicBezTo>
                <a:cubicBezTo>
                  <a:pt x="11660" y="8112"/>
                  <a:pt x="11704" y="8111"/>
                  <a:pt x="11747" y="8109"/>
                </a:cubicBezTo>
                <a:cubicBezTo>
                  <a:pt x="11829" y="8259"/>
                  <a:pt x="11988" y="8358"/>
                  <a:pt x="12164" y="8358"/>
                </a:cubicBezTo>
                <a:cubicBezTo>
                  <a:pt x="12176" y="8358"/>
                  <a:pt x="12188" y="8358"/>
                  <a:pt x="12200" y="8357"/>
                </a:cubicBezTo>
                <a:lnTo>
                  <a:pt x="12200" y="8927"/>
                </a:lnTo>
                <a:cubicBezTo>
                  <a:pt x="12200" y="8941"/>
                  <a:pt x="12185" y="8956"/>
                  <a:pt x="12171" y="8971"/>
                </a:cubicBezTo>
                <a:cubicBezTo>
                  <a:pt x="11469" y="9336"/>
                  <a:pt x="10900" y="9920"/>
                  <a:pt x="10534" y="10636"/>
                </a:cubicBezTo>
                <a:cubicBezTo>
                  <a:pt x="10125" y="11440"/>
                  <a:pt x="9906" y="12331"/>
                  <a:pt x="9906" y="13237"/>
                </a:cubicBezTo>
                <a:cubicBezTo>
                  <a:pt x="9892" y="14391"/>
                  <a:pt x="10257" y="15516"/>
                  <a:pt x="10929" y="16451"/>
                </a:cubicBezTo>
                <a:cubicBezTo>
                  <a:pt x="11601" y="17327"/>
                  <a:pt x="12507" y="17809"/>
                  <a:pt x="13471" y="17809"/>
                </a:cubicBezTo>
                <a:cubicBezTo>
                  <a:pt x="14435" y="17809"/>
                  <a:pt x="15341" y="17327"/>
                  <a:pt x="16013" y="16451"/>
                </a:cubicBezTo>
                <a:cubicBezTo>
                  <a:pt x="16685" y="15516"/>
                  <a:pt x="17050" y="14391"/>
                  <a:pt x="17036" y="13237"/>
                </a:cubicBezTo>
                <a:cubicBezTo>
                  <a:pt x="17036" y="12331"/>
                  <a:pt x="16817" y="11440"/>
                  <a:pt x="16407" y="10636"/>
                </a:cubicBezTo>
                <a:cubicBezTo>
                  <a:pt x="16042" y="9920"/>
                  <a:pt x="15472" y="9336"/>
                  <a:pt x="14757" y="8971"/>
                </a:cubicBezTo>
                <a:cubicBezTo>
                  <a:pt x="14742" y="8956"/>
                  <a:pt x="14727" y="8941"/>
                  <a:pt x="14727" y="8927"/>
                </a:cubicBezTo>
                <a:lnTo>
                  <a:pt x="14727" y="8357"/>
                </a:lnTo>
                <a:cubicBezTo>
                  <a:pt x="14739" y="8358"/>
                  <a:pt x="14751" y="8358"/>
                  <a:pt x="14763" y="8358"/>
                </a:cubicBezTo>
                <a:cubicBezTo>
                  <a:pt x="14937" y="8358"/>
                  <a:pt x="15084" y="8259"/>
                  <a:pt x="15180" y="8109"/>
                </a:cubicBezTo>
                <a:lnTo>
                  <a:pt x="15998" y="8109"/>
                </a:lnTo>
                <a:lnTo>
                  <a:pt x="15998" y="8299"/>
                </a:lnTo>
                <a:cubicBezTo>
                  <a:pt x="15984" y="8445"/>
                  <a:pt x="16101" y="8547"/>
                  <a:pt x="16247" y="8562"/>
                </a:cubicBezTo>
                <a:lnTo>
                  <a:pt x="17269" y="8562"/>
                </a:lnTo>
                <a:cubicBezTo>
                  <a:pt x="17416" y="8547"/>
                  <a:pt x="17532" y="8445"/>
                  <a:pt x="17532" y="8299"/>
                </a:cubicBezTo>
                <a:lnTo>
                  <a:pt x="17532" y="6385"/>
                </a:lnTo>
                <a:cubicBezTo>
                  <a:pt x="17532" y="6239"/>
                  <a:pt x="17416" y="6122"/>
                  <a:pt x="17269" y="6122"/>
                </a:cubicBezTo>
                <a:lnTo>
                  <a:pt x="16247" y="6122"/>
                </a:lnTo>
                <a:cubicBezTo>
                  <a:pt x="16115" y="6122"/>
                  <a:pt x="15998" y="6239"/>
                  <a:pt x="15998" y="6385"/>
                </a:cubicBezTo>
                <a:lnTo>
                  <a:pt x="15998" y="6560"/>
                </a:lnTo>
                <a:lnTo>
                  <a:pt x="15180" y="6560"/>
                </a:lnTo>
                <a:cubicBezTo>
                  <a:pt x="15093" y="6414"/>
                  <a:pt x="14932" y="6312"/>
                  <a:pt x="14757" y="6312"/>
                </a:cubicBezTo>
                <a:lnTo>
                  <a:pt x="14362" y="6312"/>
                </a:lnTo>
                <a:lnTo>
                  <a:pt x="14362" y="5581"/>
                </a:lnTo>
                <a:cubicBezTo>
                  <a:pt x="16334" y="4909"/>
                  <a:pt x="16846" y="2352"/>
                  <a:pt x="15297" y="965"/>
                </a:cubicBezTo>
                <a:cubicBezTo>
                  <a:pt x="14757" y="480"/>
                  <a:pt x="14107" y="257"/>
                  <a:pt x="13469" y="257"/>
                </a:cubicBezTo>
                <a:cubicBezTo>
                  <a:pt x="12260" y="257"/>
                  <a:pt x="11094" y="1057"/>
                  <a:pt x="10797" y="2396"/>
                </a:cubicBezTo>
                <a:cubicBezTo>
                  <a:pt x="10746" y="2593"/>
                  <a:pt x="10900" y="2714"/>
                  <a:pt x="11050" y="2714"/>
                </a:cubicBezTo>
                <a:cubicBezTo>
                  <a:pt x="11158" y="2714"/>
                  <a:pt x="11264" y="2653"/>
                  <a:pt x="11294" y="2513"/>
                </a:cubicBezTo>
                <a:cubicBezTo>
                  <a:pt x="11411" y="2016"/>
                  <a:pt x="11674" y="1578"/>
                  <a:pt x="12068" y="1271"/>
                </a:cubicBezTo>
                <a:cubicBezTo>
                  <a:pt x="12463" y="950"/>
                  <a:pt x="12960" y="775"/>
                  <a:pt x="13471" y="775"/>
                </a:cubicBezTo>
                <a:cubicBezTo>
                  <a:pt x="15312" y="775"/>
                  <a:pt x="16349" y="2893"/>
                  <a:pt x="15239" y="4354"/>
                </a:cubicBezTo>
                <a:cubicBezTo>
                  <a:pt x="14781" y="4948"/>
                  <a:pt x="14127" y="5226"/>
                  <a:pt x="13480" y="5226"/>
                </a:cubicBezTo>
                <a:cubicBezTo>
                  <a:pt x="12537" y="5226"/>
                  <a:pt x="11609" y="4637"/>
                  <a:pt x="11323" y="3580"/>
                </a:cubicBezTo>
                <a:cubicBezTo>
                  <a:pt x="11288" y="3444"/>
                  <a:pt x="11182" y="3385"/>
                  <a:pt x="11075" y="3385"/>
                </a:cubicBezTo>
                <a:cubicBezTo>
                  <a:pt x="10916" y="3385"/>
                  <a:pt x="10757" y="3516"/>
                  <a:pt x="10827" y="3726"/>
                </a:cubicBezTo>
                <a:cubicBezTo>
                  <a:pt x="11060" y="4588"/>
                  <a:pt x="11718" y="5289"/>
                  <a:pt x="12565" y="5596"/>
                </a:cubicBezTo>
                <a:lnTo>
                  <a:pt x="12565" y="6326"/>
                </a:lnTo>
                <a:lnTo>
                  <a:pt x="12171" y="6326"/>
                </a:lnTo>
                <a:cubicBezTo>
                  <a:pt x="11995" y="6326"/>
                  <a:pt x="11835" y="6414"/>
                  <a:pt x="11747" y="6575"/>
                </a:cubicBezTo>
                <a:cubicBezTo>
                  <a:pt x="11712" y="6577"/>
                  <a:pt x="11678" y="6579"/>
                  <a:pt x="11644" y="6579"/>
                </a:cubicBezTo>
                <a:cubicBezTo>
                  <a:pt x="10973" y="6579"/>
                  <a:pt x="10418" y="6043"/>
                  <a:pt x="10418" y="5362"/>
                </a:cubicBezTo>
                <a:lnTo>
                  <a:pt x="10418" y="3901"/>
                </a:lnTo>
                <a:cubicBezTo>
                  <a:pt x="10564" y="1797"/>
                  <a:pt x="8884" y="0"/>
                  <a:pt x="6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15"/>
          <p:cNvSpPr/>
          <p:nvPr/>
        </p:nvSpPr>
        <p:spPr>
          <a:xfrm>
            <a:off x="4709542" y="2655269"/>
            <a:ext cx="396431" cy="397357"/>
          </a:xfrm>
          <a:custGeom>
            <a:rect b="b" l="l" r="r" t="t"/>
            <a:pathLst>
              <a:path extrusionOk="0" h="17588" w="17547">
                <a:moveTo>
                  <a:pt x="9160" y="1831"/>
                </a:moveTo>
                <a:lnTo>
                  <a:pt x="9160" y="3307"/>
                </a:lnTo>
                <a:cubicBezTo>
                  <a:pt x="9160" y="3526"/>
                  <a:pt x="9336" y="3701"/>
                  <a:pt x="9555" y="3701"/>
                </a:cubicBezTo>
                <a:lnTo>
                  <a:pt x="11045" y="3701"/>
                </a:lnTo>
                <a:lnTo>
                  <a:pt x="11045" y="4476"/>
                </a:lnTo>
                <a:lnTo>
                  <a:pt x="9555" y="4476"/>
                </a:lnTo>
                <a:cubicBezTo>
                  <a:pt x="9336" y="4476"/>
                  <a:pt x="9160" y="4651"/>
                  <a:pt x="9160" y="4870"/>
                </a:cubicBezTo>
                <a:lnTo>
                  <a:pt x="9160" y="6360"/>
                </a:lnTo>
                <a:lnTo>
                  <a:pt x="8386" y="6360"/>
                </a:lnTo>
                <a:lnTo>
                  <a:pt x="8386" y="4870"/>
                </a:lnTo>
                <a:cubicBezTo>
                  <a:pt x="8386" y="4651"/>
                  <a:pt x="8211" y="4490"/>
                  <a:pt x="8006" y="4490"/>
                </a:cubicBezTo>
                <a:lnTo>
                  <a:pt x="6501" y="4490"/>
                </a:lnTo>
                <a:lnTo>
                  <a:pt x="6501" y="3701"/>
                </a:lnTo>
                <a:lnTo>
                  <a:pt x="7992" y="3701"/>
                </a:lnTo>
                <a:cubicBezTo>
                  <a:pt x="8211" y="3701"/>
                  <a:pt x="8386" y="3526"/>
                  <a:pt x="8386" y="3322"/>
                </a:cubicBezTo>
                <a:lnTo>
                  <a:pt x="8386" y="1831"/>
                </a:lnTo>
                <a:close/>
                <a:moveTo>
                  <a:pt x="8386" y="1305"/>
                </a:moveTo>
                <a:cubicBezTo>
                  <a:pt x="8108" y="1305"/>
                  <a:pt x="7875" y="1539"/>
                  <a:pt x="7875" y="1831"/>
                </a:cubicBezTo>
                <a:lnTo>
                  <a:pt x="7875" y="3190"/>
                </a:lnTo>
                <a:lnTo>
                  <a:pt x="6501" y="3190"/>
                </a:lnTo>
                <a:cubicBezTo>
                  <a:pt x="6224" y="3190"/>
                  <a:pt x="5990" y="3424"/>
                  <a:pt x="5990" y="3701"/>
                </a:cubicBezTo>
                <a:lnTo>
                  <a:pt x="5990" y="4476"/>
                </a:lnTo>
                <a:cubicBezTo>
                  <a:pt x="5990" y="4768"/>
                  <a:pt x="6224" y="4987"/>
                  <a:pt x="6501" y="5002"/>
                </a:cubicBezTo>
                <a:lnTo>
                  <a:pt x="7875" y="5002"/>
                </a:lnTo>
                <a:lnTo>
                  <a:pt x="7875" y="6360"/>
                </a:lnTo>
                <a:cubicBezTo>
                  <a:pt x="7875" y="6638"/>
                  <a:pt x="8108" y="6872"/>
                  <a:pt x="8386" y="6872"/>
                </a:cubicBezTo>
                <a:lnTo>
                  <a:pt x="9160" y="6872"/>
                </a:lnTo>
                <a:cubicBezTo>
                  <a:pt x="9453" y="6872"/>
                  <a:pt x="9686" y="6653"/>
                  <a:pt x="9686" y="6360"/>
                </a:cubicBezTo>
                <a:lnTo>
                  <a:pt x="9686" y="5002"/>
                </a:lnTo>
                <a:lnTo>
                  <a:pt x="11045" y="5002"/>
                </a:lnTo>
                <a:cubicBezTo>
                  <a:pt x="11323" y="5002"/>
                  <a:pt x="11556" y="4768"/>
                  <a:pt x="11556" y="4490"/>
                </a:cubicBezTo>
                <a:lnTo>
                  <a:pt x="11556" y="3701"/>
                </a:lnTo>
                <a:cubicBezTo>
                  <a:pt x="11556" y="3424"/>
                  <a:pt x="11323" y="3190"/>
                  <a:pt x="11045" y="3190"/>
                </a:cubicBezTo>
                <a:lnTo>
                  <a:pt x="9686" y="3190"/>
                </a:lnTo>
                <a:lnTo>
                  <a:pt x="9686" y="1831"/>
                </a:lnTo>
                <a:cubicBezTo>
                  <a:pt x="9686" y="1539"/>
                  <a:pt x="9453" y="1305"/>
                  <a:pt x="9160" y="1305"/>
                </a:cubicBezTo>
                <a:close/>
                <a:moveTo>
                  <a:pt x="8748" y="0"/>
                </a:moveTo>
                <a:cubicBezTo>
                  <a:pt x="7853" y="0"/>
                  <a:pt x="6936" y="302"/>
                  <a:pt x="6136" y="984"/>
                </a:cubicBezTo>
                <a:cubicBezTo>
                  <a:pt x="3248" y="3435"/>
                  <a:pt x="4977" y="8157"/>
                  <a:pt x="8763" y="8157"/>
                </a:cubicBezTo>
                <a:cubicBezTo>
                  <a:pt x="8769" y="8157"/>
                  <a:pt x="8775" y="8157"/>
                  <a:pt x="8781" y="8157"/>
                </a:cubicBezTo>
                <a:cubicBezTo>
                  <a:pt x="10300" y="8157"/>
                  <a:pt x="11702" y="7310"/>
                  <a:pt x="12404" y="5951"/>
                </a:cubicBezTo>
                <a:lnTo>
                  <a:pt x="12404" y="5951"/>
                </a:lnTo>
                <a:lnTo>
                  <a:pt x="12389" y="5966"/>
                </a:lnTo>
                <a:cubicBezTo>
                  <a:pt x="12478" y="5768"/>
                  <a:pt x="12320" y="5604"/>
                  <a:pt x="12154" y="5604"/>
                </a:cubicBezTo>
                <a:cubicBezTo>
                  <a:pt x="12074" y="5604"/>
                  <a:pt x="11993" y="5642"/>
                  <a:pt x="11936" y="5732"/>
                </a:cubicBezTo>
                <a:cubicBezTo>
                  <a:pt x="11305" y="6939"/>
                  <a:pt x="10069" y="7651"/>
                  <a:pt x="8776" y="7651"/>
                </a:cubicBezTo>
                <a:cubicBezTo>
                  <a:pt x="8363" y="7651"/>
                  <a:pt x="7945" y="7579"/>
                  <a:pt x="7539" y="7427"/>
                </a:cubicBezTo>
                <a:cubicBezTo>
                  <a:pt x="5844" y="6799"/>
                  <a:pt x="4894" y="5002"/>
                  <a:pt x="5318" y="3263"/>
                </a:cubicBezTo>
                <a:cubicBezTo>
                  <a:pt x="5709" y="1645"/>
                  <a:pt x="7158" y="537"/>
                  <a:pt x="8781" y="537"/>
                </a:cubicBezTo>
                <a:cubicBezTo>
                  <a:pt x="8916" y="537"/>
                  <a:pt x="9052" y="545"/>
                  <a:pt x="9190" y="560"/>
                </a:cubicBezTo>
                <a:cubicBezTo>
                  <a:pt x="10987" y="765"/>
                  <a:pt x="12331" y="2284"/>
                  <a:pt x="12331" y="4081"/>
                </a:cubicBezTo>
                <a:cubicBezTo>
                  <a:pt x="12331" y="4271"/>
                  <a:pt x="12316" y="4461"/>
                  <a:pt x="12287" y="4651"/>
                </a:cubicBezTo>
                <a:cubicBezTo>
                  <a:pt x="12270" y="4839"/>
                  <a:pt x="12410" y="4945"/>
                  <a:pt x="12549" y="4945"/>
                </a:cubicBezTo>
                <a:cubicBezTo>
                  <a:pt x="12658" y="4945"/>
                  <a:pt x="12766" y="4880"/>
                  <a:pt x="12798" y="4739"/>
                </a:cubicBezTo>
                <a:cubicBezTo>
                  <a:pt x="13241" y="2038"/>
                  <a:pt x="11071" y="0"/>
                  <a:pt x="8748" y="0"/>
                </a:cubicBezTo>
                <a:close/>
                <a:moveTo>
                  <a:pt x="16392" y="3424"/>
                </a:moveTo>
                <a:lnTo>
                  <a:pt x="16392" y="3438"/>
                </a:lnTo>
                <a:cubicBezTo>
                  <a:pt x="15808" y="3438"/>
                  <a:pt x="15326" y="3862"/>
                  <a:pt x="15238" y="4432"/>
                </a:cubicBezTo>
                <a:lnTo>
                  <a:pt x="14829" y="7515"/>
                </a:lnTo>
                <a:cubicBezTo>
                  <a:pt x="14814" y="7690"/>
                  <a:pt x="14727" y="7865"/>
                  <a:pt x="14595" y="7997"/>
                </a:cubicBezTo>
                <a:lnTo>
                  <a:pt x="14040" y="8523"/>
                </a:lnTo>
                <a:cubicBezTo>
                  <a:pt x="13996" y="8303"/>
                  <a:pt x="13894" y="8099"/>
                  <a:pt x="13733" y="7953"/>
                </a:cubicBezTo>
                <a:cubicBezTo>
                  <a:pt x="13518" y="7737"/>
                  <a:pt x="13235" y="7631"/>
                  <a:pt x="12951" y="7631"/>
                </a:cubicBezTo>
                <a:cubicBezTo>
                  <a:pt x="12658" y="7631"/>
                  <a:pt x="12364" y="7745"/>
                  <a:pt x="12141" y="7967"/>
                </a:cubicBezTo>
                <a:lnTo>
                  <a:pt x="9774" y="10378"/>
                </a:lnTo>
                <a:cubicBezTo>
                  <a:pt x="9350" y="10802"/>
                  <a:pt x="9131" y="11357"/>
                  <a:pt x="9131" y="11956"/>
                </a:cubicBezTo>
                <a:lnTo>
                  <a:pt x="9131" y="17303"/>
                </a:lnTo>
                <a:cubicBezTo>
                  <a:pt x="9131" y="17478"/>
                  <a:pt x="9259" y="17566"/>
                  <a:pt x="9387" y="17566"/>
                </a:cubicBezTo>
                <a:cubicBezTo>
                  <a:pt x="9515" y="17566"/>
                  <a:pt x="9642" y="17478"/>
                  <a:pt x="9642" y="17303"/>
                </a:cubicBezTo>
                <a:lnTo>
                  <a:pt x="9642" y="11941"/>
                </a:lnTo>
                <a:cubicBezTo>
                  <a:pt x="9642" y="11503"/>
                  <a:pt x="9818" y="11065"/>
                  <a:pt x="10139" y="10743"/>
                </a:cubicBezTo>
                <a:lnTo>
                  <a:pt x="12506" y="8318"/>
                </a:lnTo>
                <a:cubicBezTo>
                  <a:pt x="12630" y="8201"/>
                  <a:pt x="12787" y="8143"/>
                  <a:pt x="12942" y="8143"/>
                </a:cubicBezTo>
                <a:cubicBezTo>
                  <a:pt x="13098" y="8143"/>
                  <a:pt x="13251" y="8201"/>
                  <a:pt x="13368" y="8318"/>
                </a:cubicBezTo>
                <a:cubicBezTo>
                  <a:pt x="13616" y="8566"/>
                  <a:pt x="13616" y="8946"/>
                  <a:pt x="13368" y="9195"/>
                </a:cubicBezTo>
                <a:lnTo>
                  <a:pt x="12214" y="10320"/>
                </a:lnTo>
                <a:cubicBezTo>
                  <a:pt x="12126" y="10422"/>
                  <a:pt x="12126" y="10583"/>
                  <a:pt x="12214" y="10685"/>
                </a:cubicBezTo>
                <a:cubicBezTo>
                  <a:pt x="12265" y="10736"/>
                  <a:pt x="12334" y="10762"/>
                  <a:pt x="12402" y="10762"/>
                </a:cubicBezTo>
                <a:cubicBezTo>
                  <a:pt x="12469" y="10762"/>
                  <a:pt x="12535" y="10736"/>
                  <a:pt x="12579" y="10685"/>
                </a:cubicBezTo>
                <a:lnTo>
                  <a:pt x="13733" y="9560"/>
                </a:lnTo>
                <a:lnTo>
                  <a:pt x="14960" y="8362"/>
                </a:lnTo>
                <a:cubicBezTo>
                  <a:pt x="15165" y="8157"/>
                  <a:pt x="15311" y="7880"/>
                  <a:pt x="15340" y="7588"/>
                </a:cubicBezTo>
                <a:lnTo>
                  <a:pt x="15749" y="4505"/>
                </a:lnTo>
                <a:cubicBezTo>
                  <a:pt x="15805" y="4138"/>
                  <a:pt x="16094" y="3961"/>
                  <a:pt x="16383" y="3961"/>
                </a:cubicBezTo>
                <a:cubicBezTo>
                  <a:pt x="16705" y="3961"/>
                  <a:pt x="17027" y="4178"/>
                  <a:pt x="17035" y="4593"/>
                </a:cubicBezTo>
                <a:lnTo>
                  <a:pt x="17035" y="9005"/>
                </a:lnTo>
                <a:cubicBezTo>
                  <a:pt x="17035" y="9297"/>
                  <a:pt x="16918" y="9589"/>
                  <a:pt x="16728" y="9823"/>
                </a:cubicBezTo>
                <a:lnTo>
                  <a:pt x="13266" y="13928"/>
                </a:lnTo>
                <a:cubicBezTo>
                  <a:pt x="13047" y="14177"/>
                  <a:pt x="12930" y="14483"/>
                  <a:pt x="12930" y="14819"/>
                </a:cubicBezTo>
                <a:lnTo>
                  <a:pt x="12930" y="17303"/>
                </a:lnTo>
                <a:cubicBezTo>
                  <a:pt x="12930" y="17471"/>
                  <a:pt x="13057" y="17555"/>
                  <a:pt x="13185" y="17555"/>
                </a:cubicBezTo>
                <a:cubicBezTo>
                  <a:pt x="13313" y="17555"/>
                  <a:pt x="13441" y="17471"/>
                  <a:pt x="13441" y="17303"/>
                </a:cubicBezTo>
                <a:lnTo>
                  <a:pt x="13441" y="14819"/>
                </a:lnTo>
                <a:cubicBezTo>
                  <a:pt x="13441" y="14615"/>
                  <a:pt x="13514" y="14410"/>
                  <a:pt x="13646" y="14250"/>
                </a:cubicBezTo>
                <a:lnTo>
                  <a:pt x="17123" y="10159"/>
                </a:lnTo>
                <a:cubicBezTo>
                  <a:pt x="17400" y="9837"/>
                  <a:pt x="17546" y="9414"/>
                  <a:pt x="17546" y="9005"/>
                </a:cubicBezTo>
                <a:lnTo>
                  <a:pt x="17546" y="4593"/>
                </a:lnTo>
                <a:cubicBezTo>
                  <a:pt x="17546" y="3950"/>
                  <a:pt x="17020" y="3438"/>
                  <a:pt x="16392" y="3424"/>
                </a:cubicBezTo>
                <a:close/>
                <a:moveTo>
                  <a:pt x="1167" y="3436"/>
                </a:moveTo>
                <a:cubicBezTo>
                  <a:pt x="588" y="3436"/>
                  <a:pt x="8" y="3833"/>
                  <a:pt x="0" y="4593"/>
                </a:cubicBezTo>
                <a:lnTo>
                  <a:pt x="0" y="9005"/>
                </a:lnTo>
                <a:cubicBezTo>
                  <a:pt x="0" y="9414"/>
                  <a:pt x="161" y="9823"/>
                  <a:pt x="424" y="10159"/>
                </a:cubicBezTo>
                <a:lnTo>
                  <a:pt x="1885" y="11868"/>
                </a:lnTo>
                <a:cubicBezTo>
                  <a:pt x="1942" y="11940"/>
                  <a:pt x="2011" y="11970"/>
                  <a:pt x="2079" y="11970"/>
                </a:cubicBezTo>
                <a:cubicBezTo>
                  <a:pt x="2272" y="11970"/>
                  <a:pt x="2449" y="11727"/>
                  <a:pt x="2265" y="11532"/>
                </a:cubicBezTo>
                <a:lnTo>
                  <a:pt x="818" y="9823"/>
                </a:lnTo>
                <a:cubicBezTo>
                  <a:pt x="628" y="9589"/>
                  <a:pt x="511" y="9297"/>
                  <a:pt x="511" y="9005"/>
                </a:cubicBezTo>
                <a:lnTo>
                  <a:pt x="511" y="4593"/>
                </a:lnTo>
                <a:cubicBezTo>
                  <a:pt x="504" y="4156"/>
                  <a:pt x="833" y="3928"/>
                  <a:pt x="1162" y="3928"/>
                </a:cubicBezTo>
                <a:cubicBezTo>
                  <a:pt x="1459" y="3928"/>
                  <a:pt x="1755" y="4116"/>
                  <a:pt x="1797" y="4505"/>
                </a:cubicBezTo>
                <a:lnTo>
                  <a:pt x="2206" y="7573"/>
                </a:lnTo>
                <a:cubicBezTo>
                  <a:pt x="2250" y="7880"/>
                  <a:pt x="2381" y="8143"/>
                  <a:pt x="2601" y="8362"/>
                </a:cubicBezTo>
                <a:lnTo>
                  <a:pt x="3813" y="9545"/>
                </a:lnTo>
                <a:lnTo>
                  <a:pt x="4967" y="10670"/>
                </a:lnTo>
                <a:cubicBezTo>
                  <a:pt x="5026" y="10729"/>
                  <a:pt x="5091" y="10753"/>
                  <a:pt x="5153" y="10753"/>
                </a:cubicBezTo>
                <a:cubicBezTo>
                  <a:pt x="5354" y="10753"/>
                  <a:pt x="5523" y="10495"/>
                  <a:pt x="5333" y="10305"/>
                </a:cubicBezTo>
                <a:lnTo>
                  <a:pt x="4178" y="9180"/>
                </a:lnTo>
                <a:cubicBezTo>
                  <a:pt x="4062" y="9063"/>
                  <a:pt x="3989" y="8902"/>
                  <a:pt x="3989" y="8742"/>
                </a:cubicBezTo>
                <a:cubicBezTo>
                  <a:pt x="3989" y="8581"/>
                  <a:pt x="4062" y="8420"/>
                  <a:pt x="4178" y="8303"/>
                </a:cubicBezTo>
                <a:cubicBezTo>
                  <a:pt x="4295" y="8187"/>
                  <a:pt x="4449" y="8128"/>
                  <a:pt x="4604" y="8128"/>
                </a:cubicBezTo>
                <a:cubicBezTo>
                  <a:pt x="4759" y="8128"/>
                  <a:pt x="4916" y="8187"/>
                  <a:pt x="5040" y="8303"/>
                </a:cubicBezTo>
                <a:lnTo>
                  <a:pt x="7407" y="10729"/>
                </a:lnTo>
                <a:cubicBezTo>
                  <a:pt x="7729" y="11050"/>
                  <a:pt x="7904" y="11488"/>
                  <a:pt x="7904" y="11941"/>
                </a:cubicBezTo>
                <a:lnTo>
                  <a:pt x="7904" y="17288"/>
                </a:lnTo>
                <a:cubicBezTo>
                  <a:pt x="7889" y="17478"/>
                  <a:pt x="8024" y="17573"/>
                  <a:pt x="8160" y="17573"/>
                </a:cubicBezTo>
                <a:cubicBezTo>
                  <a:pt x="8295" y="17573"/>
                  <a:pt x="8430" y="17478"/>
                  <a:pt x="8415" y="17288"/>
                </a:cubicBezTo>
                <a:lnTo>
                  <a:pt x="8415" y="11941"/>
                </a:lnTo>
                <a:cubicBezTo>
                  <a:pt x="8415" y="11357"/>
                  <a:pt x="8196" y="10802"/>
                  <a:pt x="7772" y="10378"/>
                </a:cubicBezTo>
                <a:lnTo>
                  <a:pt x="5406" y="7967"/>
                </a:lnTo>
                <a:cubicBezTo>
                  <a:pt x="5185" y="7739"/>
                  <a:pt x="4893" y="7626"/>
                  <a:pt x="4602" y="7626"/>
                </a:cubicBezTo>
                <a:cubicBezTo>
                  <a:pt x="4316" y="7626"/>
                  <a:pt x="4031" y="7736"/>
                  <a:pt x="3813" y="7953"/>
                </a:cubicBezTo>
                <a:cubicBezTo>
                  <a:pt x="3653" y="8099"/>
                  <a:pt x="3536" y="8303"/>
                  <a:pt x="3492" y="8523"/>
                </a:cubicBezTo>
                <a:lnTo>
                  <a:pt x="2951" y="7997"/>
                </a:lnTo>
                <a:cubicBezTo>
                  <a:pt x="2820" y="7865"/>
                  <a:pt x="2732" y="7690"/>
                  <a:pt x="2703" y="7515"/>
                </a:cubicBezTo>
                <a:lnTo>
                  <a:pt x="2308" y="4432"/>
                </a:lnTo>
                <a:cubicBezTo>
                  <a:pt x="2211" y="3759"/>
                  <a:pt x="1690" y="3436"/>
                  <a:pt x="1167" y="3436"/>
                </a:cubicBezTo>
                <a:close/>
                <a:moveTo>
                  <a:pt x="2864" y="12372"/>
                </a:moveTo>
                <a:cubicBezTo>
                  <a:pt x="2673" y="12372"/>
                  <a:pt x="2500" y="12608"/>
                  <a:pt x="2674" y="12803"/>
                </a:cubicBezTo>
                <a:lnTo>
                  <a:pt x="3901" y="14264"/>
                </a:lnTo>
                <a:cubicBezTo>
                  <a:pt x="4032" y="14410"/>
                  <a:pt x="4105" y="14615"/>
                  <a:pt x="4105" y="14819"/>
                </a:cubicBezTo>
                <a:lnTo>
                  <a:pt x="4105" y="17303"/>
                </a:lnTo>
                <a:cubicBezTo>
                  <a:pt x="4091" y="17493"/>
                  <a:pt x="4230" y="17588"/>
                  <a:pt x="4368" y="17588"/>
                </a:cubicBezTo>
                <a:cubicBezTo>
                  <a:pt x="4507" y="17588"/>
                  <a:pt x="4646" y="17493"/>
                  <a:pt x="4631" y="17303"/>
                </a:cubicBezTo>
                <a:lnTo>
                  <a:pt x="4631" y="14819"/>
                </a:lnTo>
                <a:cubicBezTo>
                  <a:pt x="4617" y="14498"/>
                  <a:pt x="4515" y="14177"/>
                  <a:pt x="4295" y="13928"/>
                </a:cubicBezTo>
                <a:lnTo>
                  <a:pt x="3054" y="12467"/>
                </a:lnTo>
                <a:cubicBezTo>
                  <a:pt x="2997" y="12400"/>
                  <a:pt x="2930" y="12372"/>
                  <a:pt x="2864" y="123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15"/>
          <p:cNvSpPr/>
          <p:nvPr/>
        </p:nvSpPr>
        <p:spPr>
          <a:xfrm>
            <a:off x="4775559" y="2004480"/>
            <a:ext cx="264716" cy="396092"/>
          </a:xfrm>
          <a:custGeom>
            <a:rect b="b" l="l" r="r" t="t"/>
            <a:pathLst>
              <a:path extrusionOk="0" h="17532" w="11717">
                <a:moveTo>
                  <a:pt x="2620" y="1533"/>
                </a:moveTo>
                <a:cubicBezTo>
                  <a:pt x="2309" y="1533"/>
                  <a:pt x="2045" y="1805"/>
                  <a:pt x="2045" y="2133"/>
                </a:cubicBezTo>
                <a:lnTo>
                  <a:pt x="2045" y="2747"/>
                </a:lnTo>
                <a:cubicBezTo>
                  <a:pt x="2045" y="3068"/>
                  <a:pt x="2323" y="3346"/>
                  <a:pt x="2644" y="3346"/>
                </a:cubicBezTo>
                <a:lnTo>
                  <a:pt x="4003" y="3346"/>
                </a:lnTo>
                <a:cubicBezTo>
                  <a:pt x="4012" y="3346"/>
                  <a:pt x="4021" y="3347"/>
                  <a:pt x="4030" y="3347"/>
                </a:cubicBezTo>
                <a:cubicBezTo>
                  <a:pt x="4374" y="3347"/>
                  <a:pt x="4374" y="2819"/>
                  <a:pt x="4030" y="2819"/>
                </a:cubicBezTo>
                <a:cubicBezTo>
                  <a:pt x="4021" y="2819"/>
                  <a:pt x="4012" y="2819"/>
                  <a:pt x="4003" y="2820"/>
                </a:cubicBezTo>
                <a:lnTo>
                  <a:pt x="2644" y="2820"/>
                </a:lnTo>
                <a:cubicBezTo>
                  <a:pt x="2639" y="2822"/>
                  <a:pt x="2633" y="2823"/>
                  <a:pt x="2627" y="2823"/>
                </a:cubicBezTo>
                <a:cubicBezTo>
                  <a:pt x="2590" y="2823"/>
                  <a:pt x="2557" y="2785"/>
                  <a:pt x="2557" y="2747"/>
                </a:cubicBezTo>
                <a:lnTo>
                  <a:pt x="2557" y="2118"/>
                </a:lnTo>
                <a:cubicBezTo>
                  <a:pt x="2557" y="2075"/>
                  <a:pt x="2601" y="2031"/>
                  <a:pt x="2644" y="2031"/>
                </a:cubicBezTo>
                <a:lnTo>
                  <a:pt x="9043" y="2031"/>
                </a:lnTo>
                <a:cubicBezTo>
                  <a:pt x="9102" y="2031"/>
                  <a:pt x="9131" y="2075"/>
                  <a:pt x="9131" y="2118"/>
                </a:cubicBezTo>
                <a:lnTo>
                  <a:pt x="9131" y="2747"/>
                </a:lnTo>
                <a:cubicBezTo>
                  <a:pt x="9131" y="2790"/>
                  <a:pt x="9102" y="2820"/>
                  <a:pt x="9043" y="2820"/>
                </a:cubicBezTo>
                <a:lnTo>
                  <a:pt x="9058" y="2834"/>
                </a:lnTo>
                <a:lnTo>
                  <a:pt x="5201" y="2834"/>
                </a:lnTo>
                <a:cubicBezTo>
                  <a:pt x="5188" y="2833"/>
                  <a:pt x="5175" y="2832"/>
                  <a:pt x="5163" y="2832"/>
                </a:cubicBezTo>
                <a:cubicBezTo>
                  <a:pt x="4845" y="2832"/>
                  <a:pt x="4849" y="3347"/>
                  <a:pt x="5175" y="3347"/>
                </a:cubicBezTo>
                <a:cubicBezTo>
                  <a:pt x="5183" y="3347"/>
                  <a:pt x="5192" y="3346"/>
                  <a:pt x="5201" y="3346"/>
                </a:cubicBezTo>
                <a:lnTo>
                  <a:pt x="9058" y="3346"/>
                </a:lnTo>
                <a:cubicBezTo>
                  <a:pt x="9394" y="3346"/>
                  <a:pt x="9657" y="3068"/>
                  <a:pt x="9657" y="2747"/>
                </a:cubicBezTo>
                <a:lnTo>
                  <a:pt x="9657" y="2133"/>
                </a:lnTo>
                <a:cubicBezTo>
                  <a:pt x="9657" y="1797"/>
                  <a:pt x="9394" y="1534"/>
                  <a:pt x="9058" y="1534"/>
                </a:cubicBezTo>
                <a:lnTo>
                  <a:pt x="2644" y="1534"/>
                </a:lnTo>
                <a:cubicBezTo>
                  <a:pt x="2636" y="1534"/>
                  <a:pt x="2628" y="1533"/>
                  <a:pt x="2620" y="1533"/>
                </a:cubicBezTo>
                <a:close/>
                <a:moveTo>
                  <a:pt x="5479" y="4821"/>
                </a:moveTo>
                <a:cubicBezTo>
                  <a:pt x="6048" y="4821"/>
                  <a:pt x="6048" y="5698"/>
                  <a:pt x="5479" y="5698"/>
                </a:cubicBezTo>
                <a:lnTo>
                  <a:pt x="5026" y="5698"/>
                </a:lnTo>
                <a:lnTo>
                  <a:pt x="5026" y="4821"/>
                </a:lnTo>
                <a:close/>
                <a:moveTo>
                  <a:pt x="4763" y="4310"/>
                </a:moveTo>
                <a:cubicBezTo>
                  <a:pt x="4617" y="4310"/>
                  <a:pt x="4500" y="4427"/>
                  <a:pt x="4500" y="4558"/>
                </a:cubicBezTo>
                <a:lnTo>
                  <a:pt x="4500" y="7188"/>
                </a:lnTo>
                <a:cubicBezTo>
                  <a:pt x="4485" y="7371"/>
                  <a:pt x="4624" y="7462"/>
                  <a:pt x="4761" y="7462"/>
                </a:cubicBezTo>
                <a:cubicBezTo>
                  <a:pt x="4898" y="7462"/>
                  <a:pt x="5033" y="7371"/>
                  <a:pt x="5011" y="7188"/>
                </a:cubicBezTo>
                <a:lnTo>
                  <a:pt x="5011" y="6472"/>
                </a:lnTo>
                <a:lnTo>
                  <a:pt x="5771" y="7056"/>
                </a:lnTo>
                <a:lnTo>
                  <a:pt x="5347" y="7422"/>
                </a:lnTo>
                <a:cubicBezTo>
                  <a:pt x="5230" y="7524"/>
                  <a:pt x="5230" y="7685"/>
                  <a:pt x="5318" y="7787"/>
                </a:cubicBezTo>
                <a:lnTo>
                  <a:pt x="5333" y="7787"/>
                </a:lnTo>
                <a:cubicBezTo>
                  <a:pt x="5380" y="7842"/>
                  <a:pt x="5452" y="7871"/>
                  <a:pt x="5524" y="7871"/>
                </a:cubicBezTo>
                <a:cubicBezTo>
                  <a:pt x="5587" y="7871"/>
                  <a:pt x="5650" y="7849"/>
                  <a:pt x="5698" y="7802"/>
                </a:cubicBezTo>
                <a:lnTo>
                  <a:pt x="6195" y="7363"/>
                </a:lnTo>
                <a:lnTo>
                  <a:pt x="6794" y="7816"/>
                </a:lnTo>
                <a:cubicBezTo>
                  <a:pt x="6844" y="7855"/>
                  <a:pt x="6896" y="7872"/>
                  <a:pt x="6946" y="7872"/>
                </a:cubicBezTo>
                <a:cubicBezTo>
                  <a:pt x="7157" y="7872"/>
                  <a:pt x="7325" y="7573"/>
                  <a:pt x="7100" y="7407"/>
                </a:cubicBezTo>
                <a:lnTo>
                  <a:pt x="6574" y="7013"/>
                </a:lnTo>
                <a:lnTo>
                  <a:pt x="6998" y="6647"/>
                </a:lnTo>
                <a:cubicBezTo>
                  <a:pt x="7202" y="6466"/>
                  <a:pt x="7037" y="6188"/>
                  <a:pt x="6837" y="6188"/>
                </a:cubicBezTo>
                <a:cubicBezTo>
                  <a:pt x="6779" y="6188"/>
                  <a:pt x="6718" y="6212"/>
                  <a:pt x="6662" y="6268"/>
                </a:cubicBezTo>
                <a:lnTo>
                  <a:pt x="6165" y="6706"/>
                </a:lnTo>
                <a:lnTo>
                  <a:pt x="5522" y="6209"/>
                </a:lnTo>
                <a:cubicBezTo>
                  <a:pt x="6034" y="6180"/>
                  <a:pt x="6428" y="5742"/>
                  <a:pt x="6414" y="5230"/>
                </a:cubicBezTo>
                <a:cubicBezTo>
                  <a:pt x="6399" y="4719"/>
                  <a:pt x="5975" y="4310"/>
                  <a:pt x="5464" y="4310"/>
                </a:cubicBezTo>
                <a:close/>
                <a:moveTo>
                  <a:pt x="5831" y="9057"/>
                </a:moveTo>
                <a:cubicBezTo>
                  <a:pt x="5488" y="9057"/>
                  <a:pt x="5488" y="9570"/>
                  <a:pt x="5831" y="9570"/>
                </a:cubicBezTo>
                <a:cubicBezTo>
                  <a:pt x="5840" y="9570"/>
                  <a:pt x="5849" y="9570"/>
                  <a:pt x="5859" y="9569"/>
                </a:cubicBezTo>
                <a:lnTo>
                  <a:pt x="9920" y="9569"/>
                </a:lnTo>
                <a:cubicBezTo>
                  <a:pt x="9929" y="9570"/>
                  <a:pt x="9938" y="9570"/>
                  <a:pt x="9947" y="9570"/>
                </a:cubicBezTo>
                <a:cubicBezTo>
                  <a:pt x="10276" y="9570"/>
                  <a:pt x="10276" y="9057"/>
                  <a:pt x="9947" y="9057"/>
                </a:cubicBezTo>
                <a:cubicBezTo>
                  <a:pt x="9938" y="9057"/>
                  <a:pt x="9929" y="9057"/>
                  <a:pt x="9920" y="9058"/>
                </a:cubicBezTo>
                <a:lnTo>
                  <a:pt x="5859" y="9058"/>
                </a:lnTo>
                <a:cubicBezTo>
                  <a:pt x="5849" y="9057"/>
                  <a:pt x="5840" y="9057"/>
                  <a:pt x="5831" y="9057"/>
                </a:cubicBezTo>
                <a:close/>
                <a:moveTo>
                  <a:pt x="3719" y="9573"/>
                </a:moveTo>
                <a:cubicBezTo>
                  <a:pt x="3796" y="9573"/>
                  <a:pt x="3872" y="9586"/>
                  <a:pt x="3945" y="9613"/>
                </a:cubicBezTo>
                <a:lnTo>
                  <a:pt x="3112" y="10446"/>
                </a:lnTo>
                <a:cubicBezTo>
                  <a:pt x="3083" y="10373"/>
                  <a:pt x="3068" y="10285"/>
                  <a:pt x="3068" y="10212"/>
                </a:cubicBezTo>
                <a:lnTo>
                  <a:pt x="3083" y="10212"/>
                </a:lnTo>
                <a:cubicBezTo>
                  <a:pt x="3068" y="10037"/>
                  <a:pt x="3141" y="9876"/>
                  <a:pt x="3258" y="9759"/>
                </a:cubicBezTo>
                <a:cubicBezTo>
                  <a:pt x="3379" y="9638"/>
                  <a:pt x="3549" y="9573"/>
                  <a:pt x="3719" y="9573"/>
                </a:cubicBezTo>
                <a:close/>
                <a:moveTo>
                  <a:pt x="5832" y="10080"/>
                </a:moveTo>
                <a:cubicBezTo>
                  <a:pt x="5506" y="10080"/>
                  <a:pt x="5502" y="10594"/>
                  <a:pt x="5820" y="10594"/>
                </a:cubicBezTo>
                <a:cubicBezTo>
                  <a:pt x="5833" y="10594"/>
                  <a:pt x="5845" y="10594"/>
                  <a:pt x="5859" y="10592"/>
                </a:cubicBezTo>
                <a:lnTo>
                  <a:pt x="8897" y="10592"/>
                </a:lnTo>
                <a:cubicBezTo>
                  <a:pt x="8911" y="10594"/>
                  <a:pt x="8923" y="10594"/>
                  <a:pt x="8936" y="10594"/>
                </a:cubicBezTo>
                <a:cubicBezTo>
                  <a:pt x="9254" y="10594"/>
                  <a:pt x="9250" y="10080"/>
                  <a:pt x="8923" y="10080"/>
                </a:cubicBezTo>
                <a:cubicBezTo>
                  <a:pt x="8915" y="10080"/>
                  <a:pt x="8906" y="10080"/>
                  <a:pt x="8897" y="10081"/>
                </a:cubicBezTo>
                <a:lnTo>
                  <a:pt x="5859" y="10081"/>
                </a:lnTo>
                <a:cubicBezTo>
                  <a:pt x="5850" y="10080"/>
                  <a:pt x="5841" y="10080"/>
                  <a:pt x="5832" y="10080"/>
                </a:cubicBezTo>
                <a:close/>
                <a:moveTo>
                  <a:pt x="4325" y="9978"/>
                </a:moveTo>
                <a:cubicBezTo>
                  <a:pt x="4339" y="10051"/>
                  <a:pt x="4354" y="10124"/>
                  <a:pt x="4368" y="10198"/>
                </a:cubicBezTo>
                <a:cubicBezTo>
                  <a:pt x="4368" y="10373"/>
                  <a:pt x="4295" y="10534"/>
                  <a:pt x="4178" y="10650"/>
                </a:cubicBezTo>
                <a:lnTo>
                  <a:pt x="4178" y="10665"/>
                </a:lnTo>
                <a:cubicBezTo>
                  <a:pt x="4047" y="10782"/>
                  <a:pt x="3886" y="10840"/>
                  <a:pt x="3726" y="10840"/>
                </a:cubicBezTo>
                <a:cubicBezTo>
                  <a:pt x="3638" y="10840"/>
                  <a:pt x="3565" y="10826"/>
                  <a:pt x="3492" y="10797"/>
                </a:cubicBezTo>
                <a:lnTo>
                  <a:pt x="4325" y="9978"/>
                </a:lnTo>
                <a:close/>
                <a:moveTo>
                  <a:pt x="3726" y="9054"/>
                </a:moveTo>
                <a:cubicBezTo>
                  <a:pt x="3430" y="9054"/>
                  <a:pt x="3134" y="9168"/>
                  <a:pt x="2907" y="9394"/>
                </a:cubicBezTo>
                <a:cubicBezTo>
                  <a:pt x="2454" y="9847"/>
                  <a:pt x="2454" y="10577"/>
                  <a:pt x="2907" y="11030"/>
                </a:cubicBezTo>
                <a:cubicBezTo>
                  <a:pt x="3161" y="11280"/>
                  <a:pt x="3442" y="11385"/>
                  <a:pt x="3711" y="11385"/>
                </a:cubicBezTo>
                <a:cubicBezTo>
                  <a:pt x="4608" y="11385"/>
                  <a:pt x="5375" y="10225"/>
                  <a:pt x="4544" y="9394"/>
                </a:cubicBezTo>
                <a:cubicBezTo>
                  <a:pt x="4317" y="9168"/>
                  <a:pt x="4021" y="9054"/>
                  <a:pt x="3726" y="9054"/>
                </a:cubicBezTo>
                <a:close/>
                <a:moveTo>
                  <a:pt x="5859" y="12141"/>
                </a:moveTo>
                <a:cubicBezTo>
                  <a:pt x="5508" y="12141"/>
                  <a:pt x="5508" y="12652"/>
                  <a:pt x="5859" y="12652"/>
                </a:cubicBezTo>
                <a:lnTo>
                  <a:pt x="9920" y="12652"/>
                </a:lnTo>
                <a:cubicBezTo>
                  <a:pt x="10051" y="12652"/>
                  <a:pt x="10168" y="12535"/>
                  <a:pt x="10168" y="12404"/>
                </a:cubicBezTo>
                <a:lnTo>
                  <a:pt x="10183" y="12404"/>
                </a:lnTo>
                <a:cubicBezTo>
                  <a:pt x="10183" y="12258"/>
                  <a:pt x="10066" y="12141"/>
                  <a:pt x="9920" y="12141"/>
                </a:cubicBezTo>
                <a:close/>
                <a:moveTo>
                  <a:pt x="3734" y="12656"/>
                </a:moveTo>
                <a:cubicBezTo>
                  <a:pt x="3810" y="12656"/>
                  <a:pt x="3887" y="12669"/>
                  <a:pt x="3959" y="12696"/>
                </a:cubicBezTo>
                <a:lnTo>
                  <a:pt x="3127" y="13514"/>
                </a:lnTo>
                <a:cubicBezTo>
                  <a:pt x="3097" y="13441"/>
                  <a:pt x="3083" y="13368"/>
                  <a:pt x="3083" y="13280"/>
                </a:cubicBezTo>
                <a:lnTo>
                  <a:pt x="3083" y="13280"/>
                </a:lnTo>
                <a:lnTo>
                  <a:pt x="3097" y="13295"/>
                </a:lnTo>
                <a:cubicBezTo>
                  <a:pt x="3083" y="13119"/>
                  <a:pt x="3156" y="12959"/>
                  <a:pt x="3273" y="12842"/>
                </a:cubicBezTo>
                <a:cubicBezTo>
                  <a:pt x="3394" y="12721"/>
                  <a:pt x="3563" y="12656"/>
                  <a:pt x="3734" y="12656"/>
                </a:cubicBezTo>
                <a:close/>
                <a:moveTo>
                  <a:pt x="5832" y="13162"/>
                </a:moveTo>
                <a:cubicBezTo>
                  <a:pt x="5506" y="13162"/>
                  <a:pt x="5502" y="13677"/>
                  <a:pt x="5820" y="13677"/>
                </a:cubicBezTo>
                <a:cubicBezTo>
                  <a:pt x="5833" y="13677"/>
                  <a:pt x="5845" y="13676"/>
                  <a:pt x="5859" y="13675"/>
                </a:cubicBezTo>
                <a:lnTo>
                  <a:pt x="8897" y="13675"/>
                </a:lnTo>
                <a:cubicBezTo>
                  <a:pt x="8911" y="13676"/>
                  <a:pt x="8923" y="13677"/>
                  <a:pt x="8936" y="13677"/>
                </a:cubicBezTo>
                <a:cubicBezTo>
                  <a:pt x="9254" y="13677"/>
                  <a:pt x="9250" y="13162"/>
                  <a:pt x="8923" y="13162"/>
                </a:cubicBezTo>
                <a:cubicBezTo>
                  <a:pt x="8915" y="13162"/>
                  <a:pt x="8906" y="13163"/>
                  <a:pt x="8897" y="13163"/>
                </a:cubicBezTo>
                <a:lnTo>
                  <a:pt x="5859" y="13163"/>
                </a:lnTo>
                <a:cubicBezTo>
                  <a:pt x="5850" y="13163"/>
                  <a:pt x="5841" y="13162"/>
                  <a:pt x="5832" y="13162"/>
                </a:cubicBezTo>
                <a:close/>
                <a:moveTo>
                  <a:pt x="4325" y="13061"/>
                </a:moveTo>
                <a:cubicBezTo>
                  <a:pt x="4354" y="13134"/>
                  <a:pt x="4368" y="13207"/>
                  <a:pt x="4368" y="13280"/>
                </a:cubicBezTo>
                <a:cubicBezTo>
                  <a:pt x="4368" y="13455"/>
                  <a:pt x="4310" y="13616"/>
                  <a:pt x="4193" y="13733"/>
                </a:cubicBezTo>
                <a:lnTo>
                  <a:pt x="4193" y="13748"/>
                </a:lnTo>
                <a:cubicBezTo>
                  <a:pt x="4062" y="13865"/>
                  <a:pt x="3901" y="13923"/>
                  <a:pt x="3740" y="13923"/>
                </a:cubicBezTo>
                <a:cubicBezTo>
                  <a:pt x="3652" y="13923"/>
                  <a:pt x="3579" y="13908"/>
                  <a:pt x="3506" y="13879"/>
                </a:cubicBezTo>
                <a:lnTo>
                  <a:pt x="4325" y="13061"/>
                </a:lnTo>
                <a:close/>
                <a:moveTo>
                  <a:pt x="3720" y="12133"/>
                </a:moveTo>
                <a:cubicBezTo>
                  <a:pt x="3435" y="12133"/>
                  <a:pt x="3144" y="12240"/>
                  <a:pt x="2907" y="12477"/>
                </a:cubicBezTo>
                <a:cubicBezTo>
                  <a:pt x="2454" y="12930"/>
                  <a:pt x="2454" y="13660"/>
                  <a:pt x="2907" y="14098"/>
                </a:cubicBezTo>
                <a:cubicBezTo>
                  <a:pt x="3145" y="14336"/>
                  <a:pt x="3437" y="14442"/>
                  <a:pt x="3722" y="14442"/>
                </a:cubicBezTo>
                <a:cubicBezTo>
                  <a:pt x="4314" y="14442"/>
                  <a:pt x="4880" y="13985"/>
                  <a:pt x="4880" y="13295"/>
                </a:cubicBezTo>
                <a:cubicBezTo>
                  <a:pt x="4880" y="12594"/>
                  <a:pt x="4313" y="12133"/>
                  <a:pt x="3720" y="12133"/>
                </a:cubicBezTo>
                <a:close/>
                <a:moveTo>
                  <a:pt x="10840" y="14887"/>
                </a:moveTo>
                <a:lnTo>
                  <a:pt x="9087" y="16655"/>
                </a:lnTo>
                <a:lnTo>
                  <a:pt x="9087" y="14975"/>
                </a:lnTo>
                <a:cubicBezTo>
                  <a:pt x="9087" y="14931"/>
                  <a:pt x="9116" y="14887"/>
                  <a:pt x="9160" y="14887"/>
                </a:cubicBezTo>
                <a:close/>
                <a:moveTo>
                  <a:pt x="1286" y="0"/>
                </a:moveTo>
                <a:cubicBezTo>
                  <a:pt x="570" y="0"/>
                  <a:pt x="0" y="570"/>
                  <a:pt x="0" y="1286"/>
                </a:cubicBezTo>
                <a:lnTo>
                  <a:pt x="0" y="16261"/>
                </a:lnTo>
                <a:cubicBezTo>
                  <a:pt x="0" y="16962"/>
                  <a:pt x="570" y="17532"/>
                  <a:pt x="1286" y="17532"/>
                </a:cubicBezTo>
                <a:lnTo>
                  <a:pt x="8824" y="17532"/>
                </a:lnTo>
                <a:cubicBezTo>
                  <a:pt x="8883" y="17532"/>
                  <a:pt x="8956" y="17502"/>
                  <a:pt x="9000" y="17459"/>
                </a:cubicBezTo>
                <a:lnTo>
                  <a:pt x="11644" y="14814"/>
                </a:lnTo>
                <a:cubicBezTo>
                  <a:pt x="11688" y="14770"/>
                  <a:pt x="11717" y="14697"/>
                  <a:pt x="11717" y="14639"/>
                </a:cubicBezTo>
                <a:lnTo>
                  <a:pt x="11717" y="12258"/>
                </a:lnTo>
                <a:cubicBezTo>
                  <a:pt x="11717" y="12089"/>
                  <a:pt x="11585" y="12005"/>
                  <a:pt x="11456" y="12005"/>
                </a:cubicBezTo>
                <a:cubicBezTo>
                  <a:pt x="11326" y="12005"/>
                  <a:pt x="11198" y="12089"/>
                  <a:pt x="11206" y="12258"/>
                </a:cubicBezTo>
                <a:lnTo>
                  <a:pt x="11206" y="14376"/>
                </a:lnTo>
                <a:lnTo>
                  <a:pt x="9160" y="14376"/>
                </a:lnTo>
                <a:cubicBezTo>
                  <a:pt x="8824" y="14376"/>
                  <a:pt x="8561" y="14639"/>
                  <a:pt x="8561" y="14975"/>
                </a:cubicBezTo>
                <a:lnTo>
                  <a:pt x="8561" y="17006"/>
                </a:lnTo>
                <a:lnTo>
                  <a:pt x="1286" y="17006"/>
                </a:lnTo>
                <a:cubicBezTo>
                  <a:pt x="847" y="17006"/>
                  <a:pt x="511" y="16655"/>
                  <a:pt x="511" y="16231"/>
                </a:cubicBezTo>
                <a:lnTo>
                  <a:pt x="511" y="1286"/>
                </a:lnTo>
                <a:cubicBezTo>
                  <a:pt x="511" y="847"/>
                  <a:pt x="847" y="511"/>
                  <a:pt x="1286" y="511"/>
                </a:cubicBezTo>
                <a:lnTo>
                  <a:pt x="10431" y="511"/>
                </a:lnTo>
                <a:cubicBezTo>
                  <a:pt x="10855" y="511"/>
                  <a:pt x="11191" y="847"/>
                  <a:pt x="11191" y="1286"/>
                </a:cubicBezTo>
                <a:lnTo>
                  <a:pt x="11191" y="11074"/>
                </a:lnTo>
                <a:cubicBezTo>
                  <a:pt x="11191" y="11220"/>
                  <a:pt x="11308" y="11337"/>
                  <a:pt x="11454" y="11337"/>
                </a:cubicBezTo>
                <a:lnTo>
                  <a:pt x="11454" y="11322"/>
                </a:lnTo>
                <a:cubicBezTo>
                  <a:pt x="11600" y="11322"/>
                  <a:pt x="11717" y="11206"/>
                  <a:pt x="11717" y="11074"/>
                </a:cubicBezTo>
                <a:lnTo>
                  <a:pt x="11717" y="1286"/>
                </a:lnTo>
                <a:cubicBezTo>
                  <a:pt x="11717" y="570"/>
                  <a:pt x="11133" y="0"/>
                  <a:pt x="104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15"/>
          <p:cNvSpPr/>
          <p:nvPr/>
        </p:nvSpPr>
        <p:spPr>
          <a:xfrm>
            <a:off x="4091624" y="3958811"/>
            <a:ext cx="284869" cy="396137"/>
          </a:xfrm>
          <a:custGeom>
            <a:rect b="b" l="l" r="r" t="t"/>
            <a:pathLst>
              <a:path extrusionOk="0" h="17534" w="12609">
                <a:moveTo>
                  <a:pt x="7935" y="525"/>
                </a:moveTo>
                <a:cubicBezTo>
                  <a:pt x="8450" y="525"/>
                  <a:pt x="8967" y="545"/>
                  <a:pt x="9483" y="586"/>
                </a:cubicBezTo>
                <a:cubicBezTo>
                  <a:pt x="9497" y="586"/>
                  <a:pt x="9526" y="601"/>
                  <a:pt x="9526" y="630"/>
                </a:cubicBezTo>
                <a:lnTo>
                  <a:pt x="9526" y="1229"/>
                </a:lnTo>
                <a:cubicBezTo>
                  <a:pt x="9526" y="1243"/>
                  <a:pt x="9512" y="1258"/>
                  <a:pt x="9512" y="1273"/>
                </a:cubicBezTo>
                <a:lnTo>
                  <a:pt x="8474" y="2135"/>
                </a:lnTo>
                <a:lnTo>
                  <a:pt x="6809" y="2135"/>
                </a:lnTo>
                <a:cubicBezTo>
                  <a:pt x="6078" y="1945"/>
                  <a:pt x="5333" y="1813"/>
                  <a:pt x="4588" y="1740"/>
                </a:cubicBezTo>
                <a:cubicBezTo>
                  <a:pt x="4193" y="1707"/>
                  <a:pt x="3796" y="1689"/>
                  <a:pt x="3397" y="1689"/>
                </a:cubicBezTo>
                <a:cubicBezTo>
                  <a:pt x="2926" y="1689"/>
                  <a:pt x="2455" y="1714"/>
                  <a:pt x="1988" y="1769"/>
                </a:cubicBezTo>
                <a:cubicBezTo>
                  <a:pt x="1973" y="1769"/>
                  <a:pt x="1959" y="1769"/>
                  <a:pt x="1944" y="1740"/>
                </a:cubicBezTo>
                <a:lnTo>
                  <a:pt x="1856" y="1565"/>
                </a:lnTo>
                <a:cubicBezTo>
                  <a:pt x="1842" y="1536"/>
                  <a:pt x="1856" y="1506"/>
                  <a:pt x="1886" y="1492"/>
                </a:cubicBezTo>
                <a:cubicBezTo>
                  <a:pt x="3836" y="849"/>
                  <a:pt x="5880" y="525"/>
                  <a:pt x="7935" y="525"/>
                </a:cubicBezTo>
                <a:close/>
                <a:moveTo>
                  <a:pt x="8314" y="2646"/>
                </a:moveTo>
                <a:lnTo>
                  <a:pt x="8314" y="3376"/>
                </a:lnTo>
                <a:lnTo>
                  <a:pt x="7028" y="3376"/>
                </a:lnTo>
                <a:lnTo>
                  <a:pt x="7028" y="2646"/>
                </a:lnTo>
                <a:close/>
                <a:moveTo>
                  <a:pt x="9030" y="3888"/>
                </a:moveTo>
                <a:lnTo>
                  <a:pt x="9030" y="5305"/>
                </a:lnTo>
                <a:lnTo>
                  <a:pt x="6298" y="5305"/>
                </a:lnTo>
                <a:lnTo>
                  <a:pt x="6298" y="3888"/>
                </a:lnTo>
                <a:close/>
                <a:moveTo>
                  <a:pt x="1316" y="3844"/>
                </a:moveTo>
                <a:cubicBezTo>
                  <a:pt x="1798" y="4589"/>
                  <a:pt x="2105" y="5217"/>
                  <a:pt x="2105" y="5466"/>
                </a:cubicBezTo>
                <a:cubicBezTo>
                  <a:pt x="2105" y="5904"/>
                  <a:pt x="1754" y="6255"/>
                  <a:pt x="1316" y="6255"/>
                </a:cubicBezTo>
                <a:cubicBezTo>
                  <a:pt x="863" y="6255"/>
                  <a:pt x="512" y="5904"/>
                  <a:pt x="512" y="5466"/>
                </a:cubicBezTo>
                <a:cubicBezTo>
                  <a:pt x="512" y="5217"/>
                  <a:pt x="819" y="4589"/>
                  <a:pt x="1316" y="3844"/>
                </a:cubicBezTo>
                <a:close/>
                <a:moveTo>
                  <a:pt x="1316" y="3230"/>
                </a:moveTo>
                <a:cubicBezTo>
                  <a:pt x="1184" y="3230"/>
                  <a:pt x="1053" y="3289"/>
                  <a:pt x="980" y="3406"/>
                </a:cubicBezTo>
                <a:cubicBezTo>
                  <a:pt x="541" y="4063"/>
                  <a:pt x="1" y="4969"/>
                  <a:pt x="1" y="5466"/>
                </a:cubicBezTo>
                <a:cubicBezTo>
                  <a:pt x="1" y="6182"/>
                  <a:pt x="585" y="6766"/>
                  <a:pt x="1316" y="6766"/>
                </a:cubicBezTo>
                <a:cubicBezTo>
                  <a:pt x="2032" y="6766"/>
                  <a:pt x="2631" y="6182"/>
                  <a:pt x="2631" y="5466"/>
                </a:cubicBezTo>
                <a:cubicBezTo>
                  <a:pt x="2631" y="4969"/>
                  <a:pt x="2090" y="4078"/>
                  <a:pt x="1637" y="3406"/>
                </a:cubicBezTo>
                <a:cubicBezTo>
                  <a:pt x="1564" y="3289"/>
                  <a:pt x="1447" y="3230"/>
                  <a:pt x="1316" y="3230"/>
                </a:cubicBezTo>
                <a:close/>
                <a:moveTo>
                  <a:pt x="7671" y="10506"/>
                </a:moveTo>
                <a:cubicBezTo>
                  <a:pt x="7817" y="10506"/>
                  <a:pt x="7963" y="10550"/>
                  <a:pt x="8095" y="10623"/>
                </a:cubicBezTo>
                <a:lnTo>
                  <a:pt x="6867" y="11850"/>
                </a:lnTo>
                <a:cubicBezTo>
                  <a:pt x="6794" y="11719"/>
                  <a:pt x="6751" y="11572"/>
                  <a:pt x="6751" y="11426"/>
                </a:cubicBezTo>
                <a:cubicBezTo>
                  <a:pt x="6751" y="10915"/>
                  <a:pt x="7160" y="10506"/>
                  <a:pt x="7671" y="10506"/>
                </a:cubicBezTo>
                <a:close/>
                <a:moveTo>
                  <a:pt x="8460" y="10988"/>
                </a:moveTo>
                <a:cubicBezTo>
                  <a:pt x="8533" y="11134"/>
                  <a:pt x="8577" y="11280"/>
                  <a:pt x="8577" y="11426"/>
                </a:cubicBezTo>
                <a:cubicBezTo>
                  <a:pt x="8577" y="11938"/>
                  <a:pt x="8168" y="12332"/>
                  <a:pt x="7671" y="12332"/>
                </a:cubicBezTo>
                <a:cubicBezTo>
                  <a:pt x="7650" y="12334"/>
                  <a:pt x="7630" y="12335"/>
                  <a:pt x="7609" y="12335"/>
                </a:cubicBezTo>
                <a:cubicBezTo>
                  <a:pt x="7473" y="12335"/>
                  <a:pt x="7347" y="12294"/>
                  <a:pt x="7233" y="12230"/>
                </a:cubicBezTo>
                <a:lnTo>
                  <a:pt x="8460" y="10988"/>
                </a:lnTo>
                <a:close/>
                <a:moveTo>
                  <a:pt x="9862" y="9586"/>
                </a:moveTo>
                <a:lnTo>
                  <a:pt x="9862" y="9586"/>
                </a:lnTo>
                <a:cubicBezTo>
                  <a:pt x="10812" y="10725"/>
                  <a:pt x="10739" y="12405"/>
                  <a:pt x="9687" y="13457"/>
                </a:cubicBezTo>
                <a:cubicBezTo>
                  <a:pt x="9127" y="14017"/>
                  <a:pt x="8388" y="14304"/>
                  <a:pt x="7648" y="14304"/>
                </a:cubicBezTo>
                <a:cubicBezTo>
                  <a:pt x="6999" y="14304"/>
                  <a:pt x="6348" y="14083"/>
                  <a:pt x="5816" y="13632"/>
                </a:cubicBezTo>
                <a:lnTo>
                  <a:pt x="6853" y="12595"/>
                </a:lnTo>
                <a:cubicBezTo>
                  <a:pt x="7013" y="12712"/>
                  <a:pt x="7203" y="12785"/>
                  <a:pt x="7408" y="12814"/>
                </a:cubicBezTo>
                <a:lnTo>
                  <a:pt x="7408" y="13004"/>
                </a:lnTo>
                <a:cubicBezTo>
                  <a:pt x="7415" y="13165"/>
                  <a:pt x="7536" y="13245"/>
                  <a:pt x="7658" y="13245"/>
                </a:cubicBezTo>
                <a:cubicBezTo>
                  <a:pt x="7781" y="13245"/>
                  <a:pt x="7905" y="13165"/>
                  <a:pt x="7919" y="13004"/>
                </a:cubicBezTo>
                <a:lnTo>
                  <a:pt x="7919" y="12814"/>
                </a:lnTo>
                <a:cubicBezTo>
                  <a:pt x="8109" y="12785"/>
                  <a:pt x="8299" y="12712"/>
                  <a:pt x="8460" y="12595"/>
                </a:cubicBezTo>
                <a:lnTo>
                  <a:pt x="8606" y="12727"/>
                </a:lnTo>
                <a:cubicBezTo>
                  <a:pt x="8661" y="12785"/>
                  <a:pt x="8723" y="12810"/>
                  <a:pt x="8783" y="12810"/>
                </a:cubicBezTo>
                <a:cubicBezTo>
                  <a:pt x="8978" y="12810"/>
                  <a:pt x="9150" y="12551"/>
                  <a:pt x="8971" y="12361"/>
                </a:cubicBezTo>
                <a:lnTo>
                  <a:pt x="8825" y="12230"/>
                </a:lnTo>
                <a:cubicBezTo>
                  <a:pt x="8942" y="12069"/>
                  <a:pt x="9015" y="11879"/>
                  <a:pt x="9059" y="11675"/>
                </a:cubicBezTo>
                <a:lnTo>
                  <a:pt x="9234" y="11675"/>
                </a:lnTo>
                <a:cubicBezTo>
                  <a:pt x="9248" y="11676"/>
                  <a:pt x="9261" y="11677"/>
                  <a:pt x="9274" y="11677"/>
                </a:cubicBezTo>
                <a:cubicBezTo>
                  <a:pt x="9605" y="11677"/>
                  <a:pt x="9601" y="11162"/>
                  <a:pt x="9261" y="11162"/>
                </a:cubicBezTo>
                <a:cubicBezTo>
                  <a:pt x="9252" y="11162"/>
                  <a:pt x="9243" y="11163"/>
                  <a:pt x="9234" y="11163"/>
                </a:cubicBezTo>
                <a:lnTo>
                  <a:pt x="9059" y="11163"/>
                </a:lnTo>
                <a:cubicBezTo>
                  <a:pt x="9015" y="10973"/>
                  <a:pt x="8942" y="10784"/>
                  <a:pt x="8825" y="10623"/>
                </a:cubicBezTo>
                <a:lnTo>
                  <a:pt x="9862" y="9586"/>
                </a:lnTo>
                <a:close/>
                <a:moveTo>
                  <a:pt x="7663" y="8030"/>
                </a:moveTo>
                <a:cubicBezTo>
                  <a:pt x="7012" y="8030"/>
                  <a:pt x="6342" y="8222"/>
                  <a:pt x="5728" y="8651"/>
                </a:cubicBezTo>
                <a:cubicBezTo>
                  <a:pt x="5511" y="8807"/>
                  <a:pt x="5662" y="9103"/>
                  <a:pt x="5878" y="9103"/>
                </a:cubicBezTo>
                <a:cubicBezTo>
                  <a:pt x="5923" y="9103"/>
                  <a:pt x="5972" y="9090"/>
                  <a:pt x="6020" y="9060"/>
                </a:cubicBezTo>
                <a:cubicBezTo>
                  <a:pt x="6514" y="8715"/>
                  <a:pt x="7086" y="8545"/>
                  <a:pt x="7657" y="8545"/>
                </a:cubicBezTo>
                <a:cubicBezTo>
                  <a:pt x="8318" y="8545"/>
                  <a:pt x="8978" y="8773"/>
                  <a:pt x="9512" y="9220"/>
                </a:cubicBezTo>
                <a:lnTo>
                  <a:pt x="8474" y="10258"/>
                </a:lnTo>
                <a:cubicBezTo>
                  <a:pt x="8314" y="10141"/>
                  <a:pt x="8124" y="10068"/>
                  <a:pt x="7934" y="10024"/>
                </a:cubicBezTo>
                <a:lnTo>
                  <a:pt x="7934" y="9849"/>
                </a:lnTo>
                <a:cubicBezTo>
                  <a:pt x="7949" y="9659"/>
                  <a:pt x="7810" y="9564"/>
                  <a:pt x="7671" y="9564"/>
                </a:cubicBezTo>
                <a:cubicBezTo>
                  <a:pt x="7532" y="9564"/>
                  <a:pt x="7393" y="9659"/>
                  <a:pt x="7408" y="9849"/>
                </a:cubicBezTo>
                <a:lnTo>
                  <a:pt x="7408" y="10024"/>
                </a:lnTo>
                <a:cubicBezTo>
                  <a:pt x="7218" y="10068"/>
                  <a:pt x="7028" y="10141"/>
                  <a:pt x="6867" y="10258"/>
                </a:cubicBezTo>
                <a:lnTo>
                  <a:pt x="6736" y="10126"/>
                </a:lnTo>
                <a:cubicBezTo>
                  <a:pt x="6677" y="10068"/>
                  <a:pt x="6613" y="10043"/>
                  <a:pt x="6551" y="10043"/>
                </a:cubicBezTo>
                <a:cubicBezTo>
                  <a:pt x="6350" y="10043"/>
                  <a:pt x="6181" y="10301"/>
                  <a:pt x="6371" y="10491"/>
                </a:cubicBezTo>
                <a:lnTo>
                  <a:pt x="6502" y="10623"/>
                </a:lnTo>
                <a:cubicBezTo>
                  <a:pt x="6385" y="10784"/>
                  <a:pt x="6312" y="10973"/>
                  <a:pt x="6268" y="11163"/>
                </a:cubicBezTo>
                <a:lnTo>
                  <a:pt x="6093" y="11163"/>
                </a:lnTo>
                <a:cubicBezTo>
                  <a:pt x="6084" y="11163"/>
                  <a:pt x="6075" y="11162"/>
                  <a:pt x="6066" y="11162"/>
                </a:cubicBezTo>
                <a:cubicBezTo>
                  <a:pt x="5727" y="11162"/>
                  <a:pt x="5722" y="11677"/>
                  <a:pt x="6053" y="11677"/>
                </a:cubicBezTo>
                <a:cubicBezTo>
                  <a:pt x="6066" y="11677"/>
                  <a:pt x="6079" y="11676"/>
                  <a:pt x="6093" y="11675"/>
                </a:cubicBezTo>
                <a:lnTo>
                  <a:pt x="6268" y="11675"/>
                </a:lnTo>
                <a:cubicBezTo>
                  <a:pt x="6312" y="11879"/>
                  <a:pt x="6385" y="12069"/>
                  <a:pt x="6502" y="12230"/>
                </a:cubicBezTo>
                <a:lnTo>
                  <a:pt x="5465" y="13267"/>
                </a:lnTo>
                <a:cubicBezTo>
                  <a:pt x="4661" y="12303"/>
                  <a:pt x="4574" y="10915"/>
                  <a:pt x="5260" y="9863"/>
                </a:cubicBezTo>
                <a:cubicBezTo>
                  <a:pt x="5333" y="9732"/>
                  <a:pt x="5290" y="9571"/>
                  <a:pt x="5173" y="9498"/>
                </a:cubicBezTo>
                <a:cubicBezTo>
                  <a:pt x="5134" y="9474"/>
                  <a:pt x="5090" y="9462"/>
                  <a:pt x="5046" y="9462"/>
                </a:cubicBezTo>
                <a:cubicBezTo>
                  <a:pt x="4958" y="9462"/>
                  <a:pt x="4871" y="9508"/>
                  <a:pt x="4822" y="9586"/>
                </a:cubicBezTo>
                <a:cubicBezTo>
                  <a:pt x="3945" y="10930"/>
                  <a:pt x="4135" y="12697"/>
                  <a:pt x="5275" y="13822"/>
                </a:cubicBezTo>
                <a:cubicBezTo>
                  <a:pt x="5961" y="14508"/>
                  <a:pt x="6814" y="14819"/>
                  <a:pt x="7652" y="14819"/>
                </a:cubicBezTo>
                <a:cubicBezTo>
                  <a:pt x="9295" y="14819"/>
                  <a:pt x="10881" y="13624"/>
                  <a:pt x="11046" y="11719"/>
                </a:cubicBezTo>
                <a:cubicBezTo>
                  <a:pt x="11230" y="9598"/>
                  <a:pt x="9522" y="8030"/>
                  <a:pt x="7663" y="8030"/>
                </a:cubicBezTo>
                <a:close/>
                <a:moveTo>
                  <a:pt x="7972" y="0"/>
                </a:moveTo>
                <a:cubicBezTo>
                  <a:pt x="5851" y="0"/>
                  <a:pt x="3736" y="339"/>
                  <a:pt x="1725" y="1010"/>
                </a:cubicBezTo>
                <a:cubicBezTo>
                  <a:pt x="1389" y="1112"/>
                  <a:pt x="1243" y="1492"/>
                  <a:pt x="1389" y="1799"/>
                </a:cubicBezTo>
                <a:lnTo>
                  <a:pt x="1476" y="1974"/>
                </a:lnTo>
                <a:cubicBezTo>
                  <a:pt x="1581" y="2171"/>
                  <a:pt x="1769" y="2285"/>
                  <a:pt x="1976" y="2285"/>
                </a:cubicBezTo>
                <a:cubicBezTo>
                  <a:pt x="1999" y="2285"/>
                  <a:pt x="2022" y="2284"/>
                  <a:pt x="2046" y="2281"/>
                </a:cubicBezTo>
                <a:cubicBezTo>
                  <a:pt x="2519" y="2231"/>
                  <a:pt x="2992" y="2205"/>
                  <a:pt x="3465" y="2205"/>
                </a:cubicBezTo>
                <a:cubicBezTo>
                  <a:pt x="3825" y="2205"/>
                  <a:pt x="4185" y="2220"/>
                  <a:pt x="4544" y="2252"/>
                </a:cubicBezTo>
                <a:cubicBezTo>
                  <a:pt x="5202" y="2310"/>
                  <a:pt x="5859" y="2412"/>
                  <a:pt x="6517" y="2588"/>
                </a:cubicBezTo>
                <a:lnTo>
                  <a:pt x="6517" y="3362"/>
                </a:lnTo>
                <a:lnTo>
                  <a:pt x="6283" y="3362"/>
                </a:lnTo>
                <a:cubicBezTo>
                  <a:pt x="6005" y="3362"/>
                  <a:pt x="5786" y="3581"/>
                  <a:pt x="5786" y="3859"/>
                </a:cubicBezTo>
                <a:lnTo>
                  <a:pt x="5786" y="5305"/>
                </a:lnTo>
                <a:cubicBezTo>
                  <a:pt x="4092" y="5320"/>
                  <a:pt x="2733" y="6693"/>
                  <a:pt x="2718" y="8388"/>
                </a:cubicBezTo>
                <a:lnTo>
                  <a:pt x="2718" y="16262"/>
                </a:lnTo>
                <a:cubicBezTo>
                  <a:pt x="2718" y="16963"/>
                  <a:pt x="3303" y="17533"/>
                  <a:pt x="4004" y="17533"/>
                </a:cubicBezTo>
                <a:lnTo>
                  <a:pt x="11323" y="17533"/>
                </a:lnTo>
                <a:cubicBezTo>
                  <a:pt x="12039" y="17533"/>
                  <a:pt x="12609" y="16963"/>
                  <a:pt x="12609" y="16262"/>
                </a:cubicBezTo>
                <a:lnTo>
                  <a:pt x="12609" y="14494"/>
                </a:lnTo>
                <a:cubicBezTo>
                  <a:pt x="12609" y="14326"/>
                  <a:pt x="12481" y="14242"/>
                  <a:pt x="12353" y="14242"/>
                </a:cubicBezTo>
                <a:cubicBezTo>
                  <a:pt x="12225" y="14242"/>
                  <a:pt x="12098" y="14326"/>
                  <a:pt x="12098" y="14494"/>
                </a:cubicBezTo>
                <a:lnTo>
                  <a:pt x="12098" y="16262"/>
                </a:lnTo>
                <a:cubicBezTo>
                  <a:pt x="12098" y="16686"/>
                  <a:pt x="11747" y="17022"/>
                  <a:pt x="11323" y="17022"/>
                </a:cubicBezTo>
                <a:lnTo>
                  <a:pt x="4004" y="17022"/>
                </a:lnTo>
                <a:cubicBezTo>
                  <a:pt x="3580" y="17022"/>
                  <a:pt x="3230" y="16686"/>
                  <a:pt x="3230" y="16262"/>
                </a:cubicBezTo>
                <a:lnTo>
                  <a:pt x="3230" y="8388"/>
                </a:lnTo>
                <a:cubicBezTo>
                  <a:pt x="3244" y="6970"/>
                  <a:pt x="4384" y="5816"/>
                  <a:pt x="5816" y="5816"/>
                </a:cubicBezTo>
                <a:lnTo>
                  <a:pt x="9526" y="5816"/>
                </a:lnTo>
                <a:cubicBezTo>
                  <a:pt x="10943" y="5816"/>
                  <a:pt x="12098" y="6970"/>
                  <a:pt x="12098" y="8388"/>
                </a:cubicBezTo>
                <a:lnTo>
                  <a:pt x="12098" y="13296"/>
                </a:lnTo>
                <a:cubicBezTo>
                  <a:pt x="12098" y="13443"/>
                  <a:pt x="12215" y="13559"/>
                  <a:pt x="12361" y="13559"/>
                </a:cubicBezTo>
                <a:cubicBezTo>
                  <a:pt x="12492" y="13559"/>
                  <a:pt x="12609" y="13443"/>
                  <a:pt x="12609" y="13296"/>
                </a:cubicBezTo>
                <a:lnTo>
                  <a:pt x="12609" y="8388"/>
                </a:lnTo>
                <a:cubicBezTo>
                  <a:pt x="12609" y="6693"/>
                  <a:pt x="11236" y="5320"/>
                  <a:pt x="9541" y="5305"/>
                </a:cubicBezTo>
                <a:lnTo>
                  <a:pt x="9541" y="3859"/>
                </a:lnTo>
                <a:cubicBezTo>
                  <a:pt x="9541" y="3581"/>
                  <a:pt x="9322" y="3362"/>
                  <a:pt x="9044" y="3362"/>
                </a:cubicBezTo>
                <a:lnTo>
                  <a:pt x="8825" y="3362"/>
                </a:lnTo>
                <a:lnTo>
                  <a:pt x="8825" y="2500"/>
                </a:lnTo>
                <a:lnTo>
                  <a:pt x="9833" y="1653"/>
                </a:lnTo>
                <a:cubicBezTo>
                  <a:pt x="9965" y="1550"/>
                  <a:pt x="10038" y="1390"/>
                  <a:pt x="10038" y="1229"/>
                </a:cubicBezTo>
                <a:lnTo>
                  <a:pt x="10038" y="630"/>
                </a:lnTo>
                <a:cubicBezTo>
                  <a:pt x="10038" y="323"/>
                  <a:pt x="9804" y="89"/>
                  <a:pt x="9512" y="60"/>
                </a:cubicBezTo>
                <a:cubicBezTo>
                  <a:pt x="8999" y="20"/>
                  <a:pt x="8485" y="0"/>
                  <a:pt x="79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15"/>
          <p:cNvSpPr/>
          <p:nvPr/>
        </p:nvSpPr>
        <p:spPr>
          <a:xfrm>
            <a:off x="4086020" y="3307277"/>
            <a:ext cx="296414" cy="396431"/>
          </a:xfrm>
          <a:custGeom>
            <a:rect b="b" l="l" r="r" t="t"/>
            <a:pathLst>
              <a:path extrusionOk="0" h="17547" w="13120">
                <a:moveTo>
                  <a:pt x="8825" y="2060"/>
                </a:moveTo>
                <a:cubicBezTo>
                  <a:pt x="8927" y="2060"/>
                  <a:pt x="9000" y="2133"/>
                  <a:pt x="9000" y="2236"/>
                </a:cubicBezTo>
                <a:lnTo>
                  <a:pt x="9000" y="4778"/>
                </a:lnTo>
                <a:cubicBezTo>
                  <a:pt x="9000" y="4880"/>
                  <a:pt x="8927" y="4953"/>
                  <a:pt x="8825" y="4953"/>
                </a:cubicBezTo>
                <a:lnTo>
                  <a:pt x="4310" y="4953"/>
                </a:lnTo>
                <a:cubicBezTo>
                  <a:pt x="4208" y="4953"/>
                  <a:pt x="4120" y="4880"/>
                  <a:pt x="4120" y="4778"/>
                </a:cubicBezTo>
                <a:lnTo>
                  <a:pt x="4120" y="4763"/>
                </a:lnTo>
                <a:lnTo>
                  <a:pt x="4120" y="2236"/>
                </a:lnTo>
                <a:cubicBezTo>
                  <a:pt x="4120" y="2133"/>
                  <a:pt x="4208" y="2060"/>
                  <a:pt x="4310" y="2060"/>
                </a:cubicBezTo>
                <a:close/>
                <a:moveTo>
                  <a:pt x="4310" y="1549"/>
                </a:moveTo>
                <a:cubicBezTo>
                  <a:pt x="3916" y="1549"/>
                  <a:pt x="3609" y="1856"/>
                  <a:pt x="3609" y="2236"/>
                </a:cubicBezTo>
                <a:lnTo>
                  <a:pt x="3609" y="4778"/>
                </a:lnTo>
                <a:cubicBezTo>
                  <a:pt x="3609" y="5157"/>
                  <a:pt x="3916" y="5464"/>
                  <a:pt x="4310" y="5464"/>
                </a:cubicBezTo>
                <a:lnTo>
                  <a:pt x="8810" y="5464"/>
                </a:lnTo>
                <a:cubicBezTo>
                  <a:pt x="9190" y="5464"/>
                  <a:pt x="9511" y="5157"/>
                  <a:pt x="9511" y="4778"/>
                </a:cubicBezTo>
                <a:lnTo>
                  <a:pt x="9511" y="4763"/>
                </a:lnTo>
                <a:lnTo>
                  <a:pt x="9511" y="2236"/>
                </a:lnTo>
                <a:cubicBezTo>
                  <a:pt x="9511" y="1856"/>
                  <a:pt x="9190" y="1549"/>
                  <a:pt x="8810" y="1549"/>
                </a:cubicBezTo>
                <a:close/>
                <a:moveTo>
                  <a:pt x="4797" y="6572"/>
                </a:moveTo>
                <a:cubicBezTo>
                  <a:pt x="4466" y="6572"/>
                  <a:pt x="4470" y="7087"/>
                  <a:pt x="4809" y="7087"/>
                </a:cubicBezTo>
                <a:cubicBezTo>
                  <a:pt x="4818" y="7087"/>
                  <a:pt x="4827" y="7087"/>
                  <a:pt x="4836" y="7086"/>
                </a:cubicBezTo>
                <a:lnTo>
                  <a:pt x="8270" y="7086"/>
                </a:lnTo>
                <a:cubicBezTo>
                  <a:pt x="8591" y="7057"/>
                  <a:pt x="8591" y="6589"/>
                  <a:pt x="8270" y="6575"/>
                </a:cubicBezTo>
                <a:lnTo>
                  <a:pt x="4836" y="6575"/>
                </a:lnTo>
                <a:cubicBezTo>
                  <a:pt x="4823" y="6573"/>
                  <a:pt x="4809" y="6572"/>
                  <a:pt x="4797" y="6572"/>
                </a:cubicBezTo>
                <a:close/>
                <a:moveTo>
                  <a:pt x="8354" y="10182"/>
                </a:moveTo>
                <a:cubicBezTo>
                  <a:pt x="8510" y="10182"/>
                  <a:pt x="8668" y="10241"/>
                  <a:pt x="8796" y="10373"/>
                </a:cubicBezTo>
                <a:cubicBezTo>
                  <a:pt x="9205" y="10768"/>
                  <a:pt x="8912" y="11454"/>
                  <a:pt x="8357" y="11454"/>
                </a:cubicBezTo>
                <a:cubicBezTo>
                  <a:pt x="7992" y="11454"/>
                  <a:pt x="7714" y="11177"/>
                  <a:pt x="7714" y="10826"/>
                </a:cubicBezTo>
                <a:cubicBezTo>
                  <a:pt x="7714" y="10440"/>
                  <a:pt x="8029" y="10182"/>
                  <a:pt x="8354" y="10182"/>
                </a:cubicBezTo>
                <a:close/>
                <a:moveTo>
                  <a:pt x="4749" y="10183"/>
                </a:moveTo>
                <a:cubicBezTo>
                  <a:pt x="5318" y="10183"/>
                  <a:pt x="5611" y="10870"/>
                  <a:pt x="5202" y="11264"/>
                </a:cubicBezTo>
                <a:cubicBezTo>
                  <a:pt x="5074" y="11397"/>
                  <a:pt x="4915" y="11456"/>
                  <a:pt x="4759" y="11456"/>
                </a:cubicBezTo>
                <a:cubicBezTo>
                  <a:pt x="4434" y="11456"/>
                  <a:pt x="4120" y="11201"/>
                  <a:pt x="4120" y="10826"/>
                </a:cubicBezTo>
                <a:cubicBezTo>
                  <a:pt x="4120" y="10475"/>
                  <a:pt x="4398" y="10183"/>
                  <a:pt x="4749" y="10183"/>
                </a:cubicBezTo>
                <a:close/>
                <a:moveTo>
                  <a:pt x="4758" y="9665"/>
                </a:moveTo>
                <a:cubicBezTo>
                  <a:pt x="4169" y="9665"/>
                  <a:pt x="3609" y="10125"/>
                  <a:pt x="3609" y="10826"/>
                </a:cubicBezTo>
                <a:cubicBezTo>
                  <a:pt x="3609" y="11454"/>
                  <a:pt x="4120" y="11966"/>
                  <a:pt x="4749" y="11966"/>
                </a:cubicBezTo>
                <a:cubicBezTo>
                  <a:pt x="5771" y="11966"/>
                  <a:pt x="6297" y="10724"/>
                  <a:pt x="5567" y="10008"/>
                </a:cubicBezTo>
                <a:cubicBezTo>
                  <a:pt x="5330" y="9771"/>
                  <a:pt x="5040" y="9665"/>
                  <a:pt x="4758" y="9665"/>
                </a:cubicBezTo>
                <a:close/>
                <a:moveTo>
                  <a:pt x="8342" y="9665"/>
                </a:moveTo>
                <a:cubicBezTo>
                  <a:pt x="8059" y="9665"/>
                  <a:pt x="7771" y="9771"/>
                  <a:pt x="7539" y="10008"/>
                </a:cubicBezTo>
                <a:cubicBezTo>
                  <a:pt x="6809" y="10724"/>
                  <a:pt x="7320" y="11966"/>
                  <a:pt x="8357" y="11966"/>
                </a:cubicBezTo>
                <a:cubicBezTo>
                  <a:pt x="8985" y="11966"/>
                  <a:pt x="9497" y="11454"/>
                  <a:pt x="9497" y="10826"/>
                </a:cubicBezTo>
                <a:cubicBezTo>
                  <a:pt x="9497" y="10125"/>
                  <a:pt x="8930" y="9665"/>
                  <a:pt x="8342" y="9665"/>
                </a:cubicBezTo>
                <a:close/>
                <a:moveTo>
                  <a:pt x="7378" y="13704"/>
                </a:moveTo>
                <a:lnTo>
                  <a:pt x="7378" y="17006"/>
                </a:lnTo>
                <a:cubicBezTo>
                  <a:pt x="7364" y="17020"/>
                  <a:pt x="7364" y="17020"/>
                  <a:pt x="7349" y="17020"/>
                </a:cubicBezTo>
                <a:lnTo>
                  <a:pt x="5757" y="17020"/>
                </a:lnTo>
                <a:cubicBezTo>
                  <a:pt x="5742" y="17020"/>
                  <a:pt x="5727" y="17020"/>
                  <a:pt x="5727" y="17006"/>
                </a:cubicBezTo>
                <a:lnTo>
                  <a:pt x="5727" y="13704"/>
                </a:lnTo>
                <a:cubicBezTo>
                  <a:pt x="6005" y="13733"/>
                  <a:pt x="6268" y="13748"/>
                  <a:pt x="6546" y="13748"/>
                </a:cubicBezTo>
                <a:lnTo>
                  <a:pt x="6560" y="13748"/>
                </a:lnTo>
                <a:cubicBezTo>
                  <a:pt x="6838" y="13748"/>
                  <a:pt x="7101" y="13733"/>
                  <a:pt x="7378" y="13704"/>
                </a:cubicBezTo>
                <a:close/>
                <a:moveTo>
                  <a:pt x="10824" y="0"/>
                </a:moveTo>
                <a:cubicBezTo>
                  <a:pt x="10815" y="0"/>
                  <a:pt x="10806" y="0"/>
                  <a:pt x="10797" y="0"/>
                </a:cubicBezTo>
                <a:lnTo>
                  <a:pt x="2309" y="0"/>
                </a:lnTo>
                <a:cubicBezTo>
                  <a:pt x="1038" y="0"/>
                  <a:pt x="1" y="1038"/>
                  <a:pt x="1" y="2309"/>
                </a:cubicBezTo>
                <a:lnTo>
                  <a:pt x="1" y="4179"/>
                </a:lnTo>
                <a:cubicBezTo>
                  <a:pt x="15" y="4339"/>
                  <a:pt x="136" y="4420"/>
                  <a:pt x="256" y="4420"/>
                </a:cubicBezTo>
                <a:cubicBezTo>
                  <a:pt x="377" y="4420"/>
                  <a:pt x="497" y="4339"/>
                  <a:pt x="512" y="4179"/>
                </a:cubicBezTo>
                <a:lnTo>
                  <a:pt x="512" y="2309"/>
                </a:lnTo>
                <a:cubicBezTo>
                  <a:pt x="512" y="1417"/>
                  <a:pt x="1169" y="658"/>
                  <a:pt x="2060" y="526"/>
                </a:cubicBezTo>
                <a:lnTo>
                  <a:pt x="2060" y="4631"/>
                </a:lnTo>
                <a:cubicBezTo>
                  <a:pt x="2060" y="7346"/>
                  <a:pt x="4274" y="9140"/>
                  <a:pt x="6584" y="9140"/>
                </a:cubicBezTo>
                <a:cubicBezTo>
                  <a:pt x="7694" y="9140"/>
                  <a:pt x="8826" y="8726"/>
                  <a:pt x="9745" y="7802"/>
                </a:cubicBezTo>
                <a:cubicBezTo>
                  <a:pt x="9935" y="7612"/>
                  <a:pt x="9766" y="7354"/>
                  <a:pt x="9565" y="7354"/>
                </a:cubicBezTo>
                <a:cubicBezTo>
                  <a:pt x="9503" y="7354"/>
                  <a:pt x="9438" y="7378"/>
                  <a:pt x="9380" y="7437"/>
                </a:cubicBezTo>
                <a:cubicBezTo>
                  <a:pt x="8572" y="8245"/>
                  <a:pt x="7576" y="8606"/>
                  <a:pt x="6598" y="8606"/>
                </a:cubicBezTo>
                <a:cubicBezTo>
                  <a:pt x="4552" y="8606"/>
                  <a:pt x="2586" y="7023"/>
                  <a:pt x="2586" y="4631"/>
                </a:cubicBezTo>
                <a:lnTo>
                  <a:pt x="2586" y="512"/>
                </a:lnTo>
                <a:lnTo>
                  <a:pt x="10549" y="512"/>
                </a:lnTo>
                <a:lnTo>
                  <a:pt x="10549" y="4631"/>
                </a:lnTo>
                <a:cubicBezTo>
                  <a:pt x="10549" y="5289"/>
                  <a:pt x="10373" y="5946"/>
                  <a:pt x="10067" y="6531"/>
                </a:cubicBezTo>
                <a:cubicBezTo>
                  <a:pt x="9994" y="6648"/>
                  <a:pt x="10037" y="6808"/>
                  <a:pt x="10169" y="6881"/>
                </a:cubicBezTo>
                <a:cubicBezTo>
                  <a:pt x="10198" y="6896"/>
                  <a:pt x="10242" y="6911"/>
                  <a:pt x="10286" y="6911"/>
                </a:cubicBezTo>
                <a:cubicBezTo>
                  <a:pt x="10388" y="6911"/>
                  <a:pt x="10476" y="6852"/>
                  <a:pt x="10519" y="6779"/>
                </a:cubicBezTo>
                <a:cubicBezTo>
                  <a:pt x="10870" y="6107"/>
                  <a:pt x="11060" y="5377"/>
                  <a:pt x="11060" y="4631"/>
                </a:cubicBezTo>
                <a:lnTo>
                  <a:pt x="11060" y="526"/>
                </a:lnTo>
                <a:cubicBezTo>
                  <a:pt x="11951" y="658"/>
                  <a:pt x="12609" y="1417"/>
                  <a:pt x="12609" y="2309"/>
                </a:cubicBezTo>
                <a:lnTo>
                  <a:pt x="12609" y="7203"/>
                </a:lnTo>
                <a:cubicBezTo>
                  <a:pt x="12609" y="10534"/>
                  <a:pt x="9906" y="13237"/>
                  <a:pt x="6575" y="13237"/>
                </a:cubicBezTo>
                <a:lnTo>
                  <a:pt x="6560" y="13237"/>
                </a:lnTo>
                <a:cubicBezTo>
                  <a:pt x="3229" y="13237"/>
                  <a:pt x="541" y="10534"/>
                  <a:pt x="541" y="7203"/>
                </a:cubicBezTo>
                <a:lnTo>
                  <a:pt x="541" y="5377"/>
                </a:lnTo>
                <a:cubicBezTo>
                  <a:pt x="526" y="5223"/>
                  <a:pt x="402" y="5146"/>
                  <a:pt x="278" y="5146"/>
                </a:cubicBezTo>
                <a:cubicBezTo>
                  <a:pt x="154" y="5146"/>
                  <a:pt x="30" y="5223"/>
                  <a:pt x="15" y="5377"/>
                </a:cubicBezTo>
                <a:lnTo>
                  <a:pt x="15" y="7203"/>
                </a:lnTo>
                <a:cubicBezTo>
                  <a:pt x="15" y="9716"/>
                  <a:pt x="1447" y="11995"/>
                  <a:pt x="3711" y="13090"/>
                </a:cubicBezTo>
                <a:cubicBezTo>
                  <a:pt x="4193" y="13324"/>
                  <a:pt x="4705" y="13500"/>
                  <a:pt x="5245" y="13616"/>
                </a:cubicBezTo>
                <a:lnTo>
                  <a:pt x="5245" y="17006"/>
                </a:lnTo>
                <a:cubicBezTo>
                  <a:pt x="5245" y="17298"/>
                  <a:pt x="5479" y="17546"/>
                  <a:pt x="5771" y="17546"/>
                </a:cubicBezTo>
                <a:lnTo>
                  <a:pt x="7378" y="17546"/>
                </a:lnTo>
                <a:cubicBezTo>
                  <a:pt x="7671" y="17546"/>
                  <a:pt x="7904" y="17298"/>
                  <a:pt x="7904" y="17006"/>
                </a:cubicBezTo>
                <a:lnTo>
                  <a:pt x="7904" y="13616"/>
                </a:lnTo>
                <a:cubicBezTo>
                  <a:pt x="10943" y="12988"/>
                  <a:pt x="13120" y="10315"/>
                  <a:pt x="13120" y="7203"/>
                </a:cubicBezTo>
                <a:lnTo>
                  <a:pt x="13120" y="2309"/>
                </a:lnTo>
                <a:cubicBezTo>
                  <a:pt x="13120" y="1032"/>
                  <a:pt x="12097" y="0"/>
                  <a:pt x="108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15"/>
          <p:cNvSpPr/>
          <p:nvPr/>
        </p:nvSpPr>
        <p:spPr>
          <a:xfrm>
            <a:off x="4122666" y="2655608"/>
            <a:ext cx="227100" cy="396340"/>
          </a:xfrm>
          <a:custGeom>
            <a:rect b="b" l="l" r="r" t="t"/>
            <a:pathLst>
              <a:path extrusionOk="0" h="17543" w="10052">
                <a:moveTo>
                  <a:pt x="8488" y="1027"/>
                </a:moveTo>
                <a:lnTo>
                  <a:pt x="8488" y="2547"/>
                </a:lnTo>
                <a:lnTo>
                  <a:pt x="4295" y="2547"/>
                </a:lnTo>
                <a:cubicBezTo>
                  <a:pt x="3945" y="2547"/>
                  <a:pt x="3945" y="3073"/>
                  <a:pt x="4295" y="3073"/>
                </a:cubicBezTo>
                <a:lnTo>
                  <a:pt x="8488" y="3073"/>
                </a:lnTo>
                <a:lnTo>
                  <a:pt x="8488" y="4592"/>
                </a:lnTo>
                <a:lnTo>
                  <a:pt x="1549" y="4592"/>
                </a:lnTo>
                <a:lnTo>
                  <a:pt x="1549" y="3073"/>
                </a:lnTo>
                <a:lnTo>
                  <a:pt x="3083" y="3073"/>
                </a:lnTo>
                <a:cubicBezTo>
                  <a:pt x="3419" y="3073"/>
                  <a:pt x="3419" y="2547"/>
                  <a:pt x="3083" y="2547"/>
                </a:cubicBezTo>
                <a:lnTo>
                  <a:pt x="1549" y="2547"/>
                </a:lnTo>
                <a:lnTo>
                  <a:pt x="1549" y="1027"/>
                </a:lnTo>
                <a:close/>
                <a:moveTo>
                  <a:pt x="8445" y="5104"/>
                </a:moveTo>
                <a:cubicBezTo>
                  <a:pt x="8357" y="5659"/>
                  <a:pt x="8123" y="6185"/>
                  <a:pt x="7787" y="6623"/>
                </a:cubicBezTo>
                <a:lnTo>
                  <a:pt x="2250" y="6623"/>
                </a:lnTo>
                <a:cubicBezTo>
                  <a:pt x="1914" y="6185"/>
                  <a:pt x="1695" y="5659"/>
                  <a:pt x="1607" y="5104"/>
                </a:cubicBezTo>
                <a:close/>
                <a:moveTo>
                  <a:pt x="7305" y="7134"/>
                </a:moveTo>
                <a:cubicBezTo>
                  <a:pt x="6655" y="7711"/>
                  <a:pt x="5837" y="8000"/>
                  <a:pt x="5019" y="8000"/>
                </a:cubicBezTo>
                <a:cubicBezTo>
                  <a:pt x="4200" y="8000"/>
                  <a:pt x="3382" y="7711"/>
                  <a:pt x="2732" y="7134"/>
                </a:cubicBezTo>
                <a:close/>
                <a:moveTo>
                  <a:pt x="782" y="538"/>
                </a:moveTo>
                <a:cubicBezTo>
                  <a:pt x="902" y="538"/>
                  <a:pt x="1023" y="618"/>
                  <a:pt x="1037" y="779"/>
                </a:cubicBezTo>
                <a:lnTo>
                  <a:pt x="1037" y="4534"/>
                </a:lnTo>
                <a:cubicBezTo>
                  <a:pt x="1037" y="5454"/>
                  <a:pt x="1359" y="6331"/>
                  <a:pt x="1929" y="7047"/>
                </a:cubicBezTo>
                <a:cubicBezTo>
                  <a:pt x="2352" y="7558"/>
                  <a:pt x="2907" y="7967"/>
                  <a:pt x="3536" y="8230"/>
                </a:cubicBezTo>
                <a:cubicBezTo>
                  <a:pt x="3302" y="8303"/>
                  <a:pt x="3083" y="8376"/>
                  <a:pt x="2878" y="8478"/>
                </a:cubicBezTo>
                <a:cubicBezTo>
                  <a:pt x="1432" y="7704"/>
                  <a:pt x="526" y="6185"/>
                  <a:pt x="526" y="4534"/>
                </a:cubicBezTo>
                <a:lnTo>
                  <a:pt x="526" y="779"/>
                </a:lnTo>
                <a:cubicBezTo>
                  <a:pt x="541" y="618"/>
                  <a:pt x="661" y="538"/>
                  <a:pt x="782" y="538"/>
                </a:cubicBezTo>
                <a:close/>
                <a:moveTo>
                  <a:pt x="5019" y="9556"/>
                </a:moveTo>
                <a:cubicBezTo>
                  <a:pt x="5837" y="9556"/>
                  <a:pt x="6655" y="9844"/>
                  <a:pt x="7305" y="10421"/>
                </a:cubicBezTo>
                <a:lnTo>
                  <a:pt x="2732" y="10421"/>
                </a:lnTo>
                <a:cubicBezTo>
                  <a:pt x="3382" y="9844"/>
                  <a:pt x="4200" y="9556"/>
                  <a:pt x="5019" y="9556"/>
                </a:cubicBezTo>
                <a:close/>
                <a:moveTo>
                  <a:pt x="7787" y="10933"/>
                </a:moveTo>
                <a:cubicBezTo>
                  <a:pt x="8123" y="11371"/>
                  <a:pt x="8357" y="11897"/>
                  <a:pt x="8445" y="12452"/>
                </a:cubicBezTo>
                <a:lnTo>
                  <a:pt x="1607" y="12452"/>
                </a:lnTo>
                <a:cubicBezTo>
                  <a:pt x="1695" y="11897"/>
                  <a:pt x="1914" y="11371"/>
                  <a:pt x="2250" y="10933"/>
                </a:cubicBezTo>
                <a:close/>
                <a:moveTo>
                  <a:pt x="8488" y="12964"/>
                </a:moveTo>
                <a:lnTo>
                  <a:pt x="8488" y="14483"/>
                </a:lnTo>
                <a:lnTo>
                  <a:pt x="1549" y="14483"/>
                </a:lnTo>
                <a:lnTo>
                  <a:pt x="1549" y="12964"/>
                </a:lnTo>
                <a:close/>
                <a:moveTo>
                  <a:pt x="8488" y="14994"/>
                </a:moveTo>
                <a:lnTo>
                  <a:pt x="8488" y="16514"/>
                </a:lnTo>
                <a:lnTo>
                  <a:pt x="1549" y="16514"/>
                </a:lnTo>
                <a:lnTo>
                  <a:pt x="1549" y="14994"/>
                </a:lnTo>
                <a:close/>
                <a:moveTo>
                  <a:pt x="9255" y="516"/>
                </a:moveTo>
                <a:cubicBezTo>
                  <a:pt x="9383" y="516"/>
                  <a:pt x="9511" y="604"/>
                  <a:pt x="9511" y="779"/>
                </a:cubicBezTo>
                <a:lnTo>
                  <a:pt x="9511" y="4534"/>
                </a:lnTo>
                <a:cubicBezTo>
                  <a:pt x="9511" y="7017"/>
                  <a:pt x="7495" y="9034"/>
                  <a:pt x="5011" y="9034"/>
                </a:cubicBezTo>
                <a:lnTo>
                  <a:pt x="5026" y="9034"/>
                </a:lnTo>
                <a:cubicBezTo>
                  <a:pt x="3828" y="9034"/>
                  <a:pt x="2688" y="9574"/>
                  <a:pt x="1943" y="10509"/>
                </a:cubicBezTo>
                <a:cubicBezTo>
                  <a:pt x="1359" y="11210"/>
                  <a:pt x="1052" y="12102"/>
                  <a:pt x="1052" y="13007"/>
                </a:cubicBezTo>
                <a:lnTo>
                  <a:pt x="1052" y="16777"/>
                </a:lnTo>
                <a:cubicBezTo>
                  <a:pt x="1037" y="16930"/>
                  <a:pt x="913" y="17007"/>
                  <a:pt x="791" y="17007"/>
                </a:cubicBezTo>
                <a:cubicBezTo>
                  <a:pt x="669" y="17007"/>
                  <a:pt x="548" y="16930"/>
                  <a:pt x="541" y="16777"/>
                </a:cubicBezTo>
                <a:lnTo>
                  <a:pt x="541" y="13007"/>
                </a:lnTo>
                <a:cubicBezTo>
                  <a:pt x="541" y="10524"/>
                  <a:pt x="2542" y="8522"/>
                  <a:pt x="5026" y="8522"/>
                </a:cubicBezTo>
                <a:cubicBezTo>
                  <a:pt x="7217" y="8508"/>
                  <a:pt x="8985" y="6725"/>
                  <a:pt x="9000" y="4534"/>
                </a:cubicBezTo>
                <a:lnTo>
                  <a:pt x="9000" y="779"/>
                </a:lnTo>
                <a:cubicBezTo>
                  <a:pt x="9000" y="604"/>
                  <a:pt x="9128" y="516"/>
                  <a:pt x="9255" y="516"/>
                </a:cubicBezTo>
                <a:close/>
                <a:moveTo>
                  <a:pt x="9242" y="0"/>
                </a:moveTo>
                <a:cubicBezTo>
                  <a:pt x="8947" y="0"/>
                  <a:pt x="8652" y="163"/>
                  <a:pt x="8532" y="516"/>
                </a:cubicBezTo>
                <a:lnTo>
                  <a:pt x="1505" y="516"/>
                </a:lnTo>
                <a:cubicBezTo>
                  <a:pt x="1379" y="170"/>
                  <a:pt x="1085" y="11"/>
                  <a:pt x="790" y="11"/>
                </a:cubicBezTo>
                <a:cubicBezTo>
                  <a:pt x="400" y="11"/>
                  <a:pt x="8" y="289"/>
                  <a:pt x="0" y="779"/>
                </a:cubicBezTo>
                <a:lnTo>
                  <a:pt x="0" y="4534"/>
                </a:lnTo>
                <a:cubicBezTo>
                  <a:pt x="0" y="5483"/>
                  <a:pt x="278" y="6389"/>
                  <a:pt x="774" y="7193"/>
                </a:cubicBezTo>
                <a:cubicBezTo>
                  <a:pt x="1169" y="7836"/>
                  <a:pt x="1710" y="8376"/>
                  <a:pt x="2352" y="8771"/>
                </a:cubicBezTo>
                <a:cubicBezTo>
                  <a:pt x="891" y="9691"/>
                  <a:pt x="15" y="11283"/>
                  <a:pt x="15" y="13007"/>
                </a:cubicBezTo>
                <a:lnTo>
                  <a:pt x="15" y="16777"/>
                </a:lnTo>
                <a:cubicBezTo>
                  <a:pt x="15" y="17265"/>
                  <a:pt x="404" y="17542"/>
                  <a:pt x="792" y="17542"/>
                </a:cubicBezTo>
                <a:cubicBezTo>
                  <a:pt x="1089" y="17542"/>
                  <a:pt x="1385" y="17380"/>
                  <a:pt x="1505" y="17025"/>
                </a:cubicBezTo>
                <a:lnTo>
                  <a:pt x="8532" y="17025"/>
                </a:lnTo>
                <a:cubicBezTo>
                  <a:pt x="8653" y="17380"/>
                  <a:pt x="8949" y="17542"/>
                  <a:pt x="9246" y="17542"/>
                </a:cubicBezTo>
                <a:cubicBezTo>
                  <a:pt x="9633" y="17542"/>
                  <a:pt x="10022" y="17265"/>
                  <a:pt x="10022" y="16777"/>
                </a:cubicBezTo>
                <a:lnTo>
                  <a:pt x="10022" y="14980"/>
                </a:lnTo>
                <a:cubicBezTo>
                  <a:pt x="10037" y="14790"/>
                  <a:pt x="9902" y="14695"/>
                  <a:pt x="9767" y="14695"/>
                </a:cubicBezTo>
                <a:cubicBezTo>
                  <a:pt x="9632" y="14695"/>
                  <a:pt x="9496" y="14790"/>
                  <a:pt x="9511" y="14980"/>
                </a:cubicBezTo>
                <a:lnTo>
                  <a:pt x="9511" y="16777"/>
                </a:lnTo>
                <a:cubicBezTo>
                  <a:pt x="9511" y="16945"/>
                  <a:pt x="9383" y="17029"/>
                  <a:pt x="9255" y="17029"/>
                </a:cubicBezTo>
                <a:cubicBezTo>
                  <a:pt x="9128" y="17029"/>
                  <a:pt x="9000" y="16945"/>
                  <a:pt x="9000" y="16777"/>
                </a:cubicBezTo>
                <a:lnTo>
                  <a:pt x="9000" y="13007"/>
                </a:lnTo>
                <a:cubicBezTo>
                  <a:pt x="9000" y="12102"/>
                  <a:pt x="8678" y="11210"/>
                  <a:pt x="8109" y="10509"/>
                </a:cubicBezTo>
                <a:cubicBezTo>
                  <a:pt x="7685" y="9983"/>
                  <a:pt x="7130" y="9574"/>
                  <a:pt x="6516" y="9326"/>
                </a:cubicBezTo>
                <a:cubicBezTo>
                  <a:pt x="6735" y="9253"/>
                  <a:pt x="6954" y="9165"/>
                  <a:pt x="7174" y="9063"/>
                </a:cubicBezTo>
                <a:cubicBezTo>
                  <a:pt x="8620" y="9852"/>
                  <a:pt x="9526" y="11371"/>
                  <a:pt x="9526" y="13022"/>
                </a:cubicBezTo>
                <a:lnTo>
                  <a:pt x="9526" y="13782"/>
                </a:lnTo>
                <a:cubicBezTo>
                  <a:pt x="9504" y="13972"/>
                  <a:pt x="9639" y="14067"/>
                  <a:pt x="9776" y="14067"/>
                </a:cubicBezTo>
                <a:cubicBezTo>
                  <a:pt x="9913" y="14067"/>
                  <a:pt x="10052" y="13972"/>
                  <a:pt x="10037" y="13782"/>
                </a:cubicBezTo>
                <a:lnTo>
                  <a:pt x="10037" y="13022"/>
                </a:lnTo>
                <a:cubicBezTo>
                  <a:pt x="10037" y="11298"/>
                  <a:pt x="9146" y="9691"/>
                  <a:pt x="7685" y="8785"/>
                </a:cubicBezTo>
                <a:cubicBezTo>
                  <a:pt x="9146" y="7865"/>
                  <a:pt x="10037" y="6272"/>
                  <a:pt x="10037" y="4548"/>
                </a:cubicBezTo>
                <a:lnTo>
                  <a:pt x="10022" y="4534"/>
                </a:lnTo>
                <a:lnTo>
                  <a:pt x="10022" y="779"/>
                </a:lnTo>
                <a:cubicBezTo>
                  <a:pt x="10022" y="281"/>
                  <a:pt x="9631" y="0"/>
                  <a:pt x="9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15"/>
          <p:cNvSpPr/>
          <p:nvPr/>
        </p:nvSpPr>
        <p:spPr>
          <a:xfrm>
            <a:off x="4036519" y="2004142"/>
            <a:ext cx="400181" cy="396431"/>
          </a:xfrm>
          <a:custGeom>
            <a:rect b="b" l="l" r="r" t="t"/>
            <a:pathLst>
              <a:path extrusionOk="0" h="17547" w="17713">
                <a:moveTo>
                  <a:pt x="7582" y="512"/>
                </a:moveTo>
                <a:cubicBezTo>
                  <a:pt x="7904" y="541"/>
                  <a:pt x="7904" y="994"/>
                  <a:pt x="7582" y="1023"/>
                </a:cubicBezTo>
                <a:lnTo>
                  <a:pt x="3915" y="1023"/>
                </a:lnTo>
                <a:cubicBezTo>
                  <a:pt x="3594" y="994"/>
                  <a:pt x="3594" y="541"/>
                  <a:pt x="3915" y="512"/>
                </a:cubicBezTo>
                <a:close/>
                <a:moveTo>
                  <a:pt x="13774" y="511"/>
                </a:moveTo>
                <a:cubicBezTo>
                  <a:pt x="14104" y="511"/>
                  <a:pt x="14104" y="1024"/>
                  <a:pt x="13774" y="1024"/>
                </a:cubicBezTo>
                <a:cubicBezTo>
                  <a:pt x="13766" y="1024"/>
                  <a:pt x="13757" y="1024"/>
                  <a:pt x="13748" y="1023"/>
                </a:cubicBezTo>
                <a:lnTo>
                  <a:pt x="10081" y="1023"/>
                </a:lnTo>
                <a:cubicBezTo>
                  <a:pt x="10072" y="1024"/>
                  <a:pt x="10063" y="1024"/>
                  <a:pt x="10054" y="1024"/>
                </a:cubicBezTo>
                <a:cubicBezTo>
                  <a:pt x="9724" y="1024"/>
                  <a:pt x="9724" y="511"/>
                  <a:pt x="10054" y="511"/>
                </a:cubicBezTo>
                <a:cubicBezTo>
                  <a:pt x="10063" y="511"/>
                  <a:pt x="10072" y="511"/>
                  <a:pt x="10081" y="512"/>
                </a:cubicBezTo>
                <a:lnTo>
                  <a:pt x="13748" y="512"/>
                </a:lnTo>
                <a:cubicBezTo>
                  <a:pt x="13757" y="511"/>
                  <a:pt x="13766" y="511"/>
                  <a:pt x="13774" y="511"/>
                </a:cubicBezTo>
                <a:close/>
                <a:moveTo>
                  <a:pt x="13485" y="1549"/>
                </a:moveTo>
                <a:lnTo>
                  <a:pt x="13485" y="6078"/>
                </a:lnTo>
                <a:lnTo>
                  <a:pt x="10344" y="6078"/>
                </a:lnTo>
                <a:lnTo>
                  <a:pt x="10344" y="1549"/>
                </a:lnTo>
                <a:close/>
                <a:moveTo>
                  <a:pt x="11482" y="8721"/>
                </a:moveTo>
                <a:cubicBezTo>
                  <a:pt x="11349" y="8721"/>
                  <a:pt x="11220" y="8826"/>
                  <a:pt x="11220" y="8985"/>
                </a:cubicBezTo>
                <a:cubicBezTo>
                  <a:pt x="11220" y="9117"/>
                  <a:pt x="11337" y="9234"/>
                  <a:pt x="11483" y="9234"/>
                </a:cubicBezTo>
                <a:cubicBezTo>
                  <a:pt x="11702" y="9234"/>
                  <a:pt x="11819" y="8956"/>
                  <a:pt x="11659" y="8795"/>
                </a:cubicBezTo>
                <a:cubicBezTo>
                  <a:pt x="11607" y="8744"/>
                  <a:pt x="11544" y="8721"/>
                  <a:pt x="11482" y="8721"/>
                </a:cubicBezTo>
                <a:close/>
                <a:moveTo>
                  <a:pt x="12651" y="8970"/>
                </a:moveTo>
                <a:cubicBezTo>
                  <a:pt x="12518" y="8970"/>
                  <a:pt x="12389" y="9074"/>
                  <a:pt x="12389" y="9234"/>
                </a:cubicBezTo>
                <a:cubicBezTo>
                  <a:pt x="12389" y="9365"/>
                  <a:pt x="12506" y="9482"/>
                  <a:pt x="12652" y="9482"/>
                </a:cubicBezTo>
                <a:cubicBezTo>
                  <a:pt x="12871" y="9482"/>
                  <a:pt x="12988" y="9204"/>
                  <a:pt x="12827" y="9044"/>
                </a:cubicBezTo>
                <a:cubicBezTo>
                  <a:pt x="12776" y="8993"/>
                  <a:pt x="12713" y="8970"/>
                  <a:pt x="12651" y="8970"/>
                </a:cubicBezTo>
                <a:close/>
                <a:moveTo>
                  <a:pt x="5001" y="8980"/>
                </a:moveTo>
                <a:cubicBezTo>
                  <a:pt x="4872" y="8980"/>
                  <a:pt x="4748" y="9078"/>
                  <a:pt x="4748" y="9234"/>
                </a:cubicBezTo>
                <a:cubicBezTo>
                  <a:pt x="4748" y="9380"/>
                  <a:pt x="4865" y="9497"/>
                  <a:pt x="4997" y="9497"/>
                </a:cubicBezTo>
                <a:cubicBezTo>
                  <a:pt x="5230" y="9497"/>
                  <a:pt x="5347" y="9219"/>
                  <a:pt x="5186" y="9058"/>
                </a:cubicBezTo>
                <a:cubicBezTo>
                  <a:pt x="5133" y="9005"/>
                  <a:pt x="5066" y="8980"/>
                  <a:pt x="5001" y="8980"/>
                </a:cubicBezTo>
                <a:close/>
                <a:moveTo>
                  <a:pt x="6550" y="8980"/>
                </a:moveTo>
                <a:cubicBezTo>
                  <a:pt x="6420" y="8980"/>
                  <a:pt x="6297" y="9078"/>
                  <a:pt x="6297" y="9234"/>
                </a:cubicBezTo>
                <a:cubicBezTo>
                  <a:pt x="6297" y="9380"/>
                  <a:pt x="6399" y="9497"/>
                  <a:pt x="6545" y="9497"/>
                </a:cubicBezTo>
                <a:cubicBezTo>
                  <a:pt x="6779" y="9497"/>
                  <a:pt x="6896" y="9219"/>
                  <a:pt x="6735" y="9058"/>
                </a:cubicBezTo>
                <a:cubicBezTo>
                  <a:pt x="6682" y="9005"/>
                  <a:pt x="6615" y="8980"/>
                  <a:pt x="6550" y="8980"/>
                </a:cubicBezTo>
                <a:close/>
                <a:moveTo>
                  <a:pt x="12139" y="10284"/>
                </a:moveTo>
                <a:cubicBezTo>
                  <a:pt x="12006" y="10284"/>
                  <a:pt x="11878" y="10389"/>
                  <a:pt x="11878" y="10549"/>
                </a:cubicBezTo>
                <a:cubicBezTo>
                  <a:pt x="11878" y="10695"/>
                  <a:pt x="11995" y="10797"/>
                  <a:pt x="12126" y="10812"/>
                </a:cubicBezTo>
                <a:cubicBezTo>
                  <a:pt x="12360" y="10812"/>
                  <a:pt x="12477" y="10534"/>
                  <a:pt x="12316" y="10359"/>
                </a:cubicBezTo>
                <a:cubicBezTo>
                  <a:pt x="12265" y="10307"/>
                  <a:pt x="12202" y="10284"/>
                  <a:pt x="12139" y="10284"/>
                </a:cubicBezTo>
                <a:close/>
                <a:moveTo>
                  <a:pt x="5753" y="10561"/>
                </a:moveTo>
                <a:cubicBezTo>
                  <a:pt x="5621" y="10561"/>
                  <a:pt x="5493" y="10663"/>
                  <a:pt x="5493" y="10812"/>
                </a:cubicBezTo>
                <a:cubicBezTo>
                  <a:pt x="5493" y="10958"/>
                  <a:pt x="5610" y="11075"/>
                  <a:pt x="5756" y="11075"/>
                </a:cubicBezTo>
                <a:cubicBezTo>
                  <a:pt x="5975" y="11075"/>
                  <a:pt x="6092" y="10797"/>
                  <a:pt x="5932" y="10636"/>
                </a:cubicBezTo>
                <a:cubicBezTo>
                  <a:pt x="5880" y="10584"/>
                  <a:pt x="5816" y="10561"/>
                  <a:pt x="5753" y="10561"/>
                </a:cubicBezTo>
                <a:close/>
                <a:moveTo>
                  <a:pt x="11225" y="11146"/>
                </a:moveTo>
                <a:cubicBezTo>
                  <a:pt x="11093" y="11146"/>
                  <a:pt x="10972" y="11247"/>
                  <a:pt x="10972" y="11396"/>
                </a:cubicBezTo>
                <a:cubicBezTo>
                  <a:pt x="10972" y="11542"/>
                  <a:pt x="11074" y="11659"/>
                  <a:pt x="11220" y="11659"/>
                </a:cubicBezTo>
                <a:cubicBezTo>
                  <a:pt x="11454" y="11659"/>
                  <a:pt x="11571" y="11381"/>
                  <a:pt x="11410" y="11221"/>
                </a:cubicBezTo>
                <a:cubicBezTo>
                  <a:pt x="11354" y="11169"/>
                  <a:pt x="11288" y="11146"/>
                  <a:pt x="11225" y="11146"/>
                </a:cubicBezTo>
                <a:close/>
                <a:moveTo>
                  <a:pt x="5010" y="11760"/>
                </a:moveTo>
                <a:cubicBezTo>
                  <a:pt x="4877" y="11760"/>
                  <a:pt x="4748" y="11865"/>
                  <a:pt x="4748" y="12024"/>
                </a:cubicBezTo>
                <a:cubicBezTo>
                  <a:pt x="4748" y="12156"/>
                  <a:pt x="4865" y="12273"/>
                  <a:pt x="4997" y="12273"/>
                </a:cubicBezTo>
                <a:cubicBezTo>
                  <a:pt x="5230" y="12273"/>
                  <a:pt x="5347" y="11995"/>
                  <a:pt x="5186" y="11834"/>
                </a:cubicBezTo>
                <a:cubicBezTo>
                  <a:pt x="5135" y="11783"/>
                  <a:pt x="5072" y="11760"/>
                  <a:pt x="5010" y="11760"/>
                </a:cubicBezTo>
                <a:close/>
                <a:moveTo>
                  <a:pt x="12389" y="12068"/>
                </a:moveTo>
                <a:cubicBezTo>
                  <a:pt x="12155" y="12068"/>
                  <a:pt x="12038" y="12346"/>
                  <a:pt x="12199" y="12506"/>
                </a:cubicBezTo>
                <a:cubicBezTo>
                  <a:pt x="12251" y="12558"/>
                  <a:pt x="12315" y="12581"/>
                  <a:pt x="12378" y="12581"/>
                </a:cubicBezTo>
                <a:cubicBezTo>
                  <a:pt x="12510" y="12581"/>
                  <a:pt x="12637" y="12479"/>
                  <a:pt x="12637" y="12331"/>
                </a:cubicBezTo>
                <a:cubicBezTo>
                  <a:pt x="12637" y="12185"/>
                  <a:pt x="12521" y="12068"/>
                  <a:pt x="12389" y="12068"/>
                </a:cubicBezTo>
                <a:close/>
                <a:moveTo>
                  <a:pt x="6180" y="12331"/>
                </a:moveTo>
                <a:cubicBezTo>
                  <a:pt x="6034" y="12331"/>
                  <a:pt x="5917" y="12433"/>
                  <a:pt x="5917" y="12579"/>
                </a:cubicBezTo>
                <a:cubicBezTo>
                  <a:pt x="5917" y="12739"/>
                  <a:pt x="6046" y="12844"/>
                  <a:pt x="6179" y="12844"/>
                </a:cubicBezTo>
                <a:cubicBezTo>
                  <a:pt x="6241" y="12844"/>
                  <a:pt x="6304" y="12820"/>
                  <a:pt x="6355" y="12769"/>
                </a:cubicBezTo>
                <a:cubicBezTo>
                  <a:pt x="6516" y="12609"/>
                  <a:pt x="6399" y="12331"/>
                  <a:pt x="6180" y="12331"/>
                </a:cubicBezTo>
                <a:close/>
                <a:moveTo>
                  <a:pt x="7334" y="6589"/>
                </a:moveTo>
                <a:lnTo>
                  <a:pt x="7334" y="12083"/>
                </a:lnTo>
                <a:cubicBezTo>
                  <a:pt x="7334" y="12959"/>
                  <a:pt x="6618" y="13660"/>
                  <a:pt x="5756" y="13660"/>
                </a:cubicBezTo>
                <a:cubicBezTo>
                  <a:pt x="4880" y="13660"/>
                  <a:pt x="4178" y="12959"/>
                  <a:pt x="4178" y="12083"/>
                </a:cubicBezTo>
                <a:lnTo>
                  <a:pt x="4178" y="6589"/>
                </a:lnTo>
                <a:close/>
                <a:moveTo>
                  <a:pt x="13499" y="6589"/>
                </a:moveTo>
                <a:lnTo>
                  <a:pt x="13499" y="12083"/>
                </a:lnTo>
                <a:cubicBezTo>
                  <a:pt x="13499" y="12959"/>
                  <a:pt x="12783" y="13660"/>
                  <a:pt x="11922" y="13660"/>
                </a:cubicBezTo>
                <a:cubicBezTo>
                  <a:pt x="11045" y="13660"/>
                  <a:pt x="10344" y="12959"/>
                  <a:pt x="10344" y="12083"/>
                </a:cubicBezTo>
                <a:lnTo>
                  <a:pt x="10344" y="6589"/>
                </a:lnTo>
                <a:close/>
                <a:moveTo>
                  <a:pt x="2104" y="4617"/>
                </a:moveTo>
                <a:cubicBezTo>
                  <a:pt x="2118" y="4617"/>
                  <a:pt x="2118" y="4632"/>
                  <a:pt x="2118" y="4632"/>
                </a:cubicBezTo>
                <a:lnTo>
                  <a:pt x="2118" y="15998"/>
                </a:lnTo>
                <a:lnTo>
                  <a:pt x="1607" y="15998"/>
                </a:lnTo>
                <a:lnTo>
                  <a:pt x="1607" y="4632"/>
                </a:lnTo>
                <a:cubicBezTo>
                  <a:pt x="1607" y="4632"/>
                  <a:pt x="1607" y="4617"/>
                  <a:pt x="1622" y="4617"/>
                </a:cubicBezTo>
                <a:close/>
                <a:moveTo>
                  <a:pt x="16041" y="5143"/>
                </a:moveTo>
                <a:cubicBezTo>
                  <a:pt x="16056" y="5143"/>
                  <a:pt x="16056" y="5143"/>
                  <a:pt x="16056" y="5158"/>
                </a:cubicBezTo>
                <a:lnTo>
                  <a:pt x="16056" y="15998"/>
                </a:lnTo>
                <a:lnTo>
                  <a:pt x="15545" y="15998"/>
                </a:lnTo>
                <a:lnTo>
                  <a:pt x="15545" y="5158"/>
                </a:lnTo>
                <a:cubicBezTo>
                  <a:pt x="15545" y="5143"/>
                  <a:pt x="15559" y="5143"/>
                  <a:pt x="15559" y="5143"/>
                </a:cubicBezTo>
                <a:close/>
                <a:moveTo>
                  <a:pt x="15033" y="6589"/>
                </a:moveTo>
                <a:lnTo>
                  <a:pt x="15033" y="15998"/>
                </a:lnTo>
                <a:lnTo>
                  <a:pt x="13792" y="15998"/>
                </a:lnTo>
                <a:cubicBezTo>
                  <a:pt x="13782" y="15997"/>
                  <a:pt x="13773" y="15997"/>
                  <a:pt x="13764" y="15997"/>
                </a:cubicBezTo>
                <a:cubicBezTo>
                  <a:pt x="13421" y="15997"/>
                  <a:pt x="13421" y="16510"/>
                  <a:pt x="13764" y="16510"/>
                </a:cubicBezTo>
                <a:cubicBezTo>
                  <a:pt x="13773" y="16510"/>
                  <a:pt x="13782" y="16510"/>
                  <a:pt x="13792" y="16509"/>
                </a:cubicBezTo>
                <a:lnTo>
                  <a:pt x="17079" y="16509"/>
                </a:lnTo>
                <a:cubicBezTo>
                  <a:pt x="17079" y="16509"/>
                  <a:pt x="17093" y="16509"/>
                  <a:pt x="17093" y="16524"/>
                </a:cubicBezTo>
                <a:lnTo>
                  <a:pt x="17093" y="17006"/>
                </a:lnTo>
                <a:cubicBezTo>
                  <a:pt x="17093" y="17021"/>
                  <a:pt x="17079" y="17021"/>
                  <a:pt x="17079" y="17021"/>
                </a:cubicBezTo>
                <a:lnTo>
                  <a:pt x="599" y="17021"/>
                </a:lnTo>
                <a:cubicBezTo>
                  <a:pt x="584" y="17021"/>
                  <a:pt x="570" y="17021"/>
                  <a:pt x="570" y="17006"/>
                </a:cubicBezTo>
                <a:lnTo>
                  <a:pt x="570" y="16524"/>
                </a:lnTo>
                <a:cubicBezTo>
                  <a:pt x="570" y="16509"/>
                  <a:pt x="584" y="16509"/>
                  <a:pt x="599" y="16509"/>
                </a:cubicBezTo>
                <a:lnTo>
                  <a:pt x="12594" y="16509"/>
                </a:lnTo>
                <a:cubicBezTo>
                  <a:pt x="12603" y="16510"/>
                  <a:pt x="12612" y="16510"/>
                  <a:pt x="12620" y="16510"/>
                </a:cubicBezTo>
                <a:cubicBezTo>
                  <a:pt x="12950" y="16510"/>
                  <a:pt x="12950" y="15997"/>
                  <a:pt x="12620" y="15997"/>
                </a:cubicBezTo>
                <a:cubicBezTo>
                  <a:pt x="12612" y="15997"/>
                  <a:pt x="12603" y="15997"/>
                  <a:pt x="12594" y="15998"/>
                </a:cubicBezTo>
                <a:lnTo>
                  <a:pt x="2630" y="15998"/>
                </a:lnTo>
                <a:lnTo>
                  <a:pt x="2630" y="6589"/>
                </a:lnTo>
                <a:lnTo>
                  <a:pt x="3667" y="6589"/>
                </a:lnTo>
                <a:lnTo>
                  <a:pt x="3667" y="12083"/>
                </a:lnTo>
                <a:cubicBezTo>
                  <a:pt x="3652" y="13237"/>
                  <a:pt x="4602" y="14172"/>
                  <a:pt x="5742" y="14172"/>
                </a:cubicBezTo>
                <a:cubicBezTo>
                  <a:pt x="6896" y="14172"/>
                  <a:pt x="7845" y="13237"/>
                  <a:pt x="7845" y="12083"/>
                </a:cubicBezTo>
                <a:lnTo>
                  <a:pt x="7845" y="6589"/>
                </a:lnTo>
                <a:lnTo>
                  <a:pt x="9832" y="6589"/>
                </a:lnTo>
                <a:lnTo>
                  <a:pt x="9832" y="12083"/>
                </a:lnTo>
                <a:cubicBezTo>
                  <a:pt x="9862" y="13222"/>
                  <a:pt x="10782" y="14113"/>
                  <a:pt x="11922" y="14113"/>
                </a:cubicBezTo>
                <a:cubicBezTo>
                  <a:pt x="13046" y="14113"/>
                  <a:pt x="13967" y="13222"/>
                  <a:pt x="14011" y="12083"/>
                </a:cubicBezTo>
                <a:lnTo>
                  <a:pt x="14011" y="6589"/>
                </a:lnTo>
                <a:close/>
                <a:moveTo>
                  <a:pt x="3915" y="0"/>
                </a:moveTo>
                <a:cubicBezTo>
                  <a:pt x="3053" y="0"/>
                  <a:pt x="2849" y="1213"/>
                  <a:pt x="3667" y="1505"/>
                </a:cubicBezTo>
                <a:lnTo>
                  <a:pt x="3667" y="6078"/>
                </a:lnTo>
                <a:lnTo>
                  <a:pt x="2630" y="6078"/>
                </a:lnTo>
                <a:lnTo>
                  <a:pt x="2630" y="4646"/>
                </a:lnTo>
                <a:cubicBezTo>
                  <a:pt x="2630" y="4354"/>
                  <a:pt x="2396" y="4106"/>
                  <a:pt x="2104" y="4106"/>
                </a:cubicBezTo>
                <a:lnTo>
                  <a:pt x="1622" y="4106"/>
                </a:lnTo>
                <a:cubicBezTo>
                  <a:pt x="1330" y="4106"/>
                  <a:pt x="1096" y="4354"/>
                  <a:pt x="1096" y="4646"/>
                </a:cubicBezTo>
                <a:lnTo>
                  <a:pt x="1096" y="6078"/>
                </a:lnTo>
                <a:lnTo>
                  <a:pt x="321" y="6078"/>
                </a:lnTo>
                <a:cubicBezTo>
                  <a:pt x="0" y="6107"/>
                  <a:pt x="0" y="6575"/>
                  <a:pt x="321" y="6589"/>
                </a:cubicBezTo>
                <a:lnTo>
                  <a:pt x="1096" y="6589"/>
                </a:lnTo>
                <a:lnTo>
                  <a:pt x="1096" y="15998"/>
                </a:lnTo>
                <a:lnTo>
                  <a:pt x="599" y="15998"/>
                </a:lnTo>
                <a:cubicBezTo>
                  <a:pt x="292" y="15998"/>
                  <a:pt x="58" y="16232"/>
                  <a:pt x="58" y="16539"/>
                </a:cubicBezTo>
                <a:lnTo>
                  <a:pt x="58" y="17006"/>
                </a:lnTo>
                <a:cubicBezTo>
                  <a:pt x="58" y="17298"/>
                  <a:pt x="292" y="17547"/>
                  <a:pt x="599" y="17547"/>
                </a:cubicBezTo>
                <a:lnTo>
                  <a:pt x="17079" y="17547"/>
                </a:lnTo>
                <a:cubicBezTo>
                  <a:pt x="17371" y="17547"/>
                  <a:pt x="17605" y="17298"/>
                  <a:pt x="17605" y="17006"/>
                </a:cubicBezTo>
                <a:lnTo>
                  <a:pt x="17605" y="16539"/>
                </a:lnTo>
                <a:cubicBezTo>
                  <a:pt x="17605" y="16232"/>
                  <a:pt x="17371" y="15998"/>
                  <a:pt x="17079" y="15998"/>
                </a:cubicBezTo>
                <a:lnTo>
                  <a:pt x="16582" y="15998"/>
                </a:lnTo>
                <a:lnTo>
                  <a:pt x="16582" y="6589"/>
                </a:lnTo>
                <a:lnTo>
                  <a:pt x="17342" y="6589"/>
                </a:lnTo>
                <a:cubicBezTo>
                  <a:pt x="17351" y="6590"/>
                  <a:pt x="17360" y="6590"/>
                  <a:pt x="17369" y="6590"/>
                </a:cubicBezTo>
                <a:cubicBezTo>
                  <a:pt x="17712" y="6590"/>
                  <a:pt x="17712" y="6077"/>
                  <a:pt x="17369" y="6077"/>
                </a:cubicBezTo>
                <a:cubicBezTo>
                  <a:pt x="17360" y="6077"/>
                  <a:pt x="17351" y="6077"/>
                  <a:pt x="17342" y="6078"/>
                </a:cubicBezTo>
                <a:lnTo>
                  <a:pt x="16582" y="6078"/>
                </a:lnTo>
                <a:lnTo>
                  <a:pt x="16582" y="5158"/>
                </a:lnTo>
                <a:cubicBezTo>
                  <a:pt x="16582" y="4851"/>
                  <a:pt x="16334" y="4617"/>
                  <a:pt x="16041" y="4617"/>
                </a:cubicBezTo>
                <a:lnTo>
                  <a:pt x="15559" y="4617"/>
                </a:lnTo>
                <a:cubicBezTo>
                  <a:pt x="15267" y="4617"/>
                  <a:pt x="15033" y="4851"/>
                  <a:pt x="15033" y="5158"/>
                </a:cubicBezTo>
                <a:lnTo>
                  <a:pt x="15033" y="6078"/>
                </a:lnTo>
                <a:lnTo>
                  <a:pt x="14011" y="6078"/>
                </a:lnTo>
                <a:lnTo>
                  <a:pt x="14011" y="1491"/>
                </a:lnTo>
                <a:cubicBezTo>
                  <a:pt x="14829" y="1198"/>
                  <a:pt x="14610" y="0"/>
                  <a:pt x="13748" y="0"/>
                </a:cubicBezTo>
                <a:lnTo>
                  <a:pt x="10081" y="0"/>
                </a:lnTo>
                <a:cubicBezTo>
                  <a:pt x="9219" y="0"/>
                  <a:pt x="9014" y="1198"/>
                  <a:pt x="9832" y="1491"/>
                </a:cubicBezTo>
                <a:lnTo>
                  <a:pt x="9832" y="6078"/>
                </a:lnTo>
                <a:lnTo>
                  <a:pt x="7845" y="6078"/>
                </a:lnTo>
                <a:lnTo>
                  <a:pt x="7845" y="3872"/>
                </a:lnTo>
                <a:cubicBezTo>
                  <a:pt x="7860" y="3682"/>
                  <a:pt x="7721" y="3587"/>
                  <a:pt x="7582" y="3587"/>
                </a:cubicBezTo>
                <a:cubicBezTo>
                  <a:pt x="7444" y="3587"/>
                  <a:pt x="7305" y="3682"/>
                  <a:pt x="7319" y="3872"/>
                </a:cubicBezTo>
                <a:lnTo>
                  <a:pt x="7319" y="6078"/>
                </a:lnTo>
                <a:lnTo>
                  <a:pt x="4178" y="6078"/>
                </a:lnTo>
                <a:lnTo>
                  <a:pt x="4178" y="1549"/>
                </a:lnTo>
                <a:lnTo>
                  <a:pt x="7334" y="1549"/>
                </a:lnTo>
                <a:lnTo>
                  <a:pt x="7334" y="2659"/>
                </a:lnTo>
                <a:cubicBezTo>
                  <a:pt x="7312" y="2849"/>
                  <a:pt x="7447" y="2944"/>
                  <a:pt x="7584" y="2944"/>
                </a:cubicBezTo>
                <a:cubicBezTo>
                  <a:pt x="7721" y="2944"/>
                  <a:pt x="7860" y="2849"/>
                  <a:pt x="7845" y="2659"/>
                </a:cubicBezTo>
                <a:lnTo>
                  <a:pt x="7845" y="1505"/>
                </a:lnTo>
                <a:cubicBezTo>
                  <a:pt x="8664" y="1213"/>
                  <a:pt x="8444" y="0"/>
                  <a:pt x="7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15"/>
          <p:cNvSpPr/>
          <p:nvPr/>
        </p:nvSpPr>
        <p:spPr>
          <a:xfrm>
            <a:off x="3376352" y="3958743"/>
            <a:ext cx="373341" cy="396205"/>
          </a:xfrm>
          <a:custGeom>
            <a:rect b="b" l="l" r="r" t="t"/>
            <a:pathLst>
              <a:path extrusionOk="0" h="17537" w="16525">
                <a:moveTo>
                  <a:pt x="3113" y="527"/>
                </a:moveTo>
                <a:cubicBezTo>
                  <a:pt x="3423" y="527"/>
                  <a:pt x="3734" y="699"/>
                  <a:pt x="3858" y="1042"/>
                </a:cubicBezTo>
                <a:lnTo>
                  <a:pt x="2368" y="1042"/>
                </a:lnTo>
                <a:cubicBezTo>
                  <a:pt x="2492" y="699"/>
                  <a:pt x="2802" y="527"/>
                  <a:pt x="3113" y="527"/>
                </a:cubicBezTo>
                <a:close/>
                <a:moveTo>
                  <a:pt x="6539" y="527"/>
                </a:moveTo>
                <a:cubicBezTo>
                  <a:pt x="6845" y="527"/>
                  <a:pt x="7152" y="699"/>
                  <a:pt x="7276" y="1042"/>
                </a:cubicBezTo>
                <a:lnTo>
                  <a:pt x="5801" y="1042"/>
                </a:lnTo>
                <a:cubicBezTo>
                  <a:pt x="5925" y="699"/>
                  <a:pt x="6232" y="527"/>
                  <a:pt x="6539" y="527"/>
                </a:cubicBezTo>
                <a:close/>
                <a:moveTo>
                  <a:pt x="9965" y="527"/>
                </a:moveTo>
                <a:cubicBezTo>
                  <a:pt x="10275" y="527"/>
                  <a:pt x="10585" y="699"/>
                  <a:pt x="10710" y="1042"/>
                </a:cubicBezTo>
                <a:lnTo>
                  <a:pt x="9219" y="1042"/>
                </a:lnTo>
                <a:cubicBezTo>
                  <a:pt x="9344" y="699"/>
                  <a:pt x="9654" y="527"/>
                  <a:pt x="9965" y="527"/>
                </a:cubicBezTo>
                <a:close/>
                <a:moveTo>
                  <a:pt x="13391" y="527"/>
                </a:moveTo>
                <a:cubicBezTo>
                  <a:pt x="13697" y="527"/>
                  <a:pt x="14004" y="699"/>
                  <a:pt x="14128" y="1042"/>
                </a:cubicBezTo>
                <a:lnTo>
                  <a:pt x="12653" y="1042"/>
                </a:lnTo>
                <a:cubicBezTo>
                  <a:pt x="12777" y="699"/>
                  <a:pt x="13084" y="527"/>
                  <a:pt x="13391" y="527"/>
                </a:cubicBezTo>
                <a:close/>
                <a:moveTo>
                  <a:pt x="3419" y="6185"/>
                </a:moveTo>
                <a:lnTo>
                  <a:pt x="3419" y="7558"/>
                </a:lnTo>
                <a:lnTo>
                  <a:pt x="2046" y="7558"/>
                </a:lnTo>
                <a:lnTo>
                  <a:pt x="2046" y="6185"/>
                </a:lnTo>
                <a:close/>
                <a:moveTo>
                  <a:pt x="7101" y="6185"/>
                </a:moveTo>
                <a:lnTo>
                  <a:pt x="7101" y="7339"/>
                </a:lnTo>
                <a:cubicBezTo>
                  <a:pt x="6926" y="7397"/>
                  <a:pt x="6765" y="7470"/>
                  <a:pt x="6604" y="7558"/>
                </a:cubicBezTo>
                <a:lnTo>
                  <a:pt x="5728" y="7558"/>
                </a:lnTo>
                <a:lnTo>
                  <a:pt x="5728" y="6185"/>
                </a:lnTo>
                <a:close/>
                <a:moveTo>
                  <a:pt x="10783" y="6185"/>
                </a:moveTo>
                <a:lnTo>
                  <a:pt x="10783" y="7558"/>
                </a:lnTo>
                <a:lnTo>
                  <a:pt x="9906" y="7558"/>
                </a:lnTo>
                <a:cubicBezTo>
                  <a:pt x="9745" y="7470"/>
                  <a:pt x="9585" y="7397"/>
                  <a:pt x="9409" y="7339"/>
                </a:cubicBezTo>
                <a:lnTo>
                  <a:pt x="9409" y="6185"/>
                </a:lnTo>
                <a:close/>
                <a:moveTo>
                  <a:pt x="14450" y="6185"/>
                </a:moveTo>
                <a:lnTo>
                  <a:pt x="14450" y="7558"/>
                </a:lnTo>
                <a:lnTo>
                  <a:pt x="13076" y="7558"/>
                </a:lnTo>
                <a:lnTo>
                  <a:pt x="13076" y="6185"/>
                </a:lnTo>
                <a:close/>
                <a:moveTo>
                  <a:pt x="2002" y="5673"/>
                </a:moveTo>
                <a:cubicBezTo>
                  <a:pt x="1739" y="5673"/>
                  <a:pt x="1535" y="5878"/>
                  <a:pt x="1535" y="6126"/>
                </a:cubicBezTo>
                <a:lnTo>
                  <a:pt x="1535" y="7602"/>
                </a:lnTo>
                <a:cubicBezTo>
                  <a:pt x="1535" y="7850"/>
                  <a:pt x="1739" y="8069"/>
                  <a:pt x="2002" y="8069"/>
                </a:cubicBezTo>
                <a:lnTo>
                  <a:pt x="3463" y="8069"/>
                </a:lnTo>
                <a:cubicBezTo>
                  <a:pt x="3726" y="8069"/>
                  <a:pt x="3931" y="7850"/>
                  <a:pt x="3931" y="7602"/>
                </a:cubicBezTo>
                <a:lnTo>
                  <a:pt x="3931" y="6126"/>
                </a:lnTo>
                <a:cubicBezTo>
                  <a:pt x="3931" y="5878"/>
                  <a:pt x="3726" y="5673"/>
                  <a:pt x="3463" y="5673"/>
                </a:cubicBezTo>
                <a:close/>
                <a:moveTo>
                  <a:pt x="13033" y="5659"/>
                </a:moveTo>
                <a:cubicBezTo>
                  <a:pt x="12770" y="5659"/>
                  <a:pt x="12565" y="5878"/>
                  <a:pt x="12565" y="6126"/>
                </a:cubicBezTo>
                <a:lnTo>
                  <a:pt x="12565" y="7602"/>
                </a:lnTo>
                <a:cubicBezTo>
                  <a:pt x="12565" y="7850"/>
                  <a:pt x="12770" y="8069"/>
                  <a:pt x="13033" y="8069"/>
                </a:cubicBezTo>
                <a:lnTo>
                  <a:pt x="14508" y="8069"/>
                </a:lnTo>
                <a:cubicBezTo>
                  <a:pt x="14757" y="8069"/>
                  <a:pt x="14961" y="7850"/>
                  <a:pt x="14961" y="7602"/>
                </a:cubicBezTo>
                <a:lnTo>
                  <a:pt x="14961" y="6126"/>
                </a:lnTo>
                <a:cubicBezTo>
                  <a:pt x="14961" y="5878"/>
                  <a:pt x="14757" y="5659"/>
                  <a:pt x="14508" y="5659"/>
                </a:cubicBezTo>
                <a:close/>
                <a:moveTo>
                  <a:pt x="3419" y="10407"/>
                </a:moveTo>
                <a:lnTo>
                  <a:pt x="3419" y="11780"/>
                </a:lnTo>
                <a:lnTo>
                  <a:pt x="2046" y="11780"/>
                </a:lnTo>
                <a:lnTo>
                  <a:pt x="2046" y="10407"/>
                </a:lnTo>
                <a:close/>
                <a:moveTo>
                  <a:pt x="14450" y="10407"/>
                </a:moveTo>
                <a:lnTo>
                  <a:pt x="14450" y="11780"/>
                </a:lnTo>
                <a:lnTo>
                  <a:pt x="13076" y="11780"/>
                </a:lnTo>
                <a:lnTo>
                  <a:pt x="13076" y="10407"/>
                </a:lnTo>
                <a:close/>
                <a:moveTo>
                  <a:pt x="2002" y="9895"/>
                </a:moveTo>
                <a:cubicBezTo>
                  <a:pt x="1739" y="9895"/>
                  <a:pt x="1535" y="10100"/>
                  <a:pt x="1535" y="10363"/>
                </a:cubicBezTo>
                <a:lnTo>
                  <a:pt x="1535" y="11824"/>
                </a:lnTo>
                <a:cubicBezTo>
                  <a:pt x="1535" y="12087"/>
                  <a:pt x="1739" y="12291"/>
                  <a:pt x="2002" y="12291"/>
                </a:cubicBezTo>
                <a:lnTo>
                  <a:pt x="3478" y="12291"/>
                </a:lnTo>
                <a:cubicBezTo>
                  <a:pt x="3726" y="12291"/>
                  <a:pt x="3931" y="12087"/>
                  <a:pt x="3931" y="11824"/>
                </a:cubicBezTo>
                <a:lnTo>
                  <a:pt x="3931" y="10363"/>
                </a:lnTo>
                <a:cubicBezTo>
                  <a:pt x="3931" y="10100"/>
                  <a:pt x="3726" y="9895"/>
                  <a:pt x="3478" y="9895"/>
                </a:cubicBezTo>
                <a:close/>
                <a:moveTo>
                  <a:pt x="13033" y="9895"/>
                </a:moveTo>
                <a:cubicBezTo>
                  <a:pt x="12784" y="9895"/>
                  <a:pt x="12565" y="10100"/>
                  <a:pt x="12565" y="10348"/>
                </a:cubicBezTo>
                <a:lnTo>
                  <a:pt x="12565" y="11824"/>
                </a:lnTo>
                <a:cubicBezTo>
                  <a:pt x="12565" y="12087"/>
                  <a:pt x="12784" y="12291"/>
                  <a:pt x="13033" y="12291"/>
                </a:cubicBezTo>
                <a:lnTo>
                  <a:pt x="14508" y="12291"/>
                </a:lnTo>
                <a:cubicBezTo>
                  <a:pt x="14757" y="12291"/>
                  <a:pt x="14961" y="12087"/>
                  <a:pt x="14976" y="11824"/>
                </a:cubicBezTo>
                <a:lnTo>
                  <a:pt x="14976" y="10348"/>
                </a:lnTo>
                <a:cubicBezTo>
                  <a:pt x="14976" y="10100"/>
                  <a:pt x="14757" y="9895"/>
                  <a:pt x="14508" y="9895"/>
                </a:cubicBezTo>
                <a:close/>
                <a:moveTo>
                  <a:pt x="16254" y="12554"/>
                </a:moveTo>
                <a:cubicBezTo>
                  <a:pt x="16252" y="12554"/>
                  <a:pt x="16249" y="12554"/>
                  <a:pt x="16247" y="12554"/>
                </a:cubicBezTo>
                <a:lnTo>
                  <a:pt x="16261" y="12554"/>
                </a:lnTo>
                <a:cubicBezTo>
                  <a:pt x="16259" y="12554"/>
                  <a:pt x="16256" y="12554"/>
                  <a:pt x="16254" y="12554"/>
                </a:cubicBezTo>
                <a:close/>
                <a:moveTo>
                  <a:pt x="8577" y="8829"/>
                </a:moveTo>
                <a:lnTo>
                  <a:pt x="8577" y="10144"/>
                </a:lnTo>
                <a:cubicBezTo>
                  <a:pt x="8577" y="10334"/>
                  <a:pt x="8737" y="10509"/>
                  <a:pt x="8942" y="10509"/>
                </a:cubicBezTo>
                <a:lnTo>
                  <a:pt x="10257" y="10509"/>
                </a:lnTo>
                <a:lnTo>
                  <a:pt x="10257" y="11152"/>
                </a:lnTo>
                <a:lnTo>
                  <a:pt x="8956" y="11152"/>
                </a:lnTo>
                <a:cubicBezTo>
                  <a:pt x="8752" y="11152"/>
                  <a:pt x="8591" y="11327"/>
                  <a:pt x="8591" y="11517"/>
                </a:cubicBezTo>
                <a:lnTo>
                  <a:pt x="8591" y="12847"/>
                </a:lnTo>
                <a:lnTo>
                  <a:pt x="7934" y="12847"/>
                </a:lnTo>
                <a:lnTo>
                  <a:pt x="7934" y="11532"/>
                </a:lnTo>
                <a:cubicBezTo>
                  <a:pt x="7934" y="11342"/>
                  <a:pt x="7773" y="11166"/>
                  <a:pt x="7569" y="11166"/>
                </a:cubicBezTo>
                <a:lnTo>
                  <a:pt x="6254" y="11166"/>
                </a:lnTo>
                <a:lnTo>
                  <a:pt x="6254" y="10524"/>
                </a:lnTo>
                <a:lnTo>
                  <a:pt x="7569" y="10524"/>
                </a:lnTo>
                <a:cubicBezTo>
                  <a:pt x="7773" y="10524"/>
                  <a:pt x="7934" y="10363"/>
                  <a:pt x="7934" y="10158"/>
                </a:cubicBezTo>
                <a:lnTo>
                  <a:pt x="7934" y="8829"/>
                </a:lnTo>
                <a:close/>
                <a:moveTo>
                  <a:pt x="7905" y="8318"/>
                </a:moveTo>
                <a:cubicBezTo>
                  <a:pt x="7642" y="8318"/>
                  <a:pt x="7422" y="8537"/>
                  <a:pt x="7422" y="8800"/>
                </a:cubicBezTo>
                <a:lnTo>
                  <a:pt x="7422" y="9998"/>
                </a:lnTo>
                <a:lnTo>
                  <a:pt x="6239" y="9998"/>
                </a:lnTo>
                <a:cubicBezTo>
                  <a:pt x="5962" y="9998"/>
                  <a:pt x="5742" y="10217"/>
                  <a:pt x="5742" y="10480"/>
                </a:cubicBezTo>
                <a:lnTo>
                  <a:pt x="5742" y="11181"/>
                </a:lnTo>
                <a:cubicBezTo>
                  <a:pt x="5742" y="11444"/>
                  <a:pt x="5962" y="11663"/>
                  <a:pt x="6239" y="11663"/>
                </a:cubicBezTo>
                <a:lnTo>
                  <a:pt x="7422" y="11663"/>
                </a:lnTo>
                <a:lnTo>
                  <a:pt x="7422" y="12861"/>
                </a:lnTo>
                <a:cubicBezTo>
                  <a:pt x="7422" y="13139"/>
                  <a:pt x="7642" y="13358"/>
                  <a:pt x="7919" y="13358"/>
                </a:cubicBezTo>
                <a:lnTo>
                  <a:pt x="8606" y="13358"/>
                </a:lnTo>
                <a:cubicBezTo>
                  <a:pt x="8869" y="13358"/>
                  <a:pt x="9088" y="13139"/>
                  <a:pt x="9088" y="12861"/>
                </a:cubicBezTo>
                <a:lnTo>
                  <a:pt x="9088" y="11663"/>
                </a:lnTo>
                <a:lnTo>
                  <a:pt x="10286" y="11663"/>
                </a:lnTo>
                <a:cubicBezTo>
                  <a:pt x="10564" y="11663"/>
                  <a:pt x="10783" y="11444"/>
                  <a:pt x="10768" y="11181"/>
                </a:cubicBezTo>
                <a:lnTo>
                  <a:pt x="10768" y="10480"/>
                </a:lnTo>
                <a:cubicBezTo>
                  <a:pt x="10783" y="10217"/>
                  <a:pt x="10564" y="9998"/>
                  <a:pt x="10286" y="9998"/>
                </a:cubicBezTo>
                <a:lnTo>
                  <a:pt x="9088" y="9998"/>
                </a:lnTo>
                <a:lnTo>
                  <a:pt x="9088" y="8800"/>
                </a:lnTo>
                <a:cubicBezTo>
                  <a:pt x="9088" y="8537"/>
                  <a:pt x="8869" y="8318"/>
                  <a:pt x="8606" y="8318"/>
                </a:cubicBezTo>
                <a:close/>
                <a:moveTo>
                  <a:pt x="8232" y="7658"/>
                </a:moveTo>
                <a:cubicBezTo>
                  <a:pt x="9860" y="7658"/>
                  <a:pt x="11426" y="8927"/>
                  <a:pt x="11426" y="10845"/>
                </a:cubicBezTo>
                <a:cubicBezTo>
                  <a:pt x="11411" y="12584"/>
                  <a:pt x="9994" y="14001"/>
                  <a:pt x="8255" y="14001"/>
                </a:cubicBezTo>
                <a:cubicBezTo>
                  <a:pt x="5436" y="14001"/>
                  <a:pt x="4018" y="10597"/>
                  <a:pt x="6020" y="8595"/>
                </a:cubicBezTo>
                <a:cubicBezTo>
                  <a:pt x="6662" y="7948"/>
                  <a:pt x="7455" y="7658"/>
                  <a:pt x="8232" y="7658"/>
                </a:cubicBezTo>
                <a:close/>
                <a:moveTo>
                  <a:pt x="3419" y="14132"/>
                </a:moveTo>
                <a:lnTo>
                  <a:pt x="3419" y="15491"/>
                </a:lnTo>
                <a:lnTo>
                  <a:pt x="2046" y="15491"/>
                </a:lnTo>
                <a:lnTo>
                  <a:pt x="2046" y="14132"/>
                </a:lnTo>
                <a:close/>
                <a:moveTo>
                  <a:pt x="6604" y="14132"/>
                </a:moveTo>
                <a:cubicBezTo>
                  <a:pt x="6765" y="14205"/>
                  <a:pt x="6926" y="14278"/>
                  <a:pt x="7101" y="14337"/>
                </a:cubicBezTo>
                <a:lnTo>
                  <a:pt x="7101" y="15491"/>
                </a:lnTo>
                <a:lnTo>
                  <a:pt x="5728" y="15491"/>
                </a:lnTo>
                <a:lnTo>
                  <a:pt x="5728" y="14132"/>
                </a:lnTo>
                <a:close/>
                <a:moveTo>
                  <a:pt x="10783" y="14118"/>
                </a:moveTo>
                <a:lnTo>
                  <a:pt x="10783" y="15491"/>
                </a:lnTo>
                <a:lnTo>
                  <a:pt x="9409" y="15491"/>
                </a:lnTo>
                <a:lnTo>
                  <a:pt x="9409" y="14337"/>
                </a:lnTo>
                <a:cubicBezTo>
                  <a:pt x="9585" y="14278"/>
                  <a:pt x="9745" y="14205"/>
                  <a:pt x="9906" y="14118"/>
                </a:cubicBezTo>
                <a:close/>
                <a:moveTo>
                  <a:pt x="14450" y="14132"/>
                </a:moveTo>
                <a:lnTo>
                  <a:pt x="14450" y="15491"/>
                </a:lnTo>
                <a:lnTo>
                  <a:pt x="13076" y="15491"/>
                </a:lnTo>
                <a:lnTo>
                  <a:pt x="13076" y="14132"/>
                </a:lnTo>
                <a:close/>
                <a:moveTo>
                  <a:pt x="2002" y="13606"/>
                </a:moveTo>
                <a:cubicBezTo>
                  <a:pt x="1739" y="13606"/>
                  <a:pt x="1535" y="13811"/>
                  <a:pt x="1535" y="14074"/>
                </a:cubicBezTo>
                <a:lnTo>
                  <a:pt x="1535" y="15535"/>
                </a:lnTo>
                <a:cubicBezTo>
                  <a:pt x="1535" y="15798"/>
                  <a:pt x="1739" y="16002"/>
                  <a:pt x="2002" y="16002"/>
                </a:cubicBezTo>
                <a:lnTo>
                  <a:pt x="3478" y="16002"/>
                </a:lnTo>
                <a:cubicBezTo>
                  <a:pt x="3726" y="16002"/>
                  <a:pt x="3931" y="15798"/>
                  <a:pt x="3931" y="15535"/>
                </a:cubicBezTo>
                <a:lnTo>
                  <a:pt x="3931" y="14074"/>
                </a:lnTo>
                <a:cubicBezTo>
                  <a:pt x="3931" y="13811"/>
                  <a:pt x="3726" y="13606"/>
                  <a:pt x="3478" y="13606"/>
                </a:cubicBezTo>
                <a:close/>
                <a:moveTo>
                  <a:pt x="5684" y="5659"/>
                </a:moveTo>
                <a:cubicBezTo>
                  <a:pt x="5436" y="5659"/>
                  <a:pt x="5216" y="5878"/>
                  <a:pt x="5216" y="6126"/>
                </a:cubicBezTo>
                <a:lnTo>
                  <a:pt x="5216" y="7602"/>
                </a:lnTo>
                <a:cubicBezTo>
                  <a:pt x="5216" y="7850"/>
                  <a:pt x="5436" y="8069"/>
                  <a:pt x="5684" y="8069"/>
                </a:cubicBezTo>
                <a:lnTo>
                  <a:pt x="5845" y="8069"/>
                </a:lnTo>
                <a:cubicBezTo>
                  <a:pt x="4165" y="9530"/>
                  <a:pt x="4165" y="12145"/>
                  <a:pt x="5845" y="13606"/>
                </a:cubicBezTo>
                <a:lnTo>
                  <a:pt x="5684" y="13606"/>
                </a:lnTo>
                <a:cubicBezTo>
                  <a:pt x="5436" y="13606"/>
                  <a:pt x="5216" y="13811"/>
                  <a:pt x="5216" y="14074"/>
                </a:cubicBezTo>
                <a:lnTo>
                  <a:pt x="5216" y="15535"/>
                </a:lnTo>
                <a:cubicBezTo>
                  <a:pt x="5216" y="15798"/>
                  <a:pt x="5436" y="16002"/>
                  <a:pt x="5684" y="16002"/>
                </a:cubicBezTo>
                <a:lnTo>
                  <a:pt x="7145" y="16002"/>
                </a:lnTo>
                <a:cubicBezTo>
                  <a:pt x="7393" y="16002"/>
                  <a:pt x="7612" y="15798"/>
                  <a:pt x="7612" y="15535"/>
                </a:cubicBezTo>
                <a:lnTo>
                  <a:pt x="7612" y="14454"/>
                </a:lnTo>
                <a:cubicBezTo>
                  <a:pt x="7824" y="14490"/>
                  <a:pt x="8036" y="14508"/>
                  <a:pt x="8248" y="14508"/>
                </a:cubicBezTo>
                <a:cubicBezTo>
                  <a:pt x="8460" y="14508"/>
                  <a:pt x="8672" y="14490"/>
                  <a:pt x="8883" y="14454"/>
                </a:cubicBezTo>
                <a:lnTo>
                  <a:pt x="8883" y="15535"/>
                </a:lnTo>
                <a:cubicBezTo>
                  <a:pt x="8883" y="15798"/>
                  <a:pt x="9103" y="16002"/>
                  <a:pt x="9351" y="16002"/>
                </a:cubicBezTo>
                <a:lnTo>
                  <a:pt x="10827" y="16002"/>
                </a:lnTo>
                <a:cubicBezTo>
                  <a:pt x="11075" y="16002"/>
                  <a:pt x="11279" y="15798"/>
                  <a:pt x="11279" y="15535"/>
                </a:cubicBezTo>
                <a:lnTo>
                  <a:pt x="11279" y="14074"/>
                </a:lnTo>
                <a:cubicBezTo>
                  <a:pt x="11279" y="13811"/>
                  <a:pt x="11075" y="13606"/>
                  <a:pt x="10827" y="13606"/>
                </a:cubicBezTo>
                <a:lnTo>
                  <a:pt x="10666" y="13606"/>
                </a:lnTo>
                <a:cubicBezTo>
                  <a:pt x="11469" y="12905"/>
                  <a:pt x="11937" y="11897"/>
                  <a:pt x="11937" y="10845"/>
                </a:cubicBezTo>
                <a:lnTo>
                  <a:pt x="11937" y="10830"/>
                </a:lnTo>
                <a:cubicBezTo>
                  <a:pt x="11937" y="9778"/>
                  <a:pt x="11469" y="8756"/>
                  <a:pt x="10666" y="8069"/>
                </a:cubicBezTo>
                <a:lnTo>
                  <a:pt x="10827" y="8069"/>
                </a:lnTo>
                <a:cubicBezTo>
                  <a:pt x="11089" y="8069"/>
                  <a:pt x="11294" y="7850"/>
                  <a:pt x="11294" y="7602"/>
                </a:cubicBezTo>
                <a:lnTo>
                  <a:pt x="11294" y="6126"/>
                </a:lnTo>
                <a:cubicBezTo>
                  <a:pt x="11294" y="5878"/>
                  <a:pt x="11089" y="5659"/>
                  <a:pt x="10827" y="5659"/>
                </a:cubicBezTo>
                <a:lnTo>
                  <a:pt x="9351" y="5659"/>
                </a:lnTo>
                <a:cubicBezTo>
                  <a:pt x="9103" y="5659"/>
                  <a:pt x="8898" y="5878"/>
                  <a:pt x="8898" y="6126"/>
                </a:cubicBezTo>
                <a:lnTo>
                  <a:pt x="8898" y="7207"/>
                </a:lnTo>
                <a:cubicBezTo>
                  <a:pt x="8686" y="7171"/>
                  <a:pt x="8471" y="7152"/>
                  <a:pt x="8255" y="7152"/>
                </a:cubicBezTo>
                <a:cubicBezTo>
                  <a:pt x="8040" y="7152"/>
                  <a:pt x="7824" y="7171"/>
                  <a:pt x="7612" y="7207"/>
                </a:cubicBezTo>
                <a:lnTo>
                  <a:pt x="7612" y="6126"/>
                </a:lnTo>
                <a:cubicBezTo>
                  <a:pt x="7612" y="5878"/>
                  <a:pt x="7408" y="5659"/>
                  <a:pt x="7145" y="5659"/>
                </a:cubicBezTo>
                <a:close/>
                <a:moveTo>
                  <a:pt x="13033" y="13621"/>
                </a:moveTo>
                <a:cubicBezTo>
                  <a:pt x="12770" y="13621"/>
                  <a:pt x="12565" y="13825"/>
                  <a:pt x="12565" y="14074"/>
                </a:cubicBezTo>
                <a:lnTo>
                  <a:pt x="12565" y="15549"/>
                </a:lnTo>
                <a:cubicBezTo>
                  <a:pt x="12565" y="15798"/>
                  <a:pt x="12770" y="16017"/>
                  <a:pt x="13033" y="16017"/>
                </a:cubicBezTo>
                <a:lnTo>
                  <a:pt x="14508" y="16017"/>
                </a:lnTo>
                <a:cubicBezTo>
                  <a:pt x="14757" y="16017"/>
                  <a:pt x="14961" y="15798"/>
                  <a:pt x="14961" y="15549"/>
                </a:cubicBezTo>
                <a:lnTo>
                  <a:pt x="14961" y="14074"/>
                </a:lnTo>
                <a:cubicBezTo>
                  <a:pt x="14961" y="13825"/>
                  <a:pt x="14757" y="13621"/>
                  <a:pt x="14508" y="13621"/>
                </a:cubicBezTo>
                <a:close/>
                <a:moveTo>
                  <a:pt x="3118" y="1"/>
                </a:moveTo>
                <a:cubicBezTo>
                  <a:pt x="2554" y="1"/>
                  <a:pt x="1988" y="348"/>
                  <a:pt x="1842" y="1042"/>
                </a:cubicBezTo>
                <a:lnTo>
                  <a:pt x="1272" y="1042"/>
                </a:lnTo>
                <a:cubicBezTo>
                  <a:pt x="571" y="1042"/>
                  <a:pt x="1" y="1612"/>
                  <a:pt x="1" y="2313"/>
                </a:cubicBezTo>
                <a:lnTo>
                  <a:pt x="1" y="16265"/>
                </a:lnTo>
                <a:cubicBezTo>
                  <a:pt x="1" y="16966"/>
                  <a:pt x="571" y="17536"/>
                  <a:pt x="1272" y="17536"/>
                </a:cubicBezTo>
                <a:lnTo>
                  <a:pt x="15224" y="17536"/>
                </a:lnTo>
                <a:cubicBezTo>
                  <a:pt x="15940" y="17536"/>
                  <a:pt x="16510" y="16966"/>
                  <a:pt x="16510" y="16265"/>
                </a:cubicBezTo>
                <a:lnTo>
                  <a:pt x="16510" y="13489"/>
                </a:lnTo>
                <a:cubicBezTo>
                  <a:pt x="16524" y="13307"/>
                  <a:pt x="16389" y="13215"/>
                  <a:pt x="16254" y="13215"/>
                </a:cubicBezTo>
                <a:cubicBezTo>
                  <a:pt x="16119" y="13215"/>
                  <a:pt x="15984" y="13307"/>
                  <a:pt x="15998" y="13489"/>
                </a:cubicBezTo>
                <a:lnTo>
                  <a:pt x="15998" y="16265"/>
                </a:lnTo>
                <a:cubicBezTo>
                  <a:pt x="15998" y="16689"/>
                  <a:pt x="15648" y="17025"/>
                  <a:pt x="15224" y="17025"/>
                </a:cubicBezTo>
                <a:lnTo>
                  <a:pt x="1272" y="17025"/>
                </a:lnTo>
                <a:cubicBezTo>
                  <a:pt x="848" y="17025"/>
                  <a:pt x="512" y="16689"/>
                  <a:pt x="512" y="16265"/>
                </a:cubicBezTo>
                <a:lnTo>
                  <a:pt x="512" y="4636"/>
                </a:lnTo>
                <a:lnTo>
                  <a:pt x="1812" y="4636"/>
                </a:lnTo>
                <a:cubicBezTo>
                  <a:pt x="2148" y="4636"/>
                  <a:pt x="2148" y="4125"/>
                  <a:pt x="1812" y="4125"/>
                </a:cubicBezTo>
                <a:lnTo>
                  <a:pt x="512" y="4125"/>
                </a:lnTo>
                <a:lnTo>
                  <a:pt x="512" y="2313"/>
                </a:lnTo>
                <a:cubicBezTo>
                  <a:pt x="512" y="1889"/>
                  <a:pt x="848" y="1553"/>
                  <a:pt x="1272" y="1553"/>
                </a:cubicBezTo>
                <a:lnTo>
                  <a:pt x="1856" y="1553"/>
                </a:lnTo>
                <a:cubicBezTo>
                  <a:pt x="1973" y="2152"/>
                  <a:pt x="2514" y="2591"/>
                  <a:pt x="3127" y="2591"/>
                </a:cubicBezTo>
                <a:cubicBezTo>
                  <a:pt x="3463" y="2591"/>
                  <a:pt x="3463" y="2079"/>
                  <a:pt x="3127" y="2065"/>
                </a:cubicBezTo>
                <a:cubicBezTo>
                  <a:pt x="3117" y="2065"/>
                  <a:pt x="3106" y="2065"/>
                  <a:pt x="3096" y="2065"/>
                </a:cubicBezTo>
                <a:cubicBezTo>
                  <a:pt x="2773" y="2065"/>
                  <a:pt x="2495" y="1850"/>
                  <a:pt x="2382" y="1553"/>
                </a:cubicBezTo>
                <a:lnTo>
                  <a:pt x="5275" y="1553"/>
                </a:lnTo>
                <a:cubicBezTo>
                  <a:pt x="5406" y="2152"/>
                  <a:pt x="5947" y="2591"/>
                  <a:pt x="6561" y="2591"/>
                </a:cubicBezTo>
                <a:cubicBezTo>
                  <a:pt x="6897" y="2591"/>
                  <a:pt x="6897" y="2065"/>
                  <a:pt x="6561" y="2065"/>
                </a:cubicBezTo>
                <a:cubicBezTo>
                  <a:pt x="6550" y="2065"/>
                  <a:pt x="6539" y="2065"/>
                  <a:pt x="6529" y="2065"/>
                </a:cubicBezTo>
                <a:cubicBezTo>
                  <a:pt x="6206" y="2065"/>
                  <a:pt x="5929" y="1850"/>
                  <a:pt x="5815" y="1553"/>
                </a:cubicBezTo>
                <a:lnTo>
                  <a:pt x="8708" y="1553"/>
                </a:lnTo>
                <a:cubicBezTo>
                  <a:pt x="8840" y="2152"/>
                  <a:pt x="9366" y="2591"/>
                  <a:pt x="9994" y="2591"/>
                </a:cubicBezTo>
                <a:cubicBezTo>
                  <a:pt x="10330" y="2591"/>
                  <a:pt x="10330" y="2079"/>
                  <a:pt x="9994" y="2065"/>
                </a:cubicBezTo>
                <a:cubicBezTo>
                  <a:pt x="9983" y="2065"/>
                  <a:pt x="9973" y="2065"/>
                  <a:pt x="9962" y="2065"/>
                </a:cubicBezTo>
                <a:cubicBezTo>
                  <a:pt x="9639" y="2065"/>
                  <a:pt x="9362" y="1850"/>
                  <a:pt x="9249" y="1553"/>
                </a:cubicBezTo>
                <a:lnTo>
                  <a:pt x="12141" y="1553"/>
                </a:lnTo>
                <a:cubicBezTo>
                  <a:pt x="12273" y="2152"/>
                  <a:pt x="12799" y="2591"/>
                  <a:pt x="13427" y="2591"/>
                </a:cubicBezTo>
                <a:cubicBezTo>
                  <a:pt x="13763" y="2591"/>
                  <a:pt x="13763" y="2065"/>
                  <a:pt x="13427" y="2065"/>
                </a:cubicBezTo>
                <a:cubicBezTo>
                  <a:pt x="13416" y="2065"/>
                  <a:pt x="13406" y="2065"/>
                  <a:pt x="13395" y="2065"/>
                </a:cubicBezTo>
                <a:cubicBezTo>
                  <a:pt x="13073" y="2065"/>
                  <a:pt x="12795" y="1850"/>
                  <a:pt x="12682" y="1553"/>
                </a:cubicBezTo>
                <a:lnTo>
                  <a:pt x="15253" y="1553"/>
                </a:lnTo>
                <a:cubicBezTo>
                  <a:pt x="15677" y="1553"/>
                  <a:pt x="16028" y="1889"/>
                  <a:pt x="16028" y="2313"/>
                </a:cubicBezTo>
                <a:lnTo>
                  <a:pt x="16028" y="4125"/>
                </a:lnTo>
                <a:lnTo>
                  <a:pt x="3010" y="4125"/>
                </a:lnTo>
                <a:cubicBezTo>
                  <a:pt x="2660" y="4125"/>
                  <a:pt x="2660" y="4636"/>
                  <a:pt x="3010" y="4636"/>
                </a:cubicBezTo>
                <a:lnTo>
                  <a:pt x="15998" y="4636"/>
                </a:lnTo>
                <a:lnTo>
                  <a:pt x="15998" y="12306"/>
                </a:lnTo>
                <a:cubicBezTo>
                  <a:pt x="15998" y="12435"/>
                  <a:pt x="16111" y="12550"/>
                  <a:pt x="16254" y="12554"/>
                </a:cubicBezTo>
                <a:lnTo>
                  <a:pt x="16254" y="12554"/>
                </a:lnTo>
                <a:cubicBezTo>
                  <a:pt x="16397" y="12550"/>
                  <a:pt x="16510" y="12435"/>
                  <a:pt x="16510" y="12291"/>
                </a:cubicBezTo>
                <a:lnTo>
                  <a:pt x="16510" y="2313"/>
                </a:lnTo>
                <a:cubicBezTo>
                  <a:pt x="16510" y="1612"/>
                  <a:pt x="15925" y="1042"/>
                  <a:pt x="15224" y="1042"/>
                </a:cubicBezTo>
                <a:lnTo>
                  <a:pt x="14669" y="1042"/>
                </a:lnTo>
                <a:cubicBezTo>
                  <a:pt x="14523" y="348"/>
                  <a:pt x="13957" y="1"/>
                  <a:pt x="13391" y="1"/>
                </a:cubicBezTo>
                <a:cubicBezTo>
                  <a:pt x="12824" y="1"/>
                  <a:pt x="12258" y="348"/>
                  <a:pt x="12112" y="1042"/>
                </a:cubicBezTo>
                <a:lnTo>
                  <a:pt x="11236" y="1042"/>
                </a:lnTo>
                <a:cubicBezTo>
                  <a:pt x="11089" y="348"/>
                  <a:pt x="10523" y="1"/>
                  <a:pt x="9959" y="1"/>
                </a:cubicBezTo>
                <a:cubicBezTo>
                  <a:pt x="9395" y="1"/>
                  <a:pt x="8832" y="348"/>
                  <a:pt x="8694" y="1042"/>
                </a:cubicBezTo>
                <a:lnTo>
                  <a:pt x="7802" y="1042"/>
                </a:lnTo>
                <a:cubicBezTo>
                  <a:pt x="7664" y="348"/>
                  <a:pt x="7101" y="1"/>
                  <a:pt x="6537" y="1"/>
                </a:cubicBezTo>
                <a:cubicBezTo>
                  <a:pt x="5972" y="1"/>
                  <a:pt x="5406" y="348"/>
                  <a:pt x="5260" y="1042"/>
                </a:cubicBezTo>
                <a:lnTo>
                  <a:pt x="4384" y="1042"/>
                </a:lnTo>
                <a:cubicBezTo>
                  <a:pt x="4245" y="348"/>
                  <a:pt x="3682" y="1"/>
                  <a:pt x="3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5"/>
          <p:cNvSpPr/>
          <p:nvPr/>
        </p:nvSpPr>
        <p:spPr>
          <a:xfrm>
            <a:off x="3359859" y="3307390"/>
            <a:ext cx="431426" cy="396001"/>
          </a:xfrm>
          <a:custGeom>
            <a:rect b="b" l="l" r="r" t="t"/>
            <a:pathLst>
              <a:path extrusionOk="0" h="17528" w="19096">
                <a:moveTo>
                  <a:pt x="13543" y="2537"/>
                </a:moveTo>
                <a:lnTo>
                  <a:pt x="13543" y="3852"/>
                </a:lnTo>
                <a:cubicBezTo>
                  <a:pt x="13543" y="4057"/>
                  <a:pt x="13704" y="4217"/>
                  <a:pt x="13909" y="4217"/>
                </a:cubicBezTo>
                <a:lnTo>
                  <a:pt x="15209" y="4217"/>
                </a:lnTo>
                <a:lnTo>
                  <a:pt x="15209" y="4875"/>
                </a:lnTo>
                <a:lnTo>
                  <a:pt x="13909" y="4875"/>
                </a:lnTo>
                <a:cubicBezTo>
                  <a:pt x="13704" y="4875"/>
                  <a:pt x="13543" y="5036"/>
                  <a:pt x="13543" y="5240"/>
                </a:cubicBezTo>
                <a:lnTo>
                  <a:pt x="13543" y="6540"/>
                </a:lnTo>
                <a:lnTo>
                  <a:pt x="12886" y="6540"/>
                </a:lnTo>
                <a:lnTo>
                  <a:pt x="12886" y="5240"/>
                </a:lnTo>
                <a:cubicBezTo>
                  <a:pt x="12886" y="5036"/>
                  <a:pt x="12725" y="4875"/>
                  <a:pt x="12521" y="4875"/>
                </a:cubicBezTo>
                <a:lnTo>
                  <a:pt x="11220" y="4875"/>
                </a:lnTo>
                <a:lnTo>
                  <a:pt x="11220" y="4217"/>
                </a:lnTo>
                <a:lnTo>
                  <a:pt x="12521" y="4217"/>
                </a:lnTo>
                <a:cubicBezTo>
                  <a:pt x="12725" y="4217"/>
                  <a:pt x="12886" y="4057"/>
                  <a:pt x="12886" y="3852"/>
                </a:cubicBezTo>
                <a:lnTo>
                  <a:pt x="12886" y="2537"/>
                </a:lnTo>
                <a:close/>
                <a:moveTo>
                  <a:pt x="12842" y="2026"/>
                </a:moveTo>
                <a:cubicBezTo>
                  <a:pt x="12579" y="2026"/>
                  <a:pt x="12360" y="2245"/>
                  <a:pt x="12360" y="2523"/>
                </a:cubicBezTo>
                <a:lnTo>
                  <a:pt x="12360" y="3721"/>
                </a:lnTo>
                <a:lnTo>
                  <a:pt x="11162" y="3721"/>
                </a:lnTo>
                <a:cubicBezTo>
                  <a:pt x="10884" y="3721"/>
                  <a:pt x="10680" y="3940"/>
                  <a:pt x="10680" y="4203"/>
                </a:cubicBezTo>
                <a:lnTo>
                  <a:pt x="10680" y="4904"/>
                </a:lnTo>
                <a:cubicBezTo>
                  <a:pt x="10680" y="5167"/>
                  <a:pt x="10899" y="5386"/>
                  <a:pt x="11162" y="5386"/>
                </a:cubicBezTo>
                <a:lnTo>
                  <a:pt x="12360" y="5386"/>
                </a:lnTo>
                <a:lnTo>
                  <a:pt x="12360" y="6584"/>
                </a:lnTo>
                <a:cubicBezTo>
                  <a:pt x="12360" y="6847"/>
                  <a:pt x="12579" y="7066"/>
                  <a:pt x="12842" y="7066"/>
                </a:cubicBezTo>
                <a:lnTo>
                  <a:pt x="13543" y="7066"/>
                </a:lnTo>
                <a:cubicBezTo>
                  <a:pt x="13806" y="7066"/>
                  <a:pt x="14026" y="6847"/>
                  <a:pt x="14026" y="6584"/>
                </a:cubicBezTo>
                <a:lnTo>
                  <a:pt x="14026" y="5386"/>
                </a:lnTo>
                <a:lnTo>
                  <a:pt x="15224" y="5386"/>
                </a:lnTo>
                <a:cubicBezTo>
                  <a:pt x="15487" y="5386"/>
                  <a:pt x="15706" y="5167"/>
                  <a:pt x="15706" y="4904"/>
                </a:cubicBezTo>
                <a:lnTo>
                  <a:pt x="15706" y="4203"/>
                </a:lnTo>
                <a:cubicBezTo>
                  <a:pt x="15706" y="3940"/>
                  <a:pt x="15487" y="3721"/>
                  <a:pt x="15224" y="3721"/>
                </a:cubicBezTo>
                <a:lnTo>
                  <a:pt x="14026" y="3721"/>
                </a:lnTo>
                <a:lnTo>
                  <a:pt x="14026" y="2523"/>
                </a:lnTo>
                <a:cubicBezTo>
                  <a:pt x="14026" y="2245"/>
                  <a:pt x="13806" y="2026"/>
                  <a:pt x="13543" y="2026"/>
                </a:cubicBezTo>
                <a:close/>
                <a:moveTo>
                  <a:pt x="13198" y="1"/>
                </a:moveTo>
                <a:cubicBezTo>
                  <a:pt x="12787" y="1"/>
                  <a:pt x="12373" y="56"/>
                  <a:pt x="11966" y="171"/>
                </a:cubicBezTo>
                <a:cubicBezTo>
                  <a:pt x="11691" y="267"/>
                  <a:pt x="11778" y="672"/>
                  <a:pt x="12056" y="672"/>
                </a:cubicBezTo>
                <a:cubicBezTo>
                  <a:pt x="12074" y="672"/>
                  <a:pt x="12092" y="671"/>
                  <a:pt x="12112" y="667"/>
                </a:cubicBezTo>
                <a:cubicBezTo>
                  <a:pt x="12471" y="564"/>
                  <a:pt x="12839" y="514"/>
                  <a:pt x="13204" y="514"/>
                </a:cubicBezTo>
                <a:cubicBezTo>
                  <a:pt x="14234" y="514"/>
                  <a:pt x="15247" y="913"/>
                  <a:pt x="16012" y="1646"/>
                </a:cubicBezTo>
                <a:cubicBezTo>
                  <a:pt x="18423" y="3984"/>
                  <a:pt x="17094" y="8089"/>
                  <a:pt x="13763" y="8556"/>
                </a:cubicBezTo>
                <a:cubicBezTo>
                  <a:pt x="13578" y="8582"/>
                  <a:pt x="13393" y="8594"/>
                  <a:pt x="13210" y="8594"/>
                </a:cubicBezTo>
                <a:cubicBezTo>
                  <a:pt x="12536" y="8594"/>
                  <a:pt x="11876" y="8428"/>
                  <a:pt x="11279" y="8118"/>
                </a:cubicBezTo>
                <a:cubicBezTo>
                  <a:pt x="11217" y="8083"/>
                  <a:pt x="11144" y="8063"/>
                  <a:pt x="11067" y="8063"/>
                </a:cubicBezTo>
                <a:cubicBezTo>
                  <a:pt x="11017" y="8063"/>
                  <a:pt x="10966" y="8072"/>
                  <a:pt x="10914" y="8089"/>
                </a:cubicBezTo>
                <a:lnTo>
                  <a:pt x="9044" y="8717"/>
                </a:lnTo>
                <a:lnTo>
                  <a:pt x="9672" y="6833"/>
                </a:lnTo>
                <a:cubicBezTo>
                  <a:pt x="9701" y="6716"/>
                  <a:pt x="9701" y="6584"/>
                  <a:pt x="9643" y="6467"/>
                </a:cubicBezTo>
                <a:cubicBezTo>
                  <a:pt x="9234" y="5708"/>
                  <a:pt x="9073" y="4831"/>
                  <a:pt x="9204" y="3984"/>
                </a:cubicBezTo>
                <a:cubicBezTo>
                  <a:pt x="9321" y="3107"/>
                  <a:pt x="9730" y="2289"/>
                  <a:pt x="10359" y="1675"/>
                </a:cubicBezTo>
                <a:cubicBezTo>
                  <a:pt x="10578" y="1456"/>
                  <a:pt x="10826" y="1266"/>
                  <a:pt x="11089" y="1106"/>
                </a:cubicBezTo>
                <a:cubicBezTo>
                  <a:pt x="11356" y="972"/>
                  <a:pt x="11200" y="618"/>
                  <a:pt x="10964" y="618"/>
                </a:cubicBezTo>
                <a:cubicBezTo>
                  <a:pt x="10915" y="618"/>
                  <a:pt x="10864" y="632"/>
                  <a:pt x="10811" y="667"/>
                </a:cubicBezTo>
                <a:cubicBezTo>
                  <a:pt x="9657" y="1383"/>
                  <a:pt x="8883" y="2567"/>
                  <a:pt x="8693" y="3911"/>
                </a:cubicBezTo>
                <a:cubicBezTo>
                  <a:pt x="8547" y="4860"/>
                  <a:pt x="8722" y="5839"/>
                  <a:pt x="9175" y="6701"/>
                </a:cubicBezTo>
                <a:lnTo>
                  <a:pt x="8518" y="8644"/>
                </a:lnTo>
                <a:cubicBezTo>
                  <a:pt x="8459" y="8819"/>
                  <a:pt x="8503" y="8995"/>
                  <a:pt x="8635" y="9126"/>
                </a:cubicBezTo>
                <a:cubicBezTo>
                  <a:pt x="8717" y="9208"/>
                  <a:pt x="8835" y="9254"/>
                  <a:pt x="8953" y="9254"/>
                </a:cubicBezTo>
                <a:cubicBezTo>
                  <a:pt x="9004" y="9254"/>
                  <a:pt x="9054" y="9246"/>
                  <a:pt x="9102" y="9229"/>
                </a:cubicBezTo>
                <a:lnTo>
                  <a:pt x="11060" y="8586"/>
                </a:lnTo>
                <a:cubicBezTo>
                  <a:pt x="11723" y="8929"/>
                  <a:pt x="12457" y="9111"/>
                  <a:pt x="13207" y="9111"/>
                </a:cubicBezTo>
                <a:cubicBezTo>
                  <a:pt x="13416" y="9111"/>
                  <a:pt x="13626" y="9096"/>
                  <a:pt x="13836" y="9068"/>
                </a:cubicBezTo>
                <a:cubicBezTo>
                  <a:pt x="17590" y="8542"/>
                  <a:pt x="19095" y="3925"/>
                  <a:pt x="16363" y="1281"/>
                </a:cubicBezTo>
                <a:cubicBezTo>
                  <a:pt x="15499" y="449"/>
                  <a:pt x="14363" y="1"/>
                  <a:pt x="13198" y="1"/>
                </a:cubicBezTo>
                <a:close/>
                <a:moveTo>
                  <a:pt x="2951" y="5390"/>
                </a:moveTo>
                <a:cubicBezTo>
                  <a:pt x="2678" y="5390"/>
                  <a:pt x="2404" y="5496"/>
                  <a:pt x="2192" y="5708"/>
                </a:cubicBezTo>
                <a:lnTo>
                  <a:pt x="1067" y="6818"/>
                </a:lnTo>
                <a:cubicBezTo>
                  <a:pt x="278" y="7607"/>
                  <a:pt x="0" y="8790"/>
                  <a:pt x="380" y="9842"/>
                </a:cubicBezTo>
                <a:cubicBezTo>
                  <a:pt x="1344" y="12633"/>
                  <a:pt x="3302" y="14985"/>
                  <a:pt x="5873" y="16446"/>
                </a:cubicBezTo>
                <a:cubicBezTo>
                  <a:pt x="5917" y="16470"/>
                  <a:pt x="5960" y="16480"/>
                  <a:pt x="6001" y="16480"/>
                </a:cubicBezTo>
                <a:cubicBezTo>
                  <a:pt x="6228" y="16480"/>
                  <a:pt x="6370" y="16142"/>
                  <a:pt x="6122" y="15993"/>
                </a:cubicBezTo>
                <a:cubicBezTo>
                  <a:pt x="3667" y="14590"/>
                  <a:pt x="1797" y="12340"/>
                  <a:pt x="862" y="9667"/>
                </a:cubicBezTo>
                <a:cubicBezTo>
                  <a:pt x="555" y="8805"/>
                  <a:pt x="789" y="7826"/>
                  <a:pt x="1432" y="7183"/>
                </a:cubicBezTo>
                <a:lnTo>
                  <a:pt x="2557" y="6058"/>
                </a:lnTo>
                <a:cubicBezTo>
                  <a:pt x="2667" y="5949"/>
                  <a:pt x="2809" y="5894"/>
                  <a:pt x="2951" y="5894"/>
                </a:cubicBezTo>
                <a:cubicBezTo>
                  <a:pt x="3094" y="5894"/>
                  <a:pt x="3236" y="5949"/>
                  <a:pt x="3346" y="6058"/>
                </a:cubicBezTo>
                <a:lnTo>
                  <a:pt x="4778" y="7490"/>
                </a:lnTo>
                <a:cubicBezTo>
                  <a:pt x="4997" y="7709"/>
                  <a:pt x="4997" y="8074"/>
                  <a:pt x="4778" y="8294"/>
                </a:cubicBezTo>
                <a:lnTo>
                  <a:pt x="3784" y="9287"/>
                </a:lnTo>
                <a:cubicBezTo>
                  <a:pt x="3653" y="9418"/>
                  <a:pt x="3594" y="9623"/>
                  <a:pt x="3623" y="9813"/>
                </a:cubicBezTo>
                <a:cubicBezTo>
                  <a:pt x="4003" y="12019"/>
                  <a:pt x="5727" y="13743"/>
                  <a:pt x="7933" y="14123"/>
                </a:cubicBezTo>
                <a:cubicBezTo>
                  <a:pt x="7968" y="14128"/>
                  <a:pt x="8002" y="14130"/>
                  <a:pt x="8036" y="14130"/>
                </a:cubicBezTo>
                <a:cubicBezTo>
                  <a:pt x="8200" y="14130"/>
                  <a:pt x="8350" y="14071"/>
                  <a:pt x="8459" y="13962"/>
                </a:cubicBezTo>
                <a:lnTo>
                  <a:pt x="9453" y="12969"/>
                </a:lnTo>
                <a:cubicBezTo>
                  <a:pt x="9562" y="12859"/>
                  <a:pt x="9708" y="12804"/>
                  <a:pt x="9854" y="12804"/>
                </a:cubicBezTo>
                <a:cubicBezTo>
                  <a:pt x="10001" y="12804"/>
                  <a:pt x="10147" y="12859"/>
                  <a:pt x="10256" y="12969"/>
                </a:cubicBezTo>
                <a:lnTo>
                  <a:pt x="11688" y="14400"/>
                </a:lnTo>
                <a:cubicBezTo>
                  <a:pt x="11907" y="14619"/>
                  <a:pt x="11907" y="14970"/>
                  <a:pt x="11688" y="15204"/>
                </a:cubicBezTo>
                <a:lnTo>
                  <a:pt x="10563" y="16314"/>
                </a:lnTo>
                <a:cubicBezTo>
                  <a:pt x="10113" y="16775"/>
                  <a:pt x="9497" y="17020"/>
                  <a:pt x="8872" y="17020"/>
                </a:cubicBezTo>
                <a:cubicBezTo>
                  <a:pt x="8606" y="17020"/>
                  <a:pt x="8337" y="16976"/>
                  <a:pt x="8079" y="16884"/>
                </a:cubicBezTo>
                <a:cubicBezTo>
                  <a:pt x="7773" y="16782"/>
                  <a:pt x="7466" y="16650"/>
                  <a:pt x="7159" y="16519"/>
                </a:cubicBezTo>
                <a:cubicBezTo>
                  <a:pt x="7124" y="16505"/>
                  <a:pt x="7090" y="16499"/>
                  <a:pt x="7058" y="16499"/>
                </a:cubicBezTo>
                <a:cubicBezTo>
                  <a:pt x="6815" y="16499"/>
                  <a:pt x="6696" y="16857"/>
                  <a:pt x="6954" y="16986"/>
                </a:cubicBezTo>
                <a:cubicBezTo>
                  <a:pt x="7261" y="17132"/>
                  <a:pt x="7583" y="17249"/>
                  <a:pt x="7904" y="17366"/>
                </a:cubicBezTo>
                <a:cubicBezTo>
                  <a:pt x="8217" y="17475"/>
                  <a:pt x="8543" y="17528"/>
                  <a:pt x="8865" y="17528"/>
                </a:cubicBezTo>
                <a:cubicBezTo>
                  <a:pt x="9626" y="17528"/>
                  <a:pt x="10374" y="17233"/>
                  <a:pt x="10928" y="16679"/>
                </a:cubicBezTo>
                <a:lnTo>
                  <a:pt x="12039" y="15554"/>
                </a:lnTo>
                <a:cubicBezTo>
                  <a:pt x="12462" y="15131"/>
                  <a:pt x="12462" y="14459"/>
                  <a:pt x="12039" y="14035"/>
                </a:cubicBezTo>
                <a:lnTo>
                  <a:pt x="10621" y="12603"/>
                </a:lnTo>
                <a:cubicBezTo>
                  <a:pt x="10410" y="12392"/>
                  <a:pt x="10132" y="12286"/>
                  <a:pt x="9854" y="12286"/>
                </a:cubicBezTo>
                <a:cubicBezTo>
                  <a:pt x="9577" y="12286"/>
                  <a:pt x="9299" y="12392"/>
                  <a:pt x="9087" y="12603"/>
                </a:cubicBezTo>
                <a:lnTo>
                  <a:pt x="8094" y="13597"/>
                </a:lnTo>
                <a:cubicBezTo>
                  <a:pt x="8084" y="13607"/>
                  <a:pt x="8066" y="13617"/>
                  <a:pt x="8046" y="13617"/>
                </a:cubicBezTo>
                <a:cubicBezTo>
                  <a:pt x="8038" y="13617"/>
                  <a:pt x="8030" y="13616"/>
                  <a:pt x="8021" y="13611"/>
                </a:cubicBezTo>
                <a:cubicBezTo>
                  <a:pt x="6034" y="13275"/>
                  <a:pt x="4471" y="11712"/>
                  <a:pt x="4120" y="9725"/>
                </a:cubicBezTo>
                <a:cubicBezTo>
                  <a:pt x="4120" y="9696"/>
                  <a:pt x="4135" y="9667"/>
                  <a:pt x="4149" y="9638"/>
                </a:cubicBezTo>
                <a:lnTo>
                  <a:pt x="5143" y="8659"/>
                </a:lnTo>
                <a:cubicBezTo>
                  <a:pt x="5552" y="8220"/>
                  <a:pt x="5552" y="7548"/>
                  <a:pt x="5143" y="7125"/>
                </a:cubicBezTo>
                <a:lnTo>
                  <a:pt x="3711" y="5708"/>
                </a:lnTo>
                <a:cubicBezTo>
                  <a:pt x="3499" y="5496"/>
                  <a:pt x="3225" y="5390"/>
                  <a:pt x="2951" y="53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5"/>
          <p:cNvSpPr/>
          <p:nvPr/>
        </p:nvSpPr>
        <p:spPr>
          <a:xfrm>
            <a:off x="3366117" y="2655698"/>
            <a:ext cx="412607" cy="396205"/>
          </a:xfrm>
          <a:custGeom>
            <a:rect b="b" l="l" r="r" t="t"/>
            <a:pathLst>
              <a:path extrusionOk="0" h="17537" w="18263">
                <a:moveTo>
                  <a:pt x="12889" y="2498"/>
                </a:moveTo>
                <a:cubicBezTo>
                  <a:pt x="12559" y="2498"/>
                  <a:pt x="12559" y="3011"/>
                  <a:pt x="12889" y="3011"/>
                </a:cubicBezTo>
                <a:cubicBezTo>
                  <a:pt x="12898" y="3011"/>
                  <a:pt x="12907" y="3011"/>
                  <a:pt x="12916" y="3010"/>
                </a:cubicBezTo>
                <a:lnTo>
                  <a:pt x="13559" y="3010"/>
                </a:lnTo>
                <a:cubicBezTo>
                  <a:pt x="13568" y="3011"/>
                  <a:pt x="13577" y="3011"/>
                  <a:pt x="13585" y="3011"/>
                </a:cubicBezTo>
                <a:cubicBezTo>
                  <a:pt x="13915" y="3011"/>
                  <a:pt x="13915" y="2498"/>
                  <a:pt x="13585" y="2498"/>
                </a:cubicBezTo>
                <a:cubicBezTo>
                  <a:pt x="13577" y="2498"/>
                  <a:pt x="13568" y="2498"/>
                  <a:pt x="13559" y="2499"/>
                </a:cubicBezTo>
                <a:lnTo>
                  <a:pt x="12916" y="2499"/>
                </a:lnTo>
                <a:cubicBezTo>
                  <a:pt x="12907" y="2498"/>
                  <a:pt x="12898" y="2498"/>
                  <a:pt x="12889" y="2498"/>
                </a:cubicBezTo>
                <a:close/>
                <a:moveTo>
                  <a:pt x="12889" y="3521"/>
                </a:moveTo>
                <a:cubicBezTo>
                  <a:pt x="12559" y="3521"/>
                  <a:pt x="12559" y="4034"/>
                  <a:pt x="12889" y="4034"/>
                </a:cubicBezTo>
                <a:cubicBezTo>
                  <a:pt x="12898" y="4034"/>
                  <a:pt x="12907" y="4034"/>
                  <a:pt x="12916" y="4033"/>
                </a:cubicBezTo>
                <a:lnTo>
                  <a:pt x="13559" y="4033"/>
                </a:lnTo>
                <a:cubicBezTo>
                  <a:pt x="13568" y="4034"/>
                  <a:pt x="13577" y="4034"/>
                  <a:pt x="13585" y="4034"/>
                </a:cubicBezTo>
                <a:cubicBezTo>
                  <a:pt x="13915" y="4034"/>
                  <a:pt x="13915" y="3521"/>
                  <a:pt x="13585" y="3521"/>
                </a:cubicBezTo>
                <a:cubicBezTo>
                  <a:pt x="13577" y="3521"/>
                  <a:pt x="13568" y="3521"/>
                  <a:pt x="13559" y="3522"/>
                </a:cubicBezTo>
                <a:lnTo>
                  <a:pt x="12916" y="3522"/>
                </a:lnTo>
                <a:cubicBezTo>
                  <a:pt x="12907" y="3521"/>
                  <a:pt x="12898" y="3521"/>
                  <a:pt x="12889" y="3521"/>
                </a:cubicBezTo>
                <a:close/>
                <a:moveTo>
                  <a:pt x="12878" y="4557"/>
                </a:moveTo>
                <a:cubicBezTo>
                  <a:pt x="12559" y="4557"/>
                  <a:pt x="12563" y="5071"/>
                  <a:pt x="12890" y="5071"/>
                </a:cubicBezTo>
                <a:cubicBezTo>
                  <a:pt x="12898" y="5071"/>
                  <a:pt x="12907" y="5071"/>
                  <a:pt x="12916" y="5070"/>
                </a:cubicBezTo>
                <a:lnTo>
                  <a:pt x="13559" y="5070"/>
                </a:lnTo>
                <a:cubicBezTo>
                  <a:pt x="13568" y="5071"/>
                  <a:pt x="13576" y="5071"/>
                  <a:pt x="13585" y="5071"/>
                </a:cubicBezTo>
                <a:cubicBezTo>
                  <a:pt x="13911" y="5071"/>
                  <a:pt x="13915" y="4557"/>
                  <a:pt x="13597" y="4557"/>
                </a:cubicBezTo>
                <a:cubicBezTo>
                  <a:pt x="13585" y="4557"/>
                  <a:pt x="13572" y="4557"/>
                  <a:pt x="13559" y="4559"/>
                </a:cubicBezTo>
                <a:lnTo>
                  <a:pt x="12916" y="4559"/>
                </a:lnTo>
                <a:cubicBezTo>
                  <a:pt x="12903" y="4557"/>
                  <a:pt x="12890" y="4557"/>
                  <a:pt x="12878" y="4557"/>
                </a:cubicBezTo>
                <a:close/>
                <a:moveTo>
                  <a:pt x="2426" y="4647"/>
                </a:moveTo>
                <a:lnTo>
                  <a:pt x="2426" y="5655"/>
                </a:lnTo>
                <a:cubicBezTo>
                  <a:pt x="1754" y="5655"/>
                  <a:pt x="1754" y="4647"/>
                  <a:pt x="2426" y="4647"/>
                </a:cubicBezTo>
                <a:close/>
                <a:moveTo>
                  <a:pt x="10827" y="4647"/>
                </a:moveTo>
                <a:cubicBezTo>
                  <a:pt x="11499" y="4647"/>
                  <a:pt x="11499" y="5655"/>
                  <a:pt x="10827" y="5655"/>
                </a:cubicBezTo>
                <a:lnTo>
                  <a:pt x="10827" y="4647"/>
                </a:lnTo>
                <a:close/>
                <a:moveTo>
                  <a:pt x="4829" y="5048"/>
                </a:moveTo>
                <a:cubicBezTo>
                  <a:pt x="4712" y="5048"/>
                  <a:pt x="4596" y="5100"/>
                  <a:pt x="4515" y="5202"/>
                </a:cubicBezTo>
                <a:lnTo>
                  <a:pt x="4223" y="5567"/>
                </a:lnTo>
                <a:cubicBezTo>
                  <a:pt x="4043" y="5768"/>
                  <a:pt x="4224" y="6008"/>
                  <a:pt x="4420" y="6008"/>
                </a:cubicBezTo>
                <a:cubicBezTo>
                  <a:pt x="4495" y="6008"/>
                  <a:pt x="4572" y="5973"/>
                  <a:pt x="4632" y="5889"/>
                </a:cubicBezTo>
                <a:lnTo>
                  <a:pt x="4822" y="5640"/>
                </a:lnTo>
                <a:lnTo>
                  <a:pt x="5027" y="5889"/>
                </a:lnTo>
                <a:cubicBezTo>
                  <a:pt x="5083" y="5973"/>
                  <a:pt x="5158" y="6008"/>
                  <a:pt x="5232" y="6008"/>
                </a:cubicBezTo>
                <a:cubicBezTo>
                  <a:pt x="5427" y="6008"/>
                  <a:pt x="5616" y="5768"/>
                  <a:pt x="5436" y="5567"/>
                </a:cubicBezTo>
                <a:lnTo>
                  <a:pt x="5143" y="5202"/>
                </a:lnTo>
                <a:cubicBezTo>
                  <a:pt x="5063" y="5100"/>
                  <a:pt x="4946" y="5048"/>
                  <a:pt x="4829" y="5048"/>
                </a:cubicBezTo>
                <a:close/>
                <a:moveTo>
                  <a:pt x="8431" y="5048"/>
                </a:moveTo>
                <a:cubicBezTo>
                  <a:pt x="8317" y="5048"/>
                  <a:pt x="8204" y="5100"/>
                  <a:pt x="8124" y="5202"/>
                </a:cubicBezTo>
                <a:lnTo>
                  <a:pt x="7832" y="5567"/>
                </a:lnTo>
                <a:cubicBezTo>
                  <a:pt x="7729" y="5684"/>
                  <a:pt x="7759" y="5845"/>
                  <a:pt x="7875" y="5932"/>
                </a:cubicBezTo>
                <a:lnTo>
                  <a:pt x="7861" y="5932"/>
                </a:lnTo>
                <a:cubicBezTo>
                  <a:pt x="7911" y="5970"/>
                  <a:pt x="7969" y="5989"/>
                  <a:pt x="8026" y="5989"/>
                </a:cubicBezTo>
                <a:cubicBezTo>
                  <a:pt x="8102" y="5989"/>
                  <a:pt x="8176" y="5955"/>
                  <a:pt x="8226" y="5889"/>
                </a:cubicBezTo>
                <a:lnTo>
                  <a:pt x="8431" y="5640"/>
                </a:lnTo>
                <a:lnTo>
                  <a:pt x="8635" y="5889"/>
                </a:lnTo>
                <a:cubicBezTo>
                  <a:pt x="8692" y="5973"/>
                  <a:pt x="8766" y="6008"/>
                  <a:pt x="8838" y="6008"/>
                </a:cubicBezTo>
                <a:cubicBezTo>
                  <a:pt x="9029" y="6008"/>
                  <a:pt x="9210" y="5768"/>
                  <a:pt x="9030" y="5567"/>
                </a:cubicBezTo>
                <a:lnTo>
                  <a:pt x="8737" y="5202"/>
                </a:lnTo>
                <a:cubicBezTo>
                  <a:pt x="8657" y="5100"/>
                  <a:pt x="8544" y="5048"/>
                  <a:pt x="8431" y="5048"/>
                </a:cubicBezTo>
                <a:close/>
                <a:moveTo>
                  <a:pt x="12916" y="5582"/>
                </a:moveTo>
                <a:cubicBezTo>
                  <a:pt x="12565" y="5582"/>
                  <a:pt x="12565" y="6108"/>
                  <a:pt x="12916" y="6108"/>
                </a:cubicBezTo>
                <a:lnTo>
                  <a:pt x="13544" y="6108"/>
                </a:lnTo>
                <a:cubicBezTo>
                  <a:pt x="13690" y="6108"/>
                  <a:pt x="13807" y="5991"/>
                  <a:pt x="13807" y="5845"/>
                </a:cubicBezTo>
                <a:cubicBezTo>
                  <a:pt x="13807" y="5699"/>
                  <a:pt x="13690" y="5582"/>
                  <a:pt x="13544" y="5582"/>
                </a:cubicBezTo>
                <a:close/>
                <a:moveTo>
                  <a:pt x="6626" y="7996"/>
                </a:moveTo>
                <a:cubicBezTo>
                  <a:pt x="6378" y="7996"/>
                  <a:pt x="6130" y="8073"/>
                  <a:pt x="5918" y="8226"/>
                </a:cubicBezTo>
                <a:cubicBezTo>
                  <a:pt x="5701" y="8395"/>
                  <a:pt x="5862" y="8693"/>
                  <a:pt x="6081" y="8693"/>
                </a:cubicBezTo>
                <a:cubicBezTo>
                  <a:pt x="6128" y="8693"/>
                  <a:pt x="6176" y="8680"/>
                  <a:pt x="6225" y="8650"/>
                </a:cubicBezTo>
                <a:cubicBezTo>
                  <a:pt x="6341" y="8562"/>
                  <a:pt x="6502" y="8518"/>
                  <a:pt x="6648" y="8518"/>
                </a:cubicBezTo>
                <a:cubicBezTo>
                  <a:pt x="6794" y="8518"/>
                  <a:pt x="6926" y="8562"/>
                  <a:pt x="7028" y="8650"/>
                </a:cubicBezTo>
                <a:cubicBezTo>
                  <a:pt x="7075" y="8677"/>
                  <a:pt x="7120" y="8688"/>
                  <a:pt x="7164" y="8688"/>
                </a:cubicBezTo>
                <a:cubicBezTo>
                  <a:pt x="7380" y="8688"/>
                  <a:pt x="7530" y="8396"/>
                  <a:pt x="7335" y="8226"/>
                </a:cubicBezTo>
                <a:cubicBezTo>
                  <a:pt x="7123" y="8073"/>
                  <a:pt x="6875" y="7996"/>
                  <a:pt x="6626" y="7996"/>
                </a:cubicBezTo>
                <a:close/>
                <a:moveTo>
                  <a:pt x="15546" y="8051"/>
                </a:moveTo>
                <a:cubicBezTo>
                  <a:pt x="15794" y="8051"/>
                  <a:pt x="15998" y="8255"/>
                  <a:pt x="15998" y="8504"/>
                </a:cubicBezTo>
                <a:cubicBezTo>
                  <a:pt x="15998" y="8769"/>
                  <a:pt x="15780" y="8942"/>
                  <a:pt x="15553" y="8942"/>
                </a:cubicBezTo>
                <a:cubicBezTo>
                  <a:pt x="15442" y="8942"/>
                  <a:pt x="15329" y="8901"/>
                  <a:pt x="15239" y="8810"/>
                </a:cubicBezTo>
                <a:cubicBezTo>
                  <a:pt x="14961" y="8533"/>
                  <a:pt x="15151" y="8051"/>
                  <a:pt x="15546" y="8051"/>
                </a:cubicBezTo>
                <a:close/>
                <a:moveTo>
                  <a:pt x="15560" y="2499"/>
                </a:moveTo>
                <a:cubicBezTo>
                  <a:pt x="15414" y="2499"/>
                  <a:pt x="15297" y="2616"/>
                  <a:pt x="15297" y="2747"/>
                </a:cubicBezTo>
                <a:lnTo>
                  <a:pt x="15297" y="7569"/>
                </a:lnTo>
                <a:cubicBezTo>
                  <a:pt x="14216" y="7875"/>
                  <a:pt x="14435" y="9453"/>
                  <a:pt x="15560" y="9453"/>
                </a:cubicBezTo>
                <a:cubicBezTo>
                  <a:pt x="16670" y="9453"/>
                  <a:pt x="16890" y="7875"/>
                  <a:pt x="15809" y="7569"/>
                </a:cubicBezTo>
                <a:lnTo>
                  <a:pt x="15809" y="2747"/>
                </a:lnTo>
                <a:cubicBezTo>
                  <a:pt x="15809" y="2616"/>
                  <a:pt x="15692" y="2499"/>
                  <a:pt x="15560" y="2499"/>
                </a:cubicBezTo>
                <a:close/>
                <a:moveTo>
                  <a:pt x="8854" y="512"/>
                </a:moveTo>
                <a:cubicBezTo>
                  <a:pt x="9658" y="512"/>
                  <a:pt x="10315" y="1170"/>
                  <a:pt x="10315" y="1973"/>
                </a:cubicBezTo>
                <a:lnTo>
                  <a:pt x="10315" y="4106"/>
                </a:lnTo>
                <a:cubicBezTo>
                  <a:pt x="9848" y="4062"/>
                  <a:pt x="9395" y="3916"/>
                  <a:pt x="8986" y="3697"/>
                </a:cubicBezTo>
                <a:cubicBezTo>
                  <a:pt x="8591" y="3478"/>
                  <a:pt x="8255" y="3186"/>
                  <a:pt x="7978" y="2820"/>
                </a:cubicBezTo>
                <a:cubicBezTo>
                  <a:pt x="7888" y="2704"/>
                  <a:pt x="7749" y="2643"/>
                  <a:pt x="7608" y="2643"/>
                </a:cubicBezTo>
                <a:cubicBezTo>
                  <a:pt x="7519" y="2643"/>
                  <a:pt x="7429" y="2667"/>
                  <a:pt x="7350" y="2718"/>
                </a:cubicBezTo>
                <a:cubicBezTo>
                  <a:pt x="6882" y="3040"/>
                  <a:pt x="6385" y="3288"/>
                  <a:pt x="5859" y="3507"/>
                </a:cubicBezTo>
                <a:cubicBezTo>
                  <a:pt x="5626" y="3609"/>
                  <a:pt x="5377" y="3682"/>
                  <a:pt x="5129" y="3770"/>
                </a:cubicBezTo>
                <a:cubicBezTo>
                  <a:pt x="4837" y="3850"/>
                  <a:pt x="4930" y="4266"/>
                  <a:pt x="5190" y="4266"/>
                </a:cubicBezTo>
                <a:cubicBezTo>
                  <a:pt x="5217" y="4266"/>
                  <a:pt x="5245" y="4262"/>
                  <a:pt x="5275" y="4252"/>
                </a:cubicBezTo>
                <a:cubicBezTo>
                  <a:pt x="5553" y="4179"/>
                  <a:pt x="5816" y="4092"/>
                  <a:pt x="6064" y="3989"/>
                </a:cubicBezTo>
                <a:cubicBezTo>
                  <a:pt x="6604" y="3770"/>
                  <a:pt x="7116" y="3493"/>
                  <a:pt x="7612" y="3171"/>
                </a:cubicBezTo>
                <a:cubicBezTo>
                  <a:pt x="8270" y="4018"/>
                  <a:pt x="9263" y="4530"/>
                  <a:pt x="10330" y="4617"/>
                </a:cubicBezTo>
                <a:lnTo>
                  <a:pt x="10330" y="6473"/>
                </a:lnTo>
                <a:cubicBezTo>
                  <a:pt x="10315" y="8495"/>
                  <a:pt x="8664" y="10140"/>
                  <a:pt x="6646" y="10140"/>
                </a:cubicBezTo>
                <a:cubicBezTo>
                  <a:pt x="6637" y="10140"/>
                  <a:pt x="6628" y="10140"/>
                  <a:pt x="6619" y="10140"/>
                </a:cubicBezTo>
                <a:cubicBezTo>
                  <a:pt x="4574" y="10125"/>
                  <a:pt x="2937" y="8460"/>
                  <a:pt x="2952" y="6429"/>
                </a:cubicBezTo>
                <a:lnTo>
                  <a:pt x="2952" y="6429"/>
                </a:lnTo>
                <a:lnTo>
                  <a:pt x="2937" y="6444"/>
                </a:lnTo>
                <a:lnTo>
                  <a:pt x="2937" y="4632"/>
                </a:lnTo>
                <a:cubicBezTo>
                  <a:pt x="3317" y="4632"/>
                  <a:pt x="3697" y="4588"/>
                  <a:pt x="4077" y="4544"/>
                </a:cubicBezTo>
                <a:cubicBezTo>
                  <a:pt x="4416" y="4517"/>
                  <a:pt x="4365" y="4024"/>
                  <a:pt x="4075" y="4024"/>
                </a:cubicBezTo>
                <a:cubicBezTo>
                  <a:pt x="4053" y="4024"/>
                  <a:pt x="4029" y="4027"/>
                  <a:pt x="4004" y="4033"/>
                </a:cubicBezTo>
                <a:cubicBezTo>
                  <a:pt x="3653" y="4077"/>
                  <a:pt x="3288" y="4121"/>
                  <a:pt x="2937" y="4121"/>
                </a:cubicBezTo>
                <a:lnTo>
                  <a:pt x="2937" y="1973"/>
                </a:lnTo>
                <a:cubicBezTo>
                  <a:pt x="2937" y="1170"/>
                  <a:pt x="3595" y="512"/>
                  <a:pt x="4398" y="512"/>
                </a:cubicBezTo>
                <a:close/>
                <a:moveTo>
                  <a:pt x="15560" y="804"/>
                </a:moveTo>
                <a:cubicBezTo>
                  <a:pt x="14888" y="804"/>
                  <a:pt x="14348" y="1330"/>
                  <a:pt x="14318" y="1988"/>
                </a:cubicBezTo>
                <a:lnTo>
                  <a:pt x="14318" y="3785"/>
                </a:lnTo>
                <a:cubicBezTo>
                  <a:pt x="14318" y="3953"/>
                  <a:pt x="14446" y="4037"/>
                  <a:pt x="14574" y="4037"/>
                </a:cubicBezTo>
                <a:cubicBezTo>
                  <a:pt x="14702" y="4037"/>
                  <a:pt x="14830" y="3953"/>
                  <a:pt x="14830" y="3785"/>
                </a:cubicBezTo>
                <a:lnTo>
                  <a:pt x="14830" y="1988"/>
                </a:lnTo>
                <a:cubicBezTo>
                  <a:pt x="14808" y="1484"/>
                  <a:pt x="15180" y="1232"/>
                  <a:pt x="15553" y="1232"/>
                </a:cubicBezTo>
                <a:cubicBezTo>
                  <a:pt x="15925" y="1232"/>
                  <a:pt x="16298" y="1484"/>
                  <a:pt x="16276" y="1988"/>
                </a:cubicBezTo>
                <a:lnTo>
                  <a:pt x="16276" y="6970"/>
                </a:lnTo>
                <a:cubicBezTo>
                  <a:pt x="16276" y="7116"/>
                  <a:pt x="16334" y="7247"/>
                  <a:pt x="16451" y="7335"/>
                </a:cubicBezTo>
                <a:cubicBezTo>
                  <a:pt x="17562" y="8197"/>
                  <a:pt x="16963" y="9965"/>
                  <a:pt x="15560" y="9965"/>
                </a:cubicBezTo>
                <a:cubicBezTo>
                  <a:pt x="14158" y="9965"/>
                  <a:pt x="13544" y="8197"/>
                  <a:pt x="14654" y="7335"/>
                </a:cubicBezTo>
                <a:cubicBezTo>
                  <a:pt x="14771" y="7247"/>
                  <a:pt x="14830" y="7116"/>
                  <a:pt x="14844" y="6970"/>
                </a:cubicBezTo>
                <a:lnTo>
                  <a:pt x="14844" y="4983"/>
                </a:lnTo>
                <a:cubicBezTo>
                  <a:pt x="14844" y="4807"/>
                  <a:pt x="14713" y="4720"/>
                  <a:pt x="14581" y="4720"/>
                </a:cubicBezTo>
                <a:cubicBezTo>
                  <a:pt x="14450" y="4720"/>
                  <a:pt x="14318" y="4807"/>
                  <a:pt x="14318" y="4983"/>
                </a:cubicBezTo>
                <a:lnTo>
                  <a:pt x="14318" y="6940"/>
                </a:lnTo>
                <a:cubicBezTo>
                  <a:pt x="12843" y="8109"/>
                  <a:pt x="13675" y="10491"/>
                  <a:pt x="15560" y="10491"/>
                </a:cubicBezTo>
                <a:cubicBezTo>
                  <a:pt x="17445" y="10491"/>
                  <a:pt x="18263" y="8109"/>
                  <a:pt x="16787" y="6940"/>
                </a:cubicBezTo>
                <a:lnTo>
                  <a:pt x="16787" y="1988"/>
                </a:lnTo>
                <a:cubicBezTo>
                  <a:pt x="16758" y="1330"/>
                  <a:pt x="16218" y="804"/>
                  <a:pt x="15560" y="804"/>
                </a:cubicBezTo>
                <a:close/>
                <a:moveTo>
                  <a:pt x="7905" y="10491"/>
                </a:moveTo>
                <a:cubicBezTo>
                  <a:pt x="7949" y="10856"/>
                  <a:pt x="8197" y="11148"/>
                  <a:pt x="8533" y="11265"/>
                </a:cubicBezTo>
                <a:lnTo>
                  <a:pt x="8986" y="11411"/>
                </a:lnTo>
                <a:cubicBezTo>
                  <a:pt x="8518" y="12288"/>
                  <a:pt x="7612" y="12813"/>
                  <a:pt x="6619" y="12813"/>
                </a:cubicBezTo>
                <a:lnTo>
                  <a:pt x="6619" y="12843"/>
                </a:lnTo>
                <a:cubicBezTo>
                  <a:pt x="5626" y="12843"/>
                  <a:pt x="4720" y="12288"/>
                  <a:pt x="4267" y="11411"/>
                </a:cubicBezTo>
                <a:lnTo>
                  <a:pt x="4705" y="11265"/>
                </a:lnTo>
                <a:cubicBezTo>
                  <a:pt x="5056" y="11148"/>
                  <a:pt x="5304" y="10856"/>
                  <a:pt x="5348" y="10491"/>
                </a:cubicBezTo>
                <a:cubicBezTo>
                  <a:pt x="5757" y="10622"/>
                  <a:pt x="6181" y="10695"/>
                  <a:pt x="6604" y="10695"/>
                </a:cubicBezTo>
                <a:cubicBezTo>
                  <a:pt x="7043" y="10695"/>
                  <a:pt x="7481" y="10622"/>
                  <a:pt x="7905" y="10491"/>
                </a:cubicBezTo>
                <a:close/>
                <a:moveTo>
                  <a:pt x="4398" y="1"/>
                </a:moveTo>
                <a:cubicBezTo>
                  <a:pt x="3303" y="1"/>
                  <a:pt x="2426" y="877"/>
                  <a:pt x="2426" y="1973"/>
                </a:cubicBezTo>
                <a:lnTo>
                  <a:pt x="2426" y="4106"/>
                </a:lnTo>
                <a:cubicBezTo>
                  <a:pt x="2417" y="4106"/>
                  <a:pt x="2408" y="4106"/>
                  <a:pt x="2399" y="4106"/>
                </a:cubicBezTo>
                <a:cubicBezTo>
                  <a:pt x="1827" y="4106"/>
                  <a:pt x="1360" y="4554"/>
                  <a:pt x="1360" y="5129"/>
                </a:cubicBezTo>
                <a:cubicBezTo>
                  <a:pt x="1360" y="5696"/>
                  <a:pt x="1813" y="6153"/>
                  <a:pt x="2374" y="6153"/>
                </a:cubicBezTo>
                <a:cubicBezTo>
                  <a:pt x="2391" y="6153"/>
                  <a:pt x="2409" y="6152"/>
                  <a:pt x="2426" y="6151"/>
                </a:cubicBezTo>
                <a:lnTo>
                  <a:pt x="2426" y="6429"/>
                </a:lnTo>
                <a:cubicBezTo>
                  <a:pt x="2426" y="8065"/>
                  <a:pt x="3361" y="9556"/>
                  <a:pt x="4837" y="10257"/>
                </a:cubicBezTo>
                <a:cubicBezTo>
                  <a:pt x="4880" y="10461"/>
                  <a:pt x="4749" y="10666"/>
                  <a:pt x="4559" y="10739"/>
                </a:cubicBezTo>
                <a:lnTo>
                  <a:pt x="1579" y="11762"/>
                </a:lnTo>
                <a:cubicBezTo>
                  <a:pt x="629" y="12068"/>
                  <a:pt x="1" y="12960"/>
                  <a:pt x="1" y="13953"/>
                </a:cubicBezTo>
                <a:lnTo>
                  <a:pt x="1" y="17284"/>
                </a:lnTo>
                <a:cubicBezTo>
                  <a:pt x="1" y="17452"/>
                  <a:pt x="129" y="17536"/>
                  <a:pt x="257" y="17536"/>
                </a:cubicBezTo>
                <a:cubicBezTo>
                  <a:pt x="384" y="17536"/>
                  <a:pt x="512" y="17452"/>
                  <a:pt x="512" y="17284"/>
                </a:cubicBezTo>
                <a:lnTo>
                  <a:pt x="512" y="13953"/>
                </a:lnTo>
                <a:cubicBezTo>
                  <a:pt x="512" y="13179"/>
                  <a:pt x="1009" y="12492"/>
                  <a:pt x="1739" y="12244"/>
                </a:cubicBezTo>
                <a:lnTo>
                  <a:pt x="3770" y="11557"/>
                </a:lnTo>
                <a:cubicBezTo>
                  <a:pt x="4355" y="12740"/>
                  <a:pt x="5487" y="13332"/>
                  <a:pt x="6619" y="13332"/>
                </a:cubicBezTo>
                <a:cubicBezTo>
                  <a:pt x="7751" y="13332"/>
                  <a:pt x="8884" y="12740"/>
                  <a:pt x="9468" y="11557"/>
                </a:cubicBezTo>
                <a:lnTo>
                  <a:pt x="11499" y="12244"/>
                </a:lnTo>
                <a:cubicBezTo>
                  <a:pt x="12229" y="12492"/>
                  <a:pt x="12726" y="13179"/>
                  <a:pt x="12726" y="13953"/>
                </a:cubicBezTo>
                <a:lnTo>
                  <a:pt x="12726" y="17284"/>
                </a:lnTo>
                <a:cubicBezTo>
                  <a:pt x="12726" y="17452"/>
                  <a:pt x="12854" y="17536"/>
                  <a:pt x="12982" y="17536"/>
                </a:cubicBezTo>
                <a:cubicBezTo>
                  <a:pt x="13109" y="17536"/>
                  <a:pt x="13237" y="17452"/>
                  <a:pt x="13237" y="17284"/>
                </a:cubicBezTo>
                <a:lnTo>
                  <a:pt x="13237" y="13953"/>
                </a:lnTo>
                <a:cubicBezTo>
                  <a:pt x="13237" y="12960"/>
                  <a:pt x="12609" y="12068"/>
                  <a:pt x="11674" y="11762"/>
                </a:cubicBezTo>
                <a:lnTo>
                  <a:pt x="8694" y="10754"/>
                </a:lnTo>
                <a:cubicBezTo>
                  <a:pt x="8489" y="10680"/>
                  <a:pt x="8372" y="10491"/>
                  <a:pt x="8401" y="10271"/>
                </a:cubicBezTo>
                <a:cubicBezTo>
                  <a:pt x="9862" y="9570"/>
                  <a:pt x="10812" y="8095"/>
                  <a:pt x="10827" y="6473"/>
                </a:cubicBezTo>
                <a:lnTo>
                  <a:pt x="10827" y="6151"/>
                </a:lnTo>
                <a:cubicBezTo>
                  <a:pt x="11382" y="6151"/>
                  <a:pt x="11835" y="5699"/>
                  <a:pt x="11835" y="5129"/>
                </a:cubicBezTo>
                <a:cubicBezTo>
                  <a:pt x="11835" y="4574"/>
                  <a:pt x="11382" y="4106"/>
                  <a:pt x="10827" y="4106"/>
                </a:cubicBezTo>
                <a:lnTo>
                  <a:pt x="10827" y="1973"/>
                </a:lnTo>
                <a:cubicBezTo>
                  <a:pt x="10827" y="877"/>
                  <a:pt x="9935" y="1"/>
                  <a:pt x="88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5"/>
          <p:cNvSpPr/>
          <p:nvPr/>
        </p:nvSpPr>
        <p:spPr>
          <a:xfrm>
            <a:off x="3366456" y="2004142"/>
            <a:ext cx="396114" cy="396431"/>
          </a:xfrm>
          <a:custGeom>
            <a:rect b="b" l="l" r="r" t="t"/>
            <a:pathLst>
              <a:path extrusionOk="0" h="17547" w="17533">
                <a:moveTo>
                  <a:pt x="10446" y="512"/>
                </a:moveTo>
                <a:cubicBezTo>
                  <a:pt x="11016" y="512"/>
                  <a:pt x="11484" y="979"/>
                  <a:pt x="11484" y="1549"/>
                </a:cubicBezTo>
                <a:lnTo>
                  <a:pt x="11484" y="3098"/>
                </a:lnTo>
                <a:cubicBezTo>
                  <a:pt x="11162" y="3054"/>
                  <a:pt x="10855" y="2952"/>
                  <a:pt x="10578" y="2805"/>
                </a:cubicBezTo>
                <a:cubicBezTo>
                  <a:pt x="10286" y="2645"/>
                  <a:pt x="10023" y="2426"/>
                  <a:pt x="9833" y="2163"/>
                </a:cubicBezTo>
                <a:cubicBezTo>
                  <a:pt x="9752" y="2064"/>
                  <a:pt x="9626" y="2009"/>
                  <a:pt x="9501" y="2009"/>
                </a:cubicBezTo>
                <a:cubicBezTo>
                  <a:pt x="9423" y="2009"/>
                  <a:pt x="9345" y="2030"/>
                  <a:pt x="9278" y="2075"/>
                </a:cubicBezTo>
                <a:cubicBezTo>
                  <a:pt x="8927" y="2309"/>
                  <a:pt x="8562" y="2499"/>
                  <a:pt x="8167" y="2659"/>
                </a:cubicBezTo>
                <a:cubicBezTo>
                  <a:pt x="7481" y="2922"/>
                  <a:pt x="6765" y="3083"/>
                  <a:pt x="6034" y="3112"/>
                </a:cubicBezTo>
                <a:lnTo>
                  <a:pt x="6034" y="1549"/>
                </a:lnTo>
                <a:cubicBezTo>
                  <a:pt x="6034" y="979"/>
                  <a:pt x="6502" y="512"/>
                  <a:pt x="7072" y="512"/>
                </a:cubicBezTo>
                <a:close/>
                <a:moveTo>
                  <a:pt x="9482" y="2542"/>
                </a:moveTo>
                <a:cubicBezTo>
                  <a:pt x="9979" y="3156"/>
                  <a:pt x="10709" y="3536"/>
                  <a:pt x="11484" y="3609"/>
                </a:cubicBezTo>
                <a:lnTo>
                  <a:pt x="11484" y="4442"/>
                </a:lnTo>
                <a:cubicBezTo>
                  <a:pt x="11484" y="5494"/>
                  <a:pt x="10885" y="6443"/>
                  <a:pt x="9935" y="6896"/>
                </a:cubicBezTo>
                <a:lnTo>
                  <a:pt x="9906" y="6925"/>
                </a:lnTo>
                <a:cubicBezTo>
                  <a:pt x="9532" y="7093"/>
                  <a:pt x="9148" y="7170"/>
                  <a:pt x="8774" y="7170"/>
                </a:cubicBezTo>
                <a:cubicBezTo>
                  <a:pt x="7323" y="7170"/>
                  <a:pt x="6023" y="6004"/>
                  <a:pt x="6034" y="4413"/>
                </a:cubicBezTo>
                <a:lnTo>
                  <a:pt x="6034" y="3624"/>
                </a:lnTo>
                <a:cubicBezTo>
                  <a:pt x="6823" y="3594"/>
                  <a:pt x="7612" y="3434"/>
                  <a:pt x="8343" y="3127"/>
                </a:cubicBezTo>
                <a:cubicBezTo>
                  <a:pt x="8737" y="2981"/>
                  <a:pt x="9117" y="2776"/>
                  <a:pt x="9482" y="2542"/>
                </a:cubicBezTo>
                <a:close/>
                <a:moveTo>
                  <a:pt x="9774" y="7524"/>
                </a:moveTo>
                <a:lnTo>
                  <a:pt x="9774" y="7875"/>
                </a:lnTo>
                <a:cubicBezTo>
                  <a:pt x="9774" y="8109"/>
                  <a:pt x="9877" y="8328"/>
                  <a:pt x="10052" y="8489"/>
                </a:cubicBezTo>
                <a:lnTo>
                  <a:pt x="8781" y="9760"/>
                </a:lnTo>
                <a:lnTo>
                  <a:pt x="7495" y="8459"/>
                </a:lnTo>
                <a:cubicBezTo>
                  <a:pt x="7656" y="8313"/>
                  <a:pt x="7744" y="8094"/>
                  <a:pt x="7744" y="7875"/>
                </a:cubicBezTo>
                <a:lnTo>
                  <a:pt x="7744" y="7524"/>
                </a:lnTo>
                <a:cubicBezTo>
                  <a:pt x="8065" y="7627"/>
                  <a:pt x="8401" y="7685"/>
                  <a:pt x="8752" y="7685"/>
                </a:cubicBezTo>
                <a:cubicBezTo>
                  <a:pt x="9102" y="7685"/>
                  <a:pt x="9438" y="7627"/>
                  <a:pt x="9774" y="7524"/>
                </a:cubicBezTo>
                <a:close/>
                <a:moveTo>
                  <a:pt x="12010" y="11089"/>
                </a:moveTo>
                <a:cubicBezTo>
                  <a:pt x="12594" y="11089"/>
                  <a:pt x="12886" y="11805"/>
                  <a:pt x="12477" y="12214"/>
                </a:cubicBezTo>
                <a:cubicBezTo>
                  <a:pt x="12339" y="12352"/>
                  <a:pt x="12169" y="12414"/>
                  <a:pt x="12004" y="12414"/>
                </a:cubicBezTo>
                <a:cubicBezTo>
                  <a:pt x="11662" y="12414"/>
                  <a:pt x="11338" y="12150"/>
                  <a:pt x="11338" y="11747"/>
                </a:cubicBezTo>
                <a:cubicBezTo>
                  <a:pt x="11338" y="11381"/>
                  <a:pt x="11644" y="11089"/>
                  <a:pt x="12010" y="11089"/>
                </a:cubicBezTo>
                <a:close/>
                <a:moveTo>
                  <a:pt x="6999" y="8708"/>
                </a:moveTo>
                <a:lnTo>
                  <a:pt x="8459" y="10154"/>
                </a:lnTo>
                <a:cubicBezTo>
                  <a:pt x="8547" y="10249"/>
                  <a:pt x="8664" y="10297"/>
                  <a:pt x="8781" y="10297"/>
                </a:cubicBezTo>
                <a:cubicBezTo>
                  <a:pt x="8898" y="10297"/>
                  <a:pt x="9015" y="10249"/>
                  <a:pt x="9102" y="10154"/>
                </a:cubicBezTo>
                <a:lnTo>
                  <a:pt x="10549" y="8722"/>
                </a:lnTo>
                <a:lnTo>
                  <a:pt x="11805" y="9146"/>
                </a:lnTo>
                <a:cubicBezTo>
                  <a:pt x="11980" y="9614"/>
                  <a:pt x="11980" y="10125"/>
                  <a:pt x="11820" y="10578"/>
                </a:cubicBezTo>
                <a:cubicBezTo>
                  <a:pt x="10417" y="10797"/>
                  <a:pt x="10505" y="12828"/>
                  <a:pt x="11907" y="12930"/>
                </a:cubicBezTo>
                <a:cubicBezTo>
                  <a:pt x="11942" y="12932"/>
                  <a:pt x="11977" y="12934"/>
                  <a:pt x="12011" y="12934"/>
                </a:cubicBezTo>
                <a:cubicBezTo>
                  <a:pt x="13328" y="12934"/>
                  <a:pt x="13656" y="11035"/>
                  <a:pt x="12346" y="10622"/>
                </a:cubicBezTo>
                <a:cubicBezTo>
                  <a:pt x="12419" y="10388"/>
                  <a:pt x="12448" y="10154"/>
                  <a:pt x="12448" y="9906"/>
                </a:cubicBezTo>
                <a:cubicBezTo>
                  <a:pt x="12463" y="9716"/>
                  <a:pt x="12433" y="9526"/>
                  <a:pt x="12404" y="9351"/>
                </a:cubicBezTo>
                <a:lnTo>
                  <a:pt x="12404" y="9351"/>
                </a:lnTo>
                <a:lnTo>
                  <a:pt x="12813" y="9482"/>
                </a:lnTo>
                <a:cubicBezTo>
                  <a:pt x="13398" y="9687"/>
                  <a:pt x="13807" y="10242"/>
                  <a:pt x="13807" y="10870"/>
                </a:cubicBezTo>
                <a:lnTo>
                  <a:pt x="13807" y="13397"/>
                </a:lnTo>
                <a:lnTo>
                  <a:pt x="3711" y="13397"/>
                </a:lnTo>
                <a:lnTo>
                  <a:pt x="3711" y="10870"/>
                </a:lnTo>
                <a:cubicBezTo>
                  <a:pt x="3711" y="10242"/>
                  <a:pt x="4106" y="9687"/>
                  <a:pt x="4705" y="9482"/>
                </a:cubicBezTo>
                <a:lnTo>
                  <a:pt x="5275" y="9292"/>
                </a:lnTo>
                <a:lnTo>
                  <a:pt x="5275" y="9292"/>
                </a:lnTo>
                <a:cubicBezTo>
                  <a:pt x="5245" y="9482"/>
                  <a:pt x="5231" y="9672"/>
                  <a:pt x="5245" y="9862"/>
                </a:cubicBezTo>
                <a:cubicBezTo>
                  <a:pt x="5245" y="10037"/>
                  <a:pt x="5275" y="10213"/>
                  <a:pt x="5304" y="10388"/>
                </a:cubicBezTo>
                <a:cubicBezTo>
                  <a:pt x="4734" y="10534"/>
                  <a:pt x="4340" y="11060"/>
                  <a:pt x="4340" y="11644"/>
                </a:cubicBezTo>
                <a:lnTo>
                  <a:pt x="4340" y="12492"/>
                </a:lnTo>
                <a:cubicBezTo>
                  <a:pt x="4340" y="12740"/>
                  <a:pt x="4529" y="12930"/>
                  <a:pt x="4763" y="12930"/>
                </a:cubicBezTo>
                <a:lnTo>
                  <a:pt x="5012" y="12930"/>
                </a:lnTo>
                <a:cubicBezTo>
                  <a:pt x="5348" y="12930"/>
                  <a:pt x="5348" y="12419"/>
                  <a:pt x="5012" y="12419"/>
                </a:cubicBezTo>
                <a:lnTo>
                  <a:pt x="4851" y="12419"/>
                </a:lnTo>
                <a:lnTo>
                  <a:pt x="4851" y="11644"/>
                </a:lnTo>
                <a:cubicBezTo>
                  <a:pt x="4836" y="11206"/>
                  <a:pt x="5202" y="10855"/>
                  <a:pt x="5640" y="10855"/>
                </a:cubicBezTo>
                <a:cubicBezTo>
                  <a:pt x="6078" y="10855"/>
                  <a:pt x="6429" y="11206"/>
                  <a:pt x="6429" y="11644"/>
                </a:cubicBezTo>
                <a:lnTo>
                  <a:pt x="6429" y="12419"/>
                </a:lnTo>
                <a:lnTo>
                  <a:pt x="6268" y="12419"/>
                </a:lnTo>
                <a:cubicBezTo>
                  <a:pt x="6255" y="12417"/>
                  <a:pt x="6242" y="12416"/>
                  <a:pt x="6230" y="12416"/>
                </a:cubicBezTo>
                <a:cubicBezTo>
                  <a:pt x="5912" y="12416"/>
                  <a:pt x="5916" y="12931"/>
                  <a:pt x="6242" y="12931"/>
                </a:cubicBezTo>
                <a:cubicBezTo>
                  <a:pt x="6250" y="12931"/>
                  <a:pt x="6259" y="12931"/>
                  <a:pt x="6268" y="12930"/>
                </a:cubicBezTo>
                <a:lnTo>
                  <a:pt x="6516" y="12930"/>
                </a:lnTo>
                <a:cubicBezTo>
                  <a:pt x="6750" y="12930"/>
                  <a:pt x="6940" y="12740"/>
                  <a:pt x="6955" y="12492"/>
                </a:cubicBezTo>
                <a:lnTo>
                  <a:pt x="6955" y="11644"/>
                </a:lnTo>
                <a:cubicBezTo>
                  <a:pt x="6940" y="11001"/>
                  <a:pt x="6473" y="10446"/>
                  <a:pt x="5830" y="10359"/>
                </a:cubicBezTo>
                <a:cubicBezTo>
                  <a:pt x="5786" y="10183"/>
                  <a:pt x="5757" y="10008"/>
                  <a:pt x="5742" y="9847"/>
                </a:cubicBezTo>
                <a:cubicBezTo>
                  <a:pt x="5742" y="9584"/>
                  <a:pt x="5771" y="9336"/>
                  <a:pt x="5844" y="9102"/>
                </a:cubicBezTo>
                <a:lnTo>
                  <a:pt x="6999" y="8708"/>
                </a:lnTo>
                <a:close/>
                <a:moveTo>
                  <a:pt x="15983" y="5187"/>
                </a:moveTo>
                <a:lnTo>
                  <a:pt x="15983" y="13397"/>
                </a:lnTo>
                <a:lnTo>
                  <a:pt x="14318" y="13397"/>
                </a:lnTo>
                <a:lnTo>
                  <a:pt x="14318" y="10870"/>
                </a:lnTo>
                <a:cubicBezTo>
                  <a:pt x="14318" y="10023"/>
                  <a:pt x="13777" y="9263"/>
                  <a:pt x="12974" y="9000"/>
                </a:cubicBezTo>
                <a:lnTo>
                  <a:pt x="10505" y="8167"/>
                </a:lnTo>
                <a:cubicBezTo>
                  <a:pt x="10373" y="8123"/>
                  <a:pt x="10286" y="8006"/>
                  <a:pt x="10286" y="7875"/>
                </a:cubicBezTo>
                <a:lnTo>
                  <a:pt x="10286" y="7305"/>
                </a:lnTo>
                <a:cubicBezTo>
                  <a:pt x="10578" y="7145"/>
                  <a:pt x="10826" y="6955"/>
                  <a:pt x="11060" y="6735"/>
                </a:cubicBezTo>
                <a:cubicBezTo>
                  <a:pt x="11484" y="6312"/>
                  <a:pt x="11790" y="5771"/>
                  <a:pt x="11922" y="5187"/>
                </a:cubicBezTo>
                <a:close/>
                <a:moveTo>
                  <a:pt x="9511" y="14946"/>
                </a:moveTo>
                <a:lnTo>
                  <a:pt x="9511" y="16013"/>
                </a:lnTo>
                <a:lnTo>
                  <a:pt x="8021" y="16013"/>
                </a:lnTo>
                <a:lnTo>
                  <a:pt x="8021" y="14946"/>
                </a:lnTo>
                <a:close/>
                <a:moveTo>
                  <a:pt x="10344" y="16524"/>
                </a:moveTo>
                <a:cubicBezTo>
                  <a:pt x="10651" y="16524"/>
                  <a:pt x="10914" y="16743"/>
                  <a:pt x="10987" y="17035"/>
                </a:cubicBezTo>
                <a:lnTo>
                  <a:pt x="6531" y="17035"/>
                </a:lnTo>
                <a:cubicBezTo>
                  <a:pt x="6589" y="16728"/>
                  <a:pt x="6867" y="16524"/>
                  <a:pt x="7174" y="16524"/>
                </a:cubicBezTo>
                <a:close/>
                <a:moveTo>
                  <a:pt x="7057" y="0"/>
                </a:moveTo>
                <a:cubicBezTo>
                  <a:pt x="6210" y="0"/>
                  <a:pt x="5508" y="702"/>
                  <a:pt x="5508" y="1549"/>
                </a:cubicBezTo>
                <a:lnTo>
                  <a:pt x="5508" y="3638"/>
                </a:lnTo>
                <a:lnTo>
                  <a:pt x="1272" y="3638"/>
                </a:lnTo>
                <a:cubicBezTo>
                  <a:pt x="570" y="3638"/>
                  <a:pt x="0" y="4208"/>
                  <a:pt x="0" y="4909"/>
                </a:cubicBezTo>
                <a:lnTo>
                  <a:pt x="0" y="13646"/>
                </a:lnTo>
                <a:cubicBezTo>
                  <a:pt x="0" y="14347"/>
                  <a:pt x="570" y="14917"/>
                  <a:pt x="1272" y="14917"/>
                </a:cubicBezTo>
                <a:lnTo>
                  <a:pt x="7495" y="14917"/>
                </a:lnTo>
                <a:lnTo>
                  <a:pt x="7495" y="15983"/>
                </a:lnTo>
                <a:lnTo>
                  <a:pt x="7174" y="15983"/>
                </a:lnTo>
                <a:cubicBezTo>
                  <a:pt x="6516" y="15983"/>
                  <a:pt x="5990" y="16524"/>
                  <a:pt x="5990" y="17181"/>
                </a:cubicBezTo>
                <a:cubicBezTo>
                  <a:pt x="5990" y="17386"/>
                  <a:pt x="6151" y="17547"/>
                  <a:pt x="6356" y="17547"/>
                </a:cubicBezTo>
                <a:lnTo>
                  <a:pt x="11177" y="17547"/>
                </a:lnTo>
                <a:cubicBezTo>
                  <a:pt x="11367" y="17547"/>
                  <a:pt x="11542" y="17386"/>
                  <a:pt x="11542" y="17181"/>
                </a:cubicBezTo>
                <a:cubicBezTo>
                  <a:pt x="11542" y="16524"/>
                  <a:pt x="11002" y="15998"/>
                  <a:pt x="10359" y="15998"/>
                </a:cubicBezTo>
                <a:lnTo>
                  <a:pt x="10023" y="15998"/>
                </a:lnTo>
                <a:lnTo>
                  <a:pt x="10023" y="14931"/>
                </a:lnTo>
                <a:lnTo>
                  <a:pt x="16261" y="14931"/>
                </a:lnTo>
                <a:cubicBezTo>
                  <a:pt x="16962" y="14931"/>
                  <a:pt x="17532" y="14362"/>
                  <a:pt x="17532" y="13660"/>
                </a:cubicBezTo>
                <a:lnTo>
                  <a:pt x="17532" y="4924"/>
                </a:lnTo>
                <a:cubicBezTo>
                  <a:pt x="17532" y="4223"/>
                  <a:pt x="16962" y="3638"/>
                  <a:pt x="16261" y="3638"/>
                </a:cubicBezTo>
                <a:lnTo>
                  <a:pt x="12945" y="3638"/>
                </a:lnTo>
                <a:cubicBezTo>
                  <a:pt x="12935" y="3637"/>
                  <a:pt x="12926" y="3637"/>
                  <a:pt x="12917" y="3637"/>
                </a:cubicBezTo>
                <a:cubicBezTo>
                  <a:pt x="12574" y="3637"/>
                  <a:pt x="12574" y="4151"/>
                  <a:pt x="12917" y="4151"/>
                </a:cubicBezTo>
                <a:cubicBezTo>
                  <a:pt x="12926" y="4151"/>
                  <a:pt x="12935" y="4150"/>
                  <a:pt x="12945" y="4150"/>
                </a:cubicBezTo>
                <a:lnTo>
                  <a:pt x="16246" y="4150"/>
                </a:lnTo>
                <a:cubicBezTo>
                  <a:pt x="16670" y="4150"/>
                  <a:pt x="17021" y="4500"/>
                  <a:pt x="17021" y="4924"/>
                </a:cubicBezTo>
                <a:lnTo>
                  <a:pt x="17021" y="13646"/>
                </a:lnTo>
                <a:cubicBezTo>
                  <a:pt x="17021" y="14069"/>
                  <a:pt x="16670" y="14420"/>
                  <a:pt x="16246" y="14420"/>
                </a:cubicBezTo>
                <a:lnTo>
                  <a:pt x="1272" y="14420"/>
                </a:lnTo>
                <a:cubicBezTo>
                  <a:pt x="848" y="14420"/>
                  <a:pt x="497" y="14069"/>
                  <a:pt x="497" y="13646"/>
                </a:cubicBezTo>
                <a:lnTo>
                  <a:pt x="497" y="4924"/>
                </a:lnTo>
                <a:cubicBezTo>
                  <a:pt x="497" y="4500"/>
                  <a:pt x="848" y="4150"/>
                  <a:pt x="1272" y="4150"/>
                </a:cubicBezTo>
                <a:lnTo>
                  <a:pt x="5508" y="4150"/>
                </a:lnTo>
                <a:lnTo>
                  <a:pt x="5508" y="4413"/>
                </a:lnTo>
                <a:cubicBezTo>
                  <a:pt x="5508" y="4500"/>
                  <a:pt x="5508" y="4588"/>
                  <a:pt x="5523" y="4661"/>
                </a:cubicBezTo>
                <a:lnTo>
                  <a:pt x="1374" y="4661"/>
                </a:lnTo>
                <a:cubicBezTo>
                  <a:pt x="1169" y="4661"/>
                  <a:pt x="1009" y="4836"/>
                  <a:pt x="1009" y="5026"/>
                </a:cubicBezTo>
                <a:lnTo>
                  <a:pt x="1009" y="11411"/>
                </a:lnTo>
                <a:cubicBezTo>
                  <a:pt x="994" y="11593"/>
                  <a:pt x="1129" y="11684"/>
                  <a:pt x="1264" y="11684"/>
                </a:cubicBezTo>
                <a:cubicBezTo>
                  <a:pt x="1399" y="11684"/>
                  <a:pt x="1534" y="11593"/>
                  <a:pt x="1520" y="11411"/>
                </a:cubicBezTo>
                <a:lnTo>
                  <a:pt x="1520" y="5187"/>
                </a:lnTo>
                <a:lnTo>
                  <a:pt x="5596" y="5187"/>
                </a:lnTo>
                <a:cubicBezTo>
                  <a:pt x="5815" y="6078"/>
                  <a:pt x="6414" y="6852"/>
                  <a:pt x="7218" y="7291"/>
                </a:cubicBezTo>
                <a:lnTo>
                  <a:pt x="7218" y="7875"/>
                </a:lnTo>
                <a:cubicBezTo>
                  <a:pt x="7218" y="8006"/>
                  <a:pt x="7130" y="8123"/>
                  <a:pt x="7013" y="8167"/>
                </a:cubicBezTo>
                <a:lnTo>
                  <a:pt x="4529" y="9000"/>
                </a:lnTo>
                <a:cubicBezTo>
                  <a:pt x="3726" y="9278"/>
                  <a:pt x="3200" y="10023"/>
                  <a:pt x="3200" y="10870"/>
                </a:cubicBezTo>
                <a:lnTo>
                  <a:pt x="3200" y="13397"/>
                </a:lnTo>
                <a:lnTo>
                  <a:pt x="1534" y="13397"/>
                </a:lnTo>
                <a:lnTo>
                  <a:pt x="1534" y="12594"/>
                </a:lnTo>
                <a:cubicBezTo>
                  <a:pt x="1549" y="12411"/>
                  <a:pt x="1414" y="12320"/>
                  <a:pt x="1279" y="12320"/>
                </a:cubicBezTo>
                <a:cubicBezTo>
                  <a:pt x="1144" y="12320"/>
                  <a:pt x="1009" y="12411"/>
                  <a:pt x="1023" y="12594"/>
                </a:cubicBezTo>
                <a:lnTo>
                  <a:pt x="1023" y="13544"/>
                </a:lnTo>
                <a:cubicBezTo>
                  <a:pt x="1023" y="13748"/>
                  <a:pt x="1184" y="13909"/>
                  <a:pt x="1388" y="13909"/>
                </a:cubicBezTo>
                <a:lnTo>
                  <a:pt x="16159" y="13909"/>
                </a:lnTo>
                <a:cubicBezTo>
                  <a:pt x="16349" y="13909"/>
                  <a:pt x="16524" y="13748"/>
                  <a:pt x="16524" y="13544"/>
                </a:cubicBezTo>
                <a:lnTo>
                  <a:pt x="16524" y="5026"/>
                </a:lnTo>
                <a:cubicBezTo>
                  <a:pt x="16524" y="4822"/>
                  <a:pt x="16349" y="4661"/>
                  <a:pt x="16159" y="4661"/>
                </a:cubicBezTo>
                <a:lnTo>
                  <a:pt x="11995" y="4661"/>
                </a:lnTo>
                <a:lnTo>
                  <a:pt x="11995" y="4442"/>
                </a:lnTo>
                <a:lnTo>
                  <a:pt x="11995" y="1549"/>
                </a:lnTo>
                <a:cubicBezTo>
                  <a:pt x="11995" y="702"/>
                  <a:pt x="11294" y="0"/>
                  <a:pt x="10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15"/>
          <p:cNvSpPr/>
          <p:nvPr/>
        </p:nvSpPr>
        <p:spPr>
          <a:xfrm>
            <a:off x="2673958" y="3958472"/>
            <a:ext cx="439334" cy="397131"/>
          </a:xfrm>
          <a:custGeom>
            <a:rect b="b" l="l" r="r" t="t"/>
            <a:pathLst>
              <a:path extrusionOk="0" h="17578" w="19446">
                <a:moveTo>
                  <a:pt x="8072" y="4038"/>
                </a:moveTo>
                <a:cubicBezTo>
                  <a:pt x="7937" y="4038"/>
                  <a:pt x="7802" y="4129"/>
                  <a:pt x="7817" y="4312"/>
                </a:cubicBezTo>
                <a:lnTo>
                  <a:pt x="7817" y="5072"/>
                </a:lnTo>
                <a:cubicBezTo>
                  <a:pt x="7817" y="5203"/>
                  <a:pt x="7933" y="5320"/>
                  <a:pt x="8080" y="5320"/>
                </a:cubicBezTo>
                <a:cubicBezTo>
                  <a:pt x="8211" y="5320"/>
                  <a:pt x="8328" y="5203"/>
                  <a:pt x="8328" y="5072"/>
                </a:cubicBezTo>
                <a:lnTo>
                  <a:pt x="8328" y="4312"/>
                </a:lnTo>
                <a:cubicBezTo>
                  <a:pt x="8343" y="4129"/>
                  <a:pt x="8207" y="4038"/>
                  <a:pt x="8072" y="4038"/>
                </a:cubicBezTo>
                <a:close/>
                <a:moveTo>
                  <a:pt x="3475" y="1999"/>
                </a:moveTo>
                <a:cubicBezTo>
                  <a:pt x="4025" y="1999"/>
                  <a:pt x="4584" y="2217"/>
                  <a:pt x="5012" y="2705"/>
                </a:cubicBezTo>
                <a:cubicBezTo>
                  <a:pt x="3741" y="3333"/>
                  <a:pt x="2689" y="4312"/>
                  <a:pt x="1987" y="5539"/>
                </a:cubicBezTo>
                <a:cubicBezTo>
                  <a:pt x="1593" y="5159"/>
                  <a:pt x="1374" y="4633"/>
                  <a:pt x="1374" y="4078"/>
                </a:cubicBezTo>
                <a:cubicBezTo>
                  <a:pt x="1374" y="2816"/>
                  <a:pt x="2409" y="1999"/>
                  <a:pt x="3475" y="1999"/>
                </a:cubicBezTo>
                <a:close/>
                <a:moveTo>
                  <a:pt x="12649" y="2003"/>
                </a:moveTo>
                <a:cubicBezTo>
                  <a:pt x="12665" y="2003"/>
                  <a:pt x="12680" y="2003"/>
                  <a:pt x="12696" y="2004"/>
                </a:cubicBezTo>
                <a:cubicBezTo>
                  <a:pt x="13850" y="2004"/>
                  <a:pt x="14771" y="2939"/>
                  <a:pt x="14771" y="4078"/>
                </a:cubicBezTo>
                <a:cubicBezTo>
                  <a:pt x="14771" y="4619"/>
                  <a:pt x="14552" y="5145"/>
                  <a:pt x="14157" y="5539"/>
                </a:cubicBezTo>
                <a:cubicBezTo>
                  <a:pt x="13456" y="4312"/>
                  <a:pt x="12404" y="3318"/>
                  <a:pt x="11148" y="2705"/>
                </a:cubicBezTo>
                <a:cubicBezTo>
                  <a:pt x="11517" y="2264"/>
                  <a:pt x="12067" y="2003"/>
                  <a:pt x="12649" y="2003"/>
                </a:cubicBezTo>
                <a:close/>
                <a:moveTo>
                  <a:pt x="4756" y="5433"/>
                </a:moveTo>
                <a:cubicBezTo>
                  <a:pt x="4690" y="5433"/>
                  <a:pt x="4624" y="5459"/>
                  <a:pt x="4573" y="5510"/>
                </a:cubicBezTo>
                <a:cubicBezTo>
                  <a:pt x="4471" y="5612"/>
                  <a:pt x="4471" y="5773"/>
                  <a:pt x="4573" y="5875"/>
                </a:cubicBezTo>
                <a:lnTo>
                  <a:pt x="5114" y="6401"/>
                </a:lnTo>
                <a:cubicBezTo>
                  <a:pt x="5169" y="6460"/>
                  <a:pt x="5231" y="6484"/>
                  <a:pt x="5291" y="6484"/>
                </a:cubicBezTo>
                <a:cubicBezTo>
                  <a:pt x="5486" y="6484"/>
                  <a:pt x="5658" y="6226"/>
                  <a:pt x="5479" y="6036"/>
                </a:cubicBezTo>
                <a:lnTo>
                  <a:pt x="4939" y="5510"/>
                </a:lnTo>
                <a:cubicBezTo>
                  <a:pt x="4887" y="5459"/>
                  <a:pt x="4822" y="5433"/>
                  <a:pt x="4756" y="5433"/>
                </a:cubicBezTo>
                <a:close/>
                <a:moveTo>
                  <a:pt x="11389" y="5433"/>
                </a:moveTo>
                <a:cubicBezTo>
                  <a:pt x="11323" y="5433"/>
                  <a:pt x="11257" y="5459"/>
                  <a:pt x="11206" y="5510"/>
                </a:cubicBezTo>
                <a:lnTo>
                  <a:pt x="10680" y="6036"/>
                </a:lnTo>
                <a:cubicBezTo>
                  <a:pt x="10490" y="6226"/>
                  <a:pt x="10659" y="6484"/>
                  <a:pt x="10860" y="6484"/>
                </a:cubicBezTo>
                <a:cubicBezTo>
                  <a:pt x="10922" y="6484"/>
                  <a:pt x="10987" y="6460"/>
                  <a:pt x="11045" y="6401"/>
                </a:cubicBezTo>
                <a:lnTo>
                  <a:pt x="11571" y="5875"/>
                </a:lnTo>
                <a:cubicBezTo>
                  <a:pt x="11674" y="5773"/>
                  <a:pt x="11674" y="5612"/>
                  <a:pt x="11571" y="5510"/>
                </a:cubicBezTo>
                <a:cubicBezTo>
                  <a:pt x="11520" y="5459"/>
                  <a:pt x="11454" y="5433"/>
                  <a:pt x="11389" y="5433"/>
                </a:cubicBezTo>
                <a:close/>
                <a:moveTo>
                  <a:pt x="3375" y="8680"/>
                </a:moveTo>
                <a:cubicBezTo>
                  <a:pt x="3039" y="8680"/>
                  <a:pt x="3039" y="9191"/>
                  <a:pt x="3375" y="9191"/>
                </a:cubicBezTo>
                <a:lnTo>
                  <a:pt x="4135" y="9191"/>
                </a:lnTo>
                <a:cubicBezTo>
                  <a:pt x="4471" y="9191"/>
                  <a:pt x="4471" y="8680"/>
                  <a:pt x="4135" y="8680"/>
                </a:cubicBezTo>
                <a:close/>
                <a:moveTo>
                  <a:pt x="12010" y="8680"/>
                </a:moveTo>
                <a:cubicBezTo>
                  <a:pt x="11674" y="8680"/>
                  <a:pt x="11674" y="9191"/>
                  <a:pt x="12010" y="9191"/>
                </a:cubicBezTo>
                <a:lnTo>
                  <a:pt x="12769" y="9191"/>
                </a:lnTo>
                <a:cubicBezTo>
                  <a:pt x="13105" y="9191"/>
                  <a:pt x="13105" y="8680"/>
                  <a:pt x="12769" y="8680"/>
                </a:cubicBezTo>
                <a:close/>
                <a:moveTo>
                  <a:pt x="8080" y="8680"/>
                </a:moveTo>
                <a:cubicBezTo>
                  <a:pt x="8226" y="8680"/>
                  <a:pt x="8357" y="8812"/>
                  <a:pt x="8328" y="8972"/>
                </a:cubicBezTo>
                <a:cubicBezTo>
                  <a:pt x="8309" y="9111"/>
                  <a:pt x="8191" y="9197"/>
                  <a:pt x="8070" y="9197"/>
                </a:cubicBezTo>
                <a:cubicBezTo>
                  <a:pt x="8000" y="9197"/>
                  <a:pt x="7929" y="9168"/>
                  <a:pt x="7875" y="9104"/>
                </a:cubicBezTo>
                <a:cubicBezTo>
                  <a:pt x="7729" y="8943"/>
                  <a:pt x="7846" y="8680"/>
                  <a:pt x="8080" y="8680"/>
                </a:cubicBezTo>
                <a:close/>
                <a:moveTo>
                  <a:pt x="8072" y="6127"/>
                </a:moveTo>
                <a:cubicBezTo>
                  <a:pt x="7937" y="6127"/>
                  <a:pt x="7802" y="6218"/>
                  <a:pt x="7817" y="6401"/>
                </a:cubicBezTo>
                <a:lnTo>
                  <a:pt x="7817" y="8213"/>
                </a:lnTo>
                <a:cubicBezTo>
                  <a:pt x="7291" y="8403"/>
                  <a:pt x="7130" y="9089"/>
                  <a:pt x="7524" y="9484"/>
                </a:cubicBezTo>
                <a:cubicBezTo>
                  <a:pt x="7682" y="9636"/>
                  <a:pt x="7878" y="9707"/>
                  <a:pt x="8071" y="9707"/>
                </a:cubicBezTo>
                <a:cubicBezTo>
                  <a:pt x="8379" y="9707"/>
                  <a:pt x="8679" y="9524"/>
                  <a:pt x="8795" y="9191"/>
                </a:cubicBezTo>
                <a:lnTo>
                  <a:pt x="9541" y="9191"/>
                </a:lnTo>
                <a:cubicBezTo>
                  <a:pt x="9891" y="9191"/>
                  <a:pt x="9891" y="8680"/>
                  <a:pt x="9541" y="8680"/>
                </a:cubicBezTo>
                <a:lnTo>
                  <a:pt x="8795" y="8680"/>
                </a:lnTo>
                <a:cubicBezTo>
                  <a:pt x="8722" y="8461"/>
                  <a:pt x="8547" y="8286"/>
                  <a:pt x="8328" y="8213"/>
                </a:cubicBezTo>
                <a:lnTo>
                  <a:pt x="8328" y="6401"/>
                </a:lnTo>
                <a:cubicBezTo>
                  <a:pt x="8343" y="6218"/>
                  <a:pt x="8207" y="6127"/>
                  <a:pt x="8072" y="6127"/>
                </a:cubicBezTo>
                <a:close/>
                <a:moveTo>
                  <a:pt x="5291" y="11534"/>
                </a:moveTo>
                <a:cubicBezTo>
                  <a:pt x="5231" y="11534"/>
                  <a:pt x="5169" y="11558"/>
                  <a:pt x="5114" y="11617"/>
                </a:cubicBezTo>
                <a:lnTo>
                  <a:pt x="4573" y="12143"/>
                </a:lnTo>
                <a:cubicBezTo>
                  <a:pt x="4471" y="12245"/>
                  <a:pt x="4471" y="12406"/>
                  <a:pt x="4573" y="12508"/>
                </a:cubicBezTo>
                <a:cubicBezTo>
                  <a:pt x="4624" y="12559"/>
                  <a:pt x="4690" y="12585"/>
                  <a:pt x="4756" y="12585"/>
                </a:cubicBezTo>
                <a:cubicBezTo>
                  <a:pt x="4822" y="12585"/>
                  <a:pt x="4887" y="12559"/>
                  <a:pt x="4939" y="12508"/>
                </a:cubicBezTo>
                <a:lnTo>
                  <a:pt x="5479" y="11982"/>
                </a:lnTo>
                <a:cubicBezTo>
                  <a:pt x="5658" y="11792"/>
                  <a:pt x="5486" y="11534"/>
                  <a:pt x="5291" y="11534"/>
                </a:cubicBezTo>
                <a:close/>
                <a:moveTo>
                  <a:pt x="8072" y="12672"/>
                </a:moveTo>
                <a:cubicBezTo>
                  <a:pt x="7937" y="12672"/>
                  <a:pt x="7802" y="12764"/>
                  <a:pt x="7817" y="12946"/>
                </a:cubicBezTo>
                <a:lnTo>
                  <a:pt x="7817" y="13706"/>
                </a:lnTo>
                <a:cubicBezTo>
                  <a:pt x="7802" y="13888"/>
                  <a:pt x="7937" y="13980"/>
                  <a:pt x="8072" y="13980"/>
                </a:cubicBezTo>
                <a:cubicBezTo>
                  <a:pt x="8207" y="13980"/>
                  <a:pt x="8343" y="13888"/>
                  <a:pt x="8328" y="13706"/>
                </a:cubicBezTo>
                <a:lnTo>
                  <a:pt x="8328" y="12946"/>
                </a:lnTo>
                <a:cubicBezTo>
                  <a:pt x="8343" y="12764"/>
                  <a:pt x="8207" y="12672"/>
                  <a:pt x="8072" y="12672"/>
                </a:cubicBezTo>
                <a:close/>
                <a:moveTo>
                  <a:pt x="15523" y="12234"/>
                </a:moveTo>
                <a:cubicBezTo>
                  <a:pt x="16039" y="12234"/>
                  <a:pt x="16482" y="12897"/>
                  <a:pt x="15998" y="13370"/>
                </a:cubicBezTo>
                <a:lnTo>
                  <a:pt x="15297" y="14071"/>
                </a:lnTo>
                <a:lnTo>
                  <a:pt x="14362" y="13136"/>
                </a:lnTo>
                <a:lnTo>
                  <a:pt x="15063" y="12435"/>
                </a:lnTo>
                <a:cubicBezTo>
                  <a:pt x="15208" y="12294"/>
                  <a:pt x="15368" y="12234"/>
                  <a:pt x="15523" y="12234"/>
                </a:cubicBezTo>
                <a:close/>
                <a:moveTo>
                  <a:pt x="13996" y="13501"/>
                </a:moveTo>
                <a:lnTo>
                  <a:pt x="14932" y="14436"/>
                </a:lnTo>
                <a:lnTo>
                  <a:pt x="14230" y="15138"/>
                </a:lnTo>
                <a:cubicBezTo>
                  <a:pt x="14087" y="15284"/>
                  <a:pt x="13926" y="15346"/>
                  <a:pt x="13772" y="15346"/>
                </a:cubicBezTo>
                <a:cubicBezTo>
                  <a:pt x="13264" y="15346"/>
                  <a:pt x="12825" y="14684"/>
                  <a:pt x="13295" y="14203"/>
                </a:cubicBezTo>
                <a:lnTo>
                  <a:pt x="13996" y="13501"/>
                </a:lnTo>
                <a:close/>
                <a:moveTo>
                  <a:pt x="15536" y="11730"/>
                </a:moveTo>
                <a:cubicBezTo>
                  <a:pt x="15235" y="11730"/>
                  <a:pt x="14932" y="11843"/>
                  <a:pt x="14698" y="12070"/>
                </a:cubicBezTo>
                <a:lnTo>
                  <a:pt x="12945" y="13837"/>
                </a:lnTo>
                <a:cubicBezTo>
                  <a:pt x="12122" y="14694"/>
                  <a:pt x="12890" y="15845"/>
                  <a:pt x="13793" y="15845"/>
                </a:cubicBezTo>
                <a:cubicBezTo>
                  <a:pt x="14061" y="15845"/>
                  <a:pt x="14341" y="15744"/>
                  <a:pt x="14595" y="15503"/>
                </a:cubicBezTo>
                <a:lnTo>
                  <a:pt x="16363" y="13735"/>
                </a:lnTo>
                <a:cubicBezTo>
                  <a:pt x="16831" y="13282"/>
                  <a:pt x="16831" y="12537"/>
                  <a:pt x="16363" y="12070"/>
                </a:cubicBezTo>
                <a:cubicBezTo>
                  <a:pt x="16137" y="11843"/>
                  <a:pt x="15837" y="11730"/>
                  <a:pt x="15536" y="11730"/>
                </a:cubicBezTo>
                <a:close/>
                <a:moveTo>
                  <a:pt x="14621" y="10542"/>
                </a:moveTo>
                <a:cubicBezTo>
                  <a:pt x="16293" y="10542"/>
                  <a:pt x="17897" y="11837"/>
                  <a:pt x="17897" y="13794"/>
                </a:cubicBezTo>
                <a:cubicBezTo>
                  <a:pt x="17883" y="15591"/>
                  <a:pt x="16436" y="17037"/>
                  <a:pt x="14639" y="17037"/>
                </a:cubicBezTo>
                <a:cubicBezTo>
                  <a:pt x="11747" y="17037"/>
                  <a:pt x="10300" y="13545"/>
                  <a:pt x="12346" y="11500"/>
                </a:cubicBezTo>
                <a:cubicBezTo>
                  <a:pt x="13007" y="10838"/>
                  <a:pt x="13822" y="10542"/>
                  <a:pt x="14621" y="10542"/>
                </a:cubicBezTo>
                <a:close/>
                <a:moveTo>
                  <a:pt x="7118" y="1"/>
                </a:moveTo>
                <a:cubicBezTo>
                  <a:pt x="6788" y="1"/>
                  <a:pt x="6788" y="529"/>
                  <a:pt x="7118" y="529"/>
                </a:cubicBezTo>
                <a:cubicBezTo>
                  <a:pt x="7127" y="529"/>
                  <a:pt x="7136" y="529"/>
                  <a:pt x="7145" y="528"/>
                </a:cubicBezTo>
                <a:lnTo>
                  <a:pt x="7817" y="528"/>
                </a:lnTo>
                <a:lnTo>
                  <a:pt x="7817" y="2004"/>
                </a:lnTo>
                <a:cubicBezTo>
                  <a:pt x="7028" y="2033"/>
                  <a:pt x="6239" y="2193"/>
                  <a:pt x="5494" y="2486"/>
                </a:cubicBezTo>
                <a:cubicBezTo>
                  <a:pt x="4985" y="1823"/>
                  <a:pt x="4226" y="1486"/>
                  <a:pt x="3460" y="1486"/>
                </a:cubicBezTo>
                <a:cubicBezTo>
                  <a:pt x="2773" y="1486"/>
                  <a:pt x="2082" y="1758"/>
                  <a:pt x="1564" y="2310"/>
                </a:cubicBezTo>
                <a:lnTo>
                  <a:pt x="1286" y="2062"/>
                </a:lnTo>
                <a:cubicBezTo>
                  <a:pt x="1232" y="2017"/>
                  <a:pt x="1175" y="1998"/>
                  <a:pt x="1120" y="1998"/>
                </a:cubicBezTo>
                <a:cubicBezTo>
                  <a:pt x="910" y="1998"/>
                  <a:pt x="741" y="2282"/>
                  <a:pt x="950" y="2456"/>
                </a:cubicBezTo>
                <a:lnTo>
                  <a:pt x="1257" y="2705"/>
                </a:lnTo>
                <a:cubicBezTo>
                  <a:pt x="994" y="3129"/>
                  <a:pt x="862" y="3596"/>
                  <a:pt x="862" y="4078"/>
                </a:cubicBezTo>
                <a:cubicBezTo>
                  <a:pt x="862" y="4823"/>
                  <a:pt x="1184" y="5524"/>
                  <a:pt x="1739" y="6021"/>
                </a:cubicBezTo>
                <a:cubicBezTo>
                  <a:pt x="0" y="9688"/>
                  <a:pt x="1739" y="14057"/>
                  <a:pt x="5523" y="15532"/>
                </a:cubicBezTo>
                <a:lnTo>
                  <a:pt x="4340" y="17154"/>
                </a:lnTo>
                <a:cubicBezTo>
                  <a:pt x="4174" y="17351"/>
                  <a:pt x="4354" y="17577"/>
                  <a:pt x="4545" y="17577"/>
                </a:cubicBezTo>
                <a:cubicBezTo>
                  <a:pt x="4623" y="17577"/>
                  <a:pt x="4704" y="17539"/>
                  <a:pt x="4763" y="17446"/>
                </a:cubicBezTo>
                <a:lnTo>
                  <a:pt x="6034" y="15707"/>
                </a:lnTo>
                <a:cubicBezTo>
                  <a:pt x="6699" y="15912"/>
                  <a:pt x="7389" y="16014"/>
                  <a:pt x="8080" y="16014"/>
                </a:cubicBezTo>
                <a:cubicBezTo>
                  <a:pt x="8770" y="16014"/>
                  <a:pt x="9460" y="15912"/>
                  <a:pt x="10125" y="15707"/>
                </a:cubicBezTo>
                <a:lnTo>
                  <a:pt x="11396" y="17446"/>
                </a:lnTo>
                <a:cubicBezTo>
                  <a:pt x="11455" y="17539"/>
                  <a:pt x="11536" y="17577"/>
                  <a:pt x="11614" y="17577"/>
                </a:cubicBezTo>
                <a:cubicBezTo>
                  <a:pt x="11806" y="17577"/>
                  <a:pt x="11986" y="17351"/>
                  <a:pt x="11820" y="17154"/>
                </a:cubicBezTo>
                <a:lnTo>
                  <a:pt x="10636" y="15532"/>
                </a:lnTo>
                <a:cubicBezTo>
                  <a:pt x="10826" y="15459"/>
                  <a:pt x="11016" y="15371"/>
                  <a:pt x="11206" y="15284"/>
                </a:cubicBezTo>
                <a:cubicBezTo>
                  <a:pt x="11849" y="16777"/>
                  <a:pt x="13253" y="17558"/>
                  <a:pt x="14665" y="17558"/>
                </a:cubicBezTo>
                <a:cubicBezTo>
                  <a:pt x="15850" y="17558"/>
                  <a:pt x="17042" y="17008"/>
                  <a:pt x="17795" y="15868"/>
                </a:cubicBezTo>
                <a:cubicBezTo>
                  <a:pt x="19446" y="13370"/>
                  <a:pt x="17649" y="10039"/>
                  <a:pt x="14654" y="10039"/>
                </a:cubicBezTo>
                <a:lnTo>
                  <a:pt x="14639" y="10039"/>
                </a:lnTo>
                <a:cubicBezTo>
                  <a:pt x="14406" y="10039"/>
                  <a:pt x="14186" y="10053"/>
                  <a:pt x="13953" y="10097"/>
                </a:cubicBezTo>
                <a:cubicBezTo>
                  <a:pt x="14026" y="9747"/>
                  <a:pt x="14055" y="9381"/>
                  <a:pt x="14055" y="9002"/>
                </a:cubicBezTo>
                <a:cubicBezTo>
                  <a:pt x="14055" y="5700"/>
                  <a:pt x="11381" y="3026"/>
                  <a:pt x="8080" y="3026"/>
                </a:cubicBezTo>
                <a:cubicBezTo>
                  <a:pt x="7130" y="3026"/>
                  <a:pt x="6210" y="3245"/>
                  <a:pt x="5377" y="3669"/>
                </a:cubicBezTo>
                <a:cubicBezTo>
                  <a:pt x="4573" y="4093"/>
                  <a:pt x="3857" y="4677"/>
                  <a:pt x="3317" y="5393"/>
                </a:cubicBezTo>
                <a:cubicBezTo>
                  <a:pt x="3149" y="5593"/>
                  <a:pt x="3329" y="5815"/>
                  <a:pt x="3519" y="5815"/>
                </a:cubicBezTo>
                <a:cubicBezTo>
                  <a:pt x="3593" y="5815"/>
                  <a:pt x="3669" y="5782"/>
                  <a:pt x="3726" y="5700"/>
                </a:cubicBezTo>
                <a:cubicBezTo>
                  <a:pt x="4223" y="5042"/>
                  <a:pt x="4865" y="4502"/>
                  <a:pt x="5611" y="4137"/>
                </a:cubicBezTo>
                <a:cubicBezTo>
                  <a:pt x="6370" y="3742"/>
                  <a:pt x="7218" y="3538"/>
                  <a:pt x="8080" y="3538"/>
                </a:cubicBezTo>
                <a:cubicBezTo>
                  <a:pt x="11601" y="3538"/>
                  <a:pt x="14201" y="6825"/>
                  <a:pt x="13397" y="10258"/>
                </a:cubicBezTo>
                <a:cubicBezTo>
                  <a:pt x="12536" y="10550"/>
                  <a:pt x="11820" y="11164"/>
                  <a:pt x="11381" y="11953"/>
                </a:cubicBezTo>
                <a:lnTo>
                  <a:pt x="11045" y="11617"/>
                </a:lnTo>
                <a:cubicBezTo>
                  <a:pt x="10987" y="11558"/>
                  <a:pt x="10922" y="11534"/>
                  <a:pt x="10860" y="11534"/>
                </a:cubicBezTo>
                <a:cubicBezTo>
                  <a:pt x="10659" y="11534"/>
                  <a:pt x="10490" y="11792"/>
                  <a:pt x="10680" y="11982"/>
                </a:cubicBezTo>
                <a:lnTo>
                  <a:pt x="11133" y="12435"/>
                </a:lnTo>
                <a:cubicBezTo>
                  <a:pt x="10987" y="12844"/>
                  <a:pt x="10899" y="13268"/>
                  <a:pt x="10885" y="13691"/>
                </a:cubicBezTo>
                <a:cubicBezTo>
                  <a:pt x="10015" y="14215"/>
                  <a:pt x="9044" y="14472"/>
                  <a:pt x="8078" y="14472"/>
                </a:cubicBezTo>
                <a:cubicBezTo>
                  <a:pt x="6755" y="14472"/>
                  <a:pt x="5443" y="13992"/>
                  <a:pt x="4413" y="13063"/>
                </a:cubicBezTo>
                <a:cubicBezTo>
                  <a:pt x="2630" y="11456"/>
                  <a:pt x="2104" y="8870"/>
                  <a:pt x="3127" y="6693"/>
                </a:cubicBezTo>
                <a:cubicBezTo>
                  <a:pt x="3222" y="6483"/>
                  <a:pt x="3056" y="6323"/>
                  <a:pt x="2888" y="6323"/>
                </a:cubicBezTo>
                <a:cubicBezTo>
                  <a:pt x="2799" y="6323"/>
                  <a:pt x="2710" y="6368"/>
                  <a:pt x="2659" y="6474"/>
                </a:cubicBezTo>
                <a:cubicBezTo>
                  <a:pt x="2280" y="7263"/>
                  <a:pt x="2090" y="8125"/>
                  <a:pt x="2090" y="9002"/>
                </a:cubicBezTo>
                <a:cubicBezTo>
                  <a:pt x="2090" y="12479"/>
                  <a:pt x="4941" y="14992"/>
                  <a:pt x="8071" y="14992"/>
                </a:cubicBezTo>
                <a:cubicBezTo>
                  <a:pt x="9017" y="14992"/>
                  <a:pt x="9988" y="14763"/>
                  <a:pt x="10914" y="14261"/>
                </a:cubicBezTo>
                <a:cubicBezTo>
                  <a:pt x="10943" y="14451"/>
                  <a:pt x="10972" y="14626"/>
                  <a:pt x="11016" y="14802"/>
                </a:cubicBezTo>
                <a:cubicBezTo>
                  <a:pt x="10082" y="15277"/>
                  <a:pt x="9073" y="15508"/>
                  <a:pt x="8073" y="15508"/>
                </a:cubicBezTo>
                <a:cubicBezTo>
                  <a:pt x="6305" y="15508"/>
                  <a:pt x="4562" y="14785"/>
                  <a:pt x="3302" y="13414"/>
                </a:cubicBezTo>
                <a:cubicBezTo>
                  <a:pt x="1330" y="11281"/>
                  <a:pt x="1009" y="8096"/>
                  <a:pt x="2528" y="5612"/>
                </a:cubicBezTo>
                <a:cubicBezTo>
                  <a:pt x="3730" y="3659"/>
                  <a:pt x="5847" y="2519"/>
                  <a:pt x="8068" y="2519"/>
                </a:cubicBezTo>
                <a:cubicBezTo>
                  <a:pt x="8654" y="2519"/>
                  <a:pt x="9247" y="2599"/>
                  <a:pt x="9833" y="2763"/>
                </a:cubicBezTo>
                <a:cubicBezTo>
                  <a:pt x="12623" y="3552"/>
                  <a:pt x="14566" y="6094"/>
                  <a:pt x="14566" y="9002"/>
                </a:cubicBezTo>
                <a:cubicBezTo>
                  <a:pt x="14566" y="9177"/>
                  <a:pt x="14694" y="9265"/>
                  <a:pt x="14822" y="9265"/>
                </a:cubicBezTo>
                <a:cubicBezTo>
                  <a:pt x="14950" y="9265"/>
                  <a:pt x="15078" y="9177"/>
                  <a:pt x="15078" y="9002"/>
                </a:cubicBezTo>
                <a:cubicBezTo>
                  <a:pt x="15078" y="7979"/>
                  <a:pt x="14858" y="6956"/>
                  <a:pt x="14406" y="6021"/>
                </a:cubicBezTo>
                <a:cubicBezTo>
                  <a:pt x="14961" y="5524"/>
                  <a:pt x="15282" y="4823"/>
                  <a:pt x="15282" y="4078"/>
                </a:cubicBezTo>
                <a:cubicBezTo>
                  <a:pt x="15282" y="3596"/>
                  <a:pt x="15151" y="3129"/>
                  <a:pt x="14902" y="2705"/>
                </a:cubicBezTo>
                <a:lnTo>
                  <a:pt x="15194" y="2456"/>
                </a:lnTo>
                <a:cubicBezTo>
                  <a:pt x="15424" y="2284"/>
                  <a:pt x="15248" y="1986"/>
                  <a:pt x="15035" y="1986"/>
                </a:cubicBezTo>
                <a:cubicBezTo>
                  <a:pt x="14976" y="1986"/>
                  <a:pt x="14915" y="2009"/>
                  <a:pt x="14858" y="2062"/>
                </a:cubicBezTo>
                <a:lnTo>
                  <a:pt x="14581" y="2310"/>
                </a:lnTo>
                <a:cubicBezTo>
                  <a:pt x="14070" y="1758"/>
                  <a:pt x="13382" y="1486"/>
                  <a:pt x="12695" y="1486"/>
                </a:cubicBezTo>
                <a:cubicBezTo>
                  <a:pt x="11930" y="1486"/>
                  <a:pt x="11167" y="1823"/>
                  <a:pt x="10651" y="2486"/>
                </a:cubicBezTo>
                <a:cubicBezTo>
                  <a:pt x="9906" y="2193"/>
                  <a:pt x="9131" y="2033"/>
                  <a:pt x="8328" y="2004"/>
                </a:cubicBezTo>
                <a:lnTo>
                  <a:pt x="8328" y="528"/>
                </a:lnTo>
                <a:lnTo>
                  <a:pt x="9000" y="528"/>
                </a:lnTo>
                <a:cubicBezTo>
                  <a:pt x="9009" y="529"/>
                  <a:pt x="9018" y="529"/>
                  <a:pt x="9026" y="529"/>
                </a:cubicBezTo>
                <a:cubicBezTo>
                  <a:pt x="9357" y="529"/>
                  <a:pt x="9357" y="1"/>
                  <a:pt x="9026" y="1"/>
                </a:cubicBezTo>
                <a:cubicBezTo>
                  <a:pt x="9018" y="1"/>
                  <a:pt x="9009" y="1"/>
                  <a:pt x="9000" y="2"/>
                </a:cubicBezTo>
                <a:lnTo>
                  <a:pt x="7145" y="2"/>
                </a:lnTo>
                <a:cubicBezTo>
                  <a:pt x="7136" y="1"/>
                  <a:pt x="7127" y="1"/>
                  <a:pt x="7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5"/>
          <p:cNvSpPr/>
          <p:nvPr/>
        </p:nvSpPr>
        <p:spPr>
          <a:xfrm>
            <a:off x="2692145" y="3344239"/>
            <a:ext cx="405987" cy="322508"/>
          </a:xfrm>
          <a:custGeom>
            <a:rect b="b" l="l" r="r" t="t"/>
            <a:pathLst>
              <a:path extrusionOk="0" h="14275" w="17970">
                <a:moveTo>
                  <a:pt x="9364" y="556"/>
                </a:moveTo>
                <a:lnTo>
                  <a:pt x="9364" y="1067"/>
                </a:lnTo>
                <a:lnTo>
                  <a:pt x="6047" y="1067"/>
                </a:lnTo>
                <a:cubicBezTo>
                  <a:pt x="5755" y="1067"/>
                  <a:pt x="5492" y="848"/>
                  <a:pt x="5448" y="556"/>
                </a:cubicBezTo>
                <a:close/>
                <a:moveTo>
                  <a:pt x="11614" y="526"/>
                </a:moveTo>
                <a:lnTo>
                  <a:pt x="11614" y="1213"/>
                </a:lnTo>
                <a:lnTo>
                  <a:pt x="10927" y="1213"/>
                </a:lnTo>
                <a:lnTo>
                  <a:pt x="10927" y="526"/>
                </a:lnTo>
                <a:close/>
                <a:moveTo>
                  <a:pt x="11263" y="3200"/>
                </a:moveTo>
                <a:cubicBezTo>
                  <a:pt x="11541" y="3215"/>
                  <a:pt x="11731" y="3463"/>
                  <a:pt x="11701" y="3726"/>
                </a:cubicBezTo>
                <a:lnTo>
                  <a:pt x="10839" y="3726"/>
                </a:lnTo>
                <a:cubicBezTo>
                  <a:pt x="10796" y="3448"/>
                  <a:pt x="11000" y="3215"/>
                  <a:pt x="11263" y="3200"/>
                </a:cubicBezTo>
                <a:close/>
                <a:moveTo>
                  <a:pt x="13002" y="4237"/>
                </a:moveTo>
                <a:cubicBezTo>
                  <a:pt x="13338" y="4237"/>
                  <a:pt x="13615" y="4486"/>
                  <a:pt x="13644" y="4822"/>
                </a:cubicBezTo>
                <a:cubicBezTo>
                  <a:pt x="13571" y="4817"/>
                  <a:pt x="13045" y="4815"/>
                  <a:pt x="12368" y="4815"/>
                </a:cubicBezTo>
                <a:cubicBezTo>
                  <a:pt x="11013" y="4815"/>
                  <a:pt x="9052" y="4822"/>
                  <a:pt x="8896" y="4822"/>
                </a:cubicBezTo>
                <a:cubicBezTo>
                  <a:pt x="8925" y="4486"/>
                  <a:pt x="9203" y="4237"/>
                  <a:pt x="9539" y="4237"/>
                </a:cubicBezTo>
                <a:close/>
                <a:moveTo>
                  <a:pt x="13396" y="5333"/>
                </a:moveTo>
                <a:cubicBezTo>
                  <a:pt x="14667" y="5333"/>
                  <a:pt x="15748" y="6239"/>
                  <a:pt x="15982" y="7495"/>
                </a:cubicBezTo>
                <a:cubicBezTo>
                  <a:pt x="15997" y="7583"/>
                  <a:pt x="16011" y="7671"/>
                  <a:pt x="16026" y="7758"/>
                </a:cubicBezTo>
                <a:lnTo>
                  <a:pt x="12403" y="7758"/>
                </a:lnTo>
                <a:cubicBezTo>
                  <a:pt x="12242" y="7758"/>
                  <a:pt x="12110" y="7627"/>
                  <a:pt x="12110" y="7481"/>
                </a:cubicBezTo>
                <a:lnTo>
                  <a:pt x="12110" y="5333"/>
                </a:lnTo>
                <a:close/>
                <a:moveTo>
                  <a:pt x="9086" y="6356"/>
                </a:moveTo>
                <a:lnTo>
                  <a:pt x="9086" y="7481"/>
                </a:lnTo>
                <a:cubicBezTo>
                  <a:pt x="9086" y="7685"/>
                  <a:pt x="9247" y="7846"/>
                  <a:pt x="9451" y="7846"/>
                </a:cubicBezTo>
                <a:lnTo>
                  <a:pt x="10576" y="7846"/>
                </a:lnTo>
                <a:lnTo>
                  <a:pt x="10576" y="8372"/>
                </a:lnTo>
                <a:lnTo>
                  <a:pt x="9451" y="8372"/>
                </a:lnTo>
                <a:cubicBezTo>
                  <a:pt x="9247" y="8372"/>
                  <a:pt x="9086" y="8533"/>
                  <a:pt x="9086" y="8737"/>
                </a:cubicBezTo>
                <a:lnTo>
                  <a:pt x="9086" y="9862"/>
                </a:lnTo>
                <a:lnTo>
                  <a:pt x="8575" y="9862"/>
                </a:lnTo>
                <a:lnTo>
                  <a:pt x="8575" y="8737"/>
                </a:lnTo>
                <a:cubicBezTo>
                  <a:pt x="8575" y="8533"/>
                  <a:pt x="8414" y="8372"/>
                  <a:pt x="8210" y="8372"/>
                </a:cubicBezTo>
                <a:lnTo>
                  <a:pt x="7085" y="8372"/>
                </a:lnTo>
                <a:lnTo>
                  <a:pt x="7085" y="7846"/>
                </a:lnTo>
                <a:lnTo>
                  <a:pt x="8210" y="7846"/>
                </a:lnTo>
                <a:cubicBezTo>
                  <a:pt x="8414" y="7846"/>
                  <a:pt x="8575" y="7685"/>
                  <a:pt x="8575" y="7481"/>
                </a:cubicBezTo>
                <a:lnTo>
                  <a:pt x="8575" y="6356"/>
                </a:lnTo>
                <a:close/>
                <a:moveTo>
                  <a:pt x="8531" y="5844"/>
                </a:moveTo>
                <a:cubicBezTo>
                  <a:pt x="8268" y="5844"/>
                  <a:pt x="8064" y="6049"/>
                  <a:pt x="8064" y="6312"/>
                </a:cubicBezTo>
                <a:lnTo>
                  <a:pt x="8064" y="7335"/>
                </a:lnTo>
                <a:lnTo>
                  <a:pt x="7041" y="7335"/>
                </a:lnTo>
                <a:cubicBezTo>
                  <a:pt x="6778" y="7335"/>
                  <a:pt x="6573" y="7539"/>
                  <a:pt x="6573" y="7802"/>
                </a:cubicBezTo>
                <a:lnTo>
                  <a:pt x="6573" y="8416"/>
                </a:lnTo>
                <a:cubicBezTo>
                  <a:pt x="6573" y="8664"/>
                  <a:pt x="6778" y="8869"/>
                  <a:pt x="7041" y="8869"/>
                </a:cubicBezTo>
                <a:lnTo>
                  <a:pt x="8064" y="8869"/>
                </a:lnTo>
                <a:lnTo>
                  <a:pt x="8064" y="9920"/>
                </a:lnTo>
                <a:cubicBezTo>
                  <a:pt x="8064" y="10169"/>
                  <a:pt x="8268" y="10373"/>
                  <a:pt x="8531" y="10373"/>
                </a:cubicBezTo>
                <a:lnTo>
                  <a:pt x="9145" y="10373"/>
                </a:lnTo>
                <a:cubicBezTo>
                  <a:pt x="9393" y="10373"/>
                  <a:pt x="9598" y="10169"/>
                  <a:pt x="9598" y="9920"/>
                </a:cubicBezTo>
                <a:lnTo>
                  <a:pt x="9598" y="8883"/>
                </a:lnTo>
                <a:lnTo>
                  <a:pt x="10620" y="8883"/>
                </a:lnTo>
                <a:cubicBezTo>
                  <a:pt x="10883" y="8883"/>
                  <a:pt x="11088" y="8679"/>
                  <a:pt x="11088" y="8416"/>
                </a:cubicBezTo>
                <a:lnTo>
                  <a:pt x="11088" y="7802"/>
                </a:lnTo>
                <a:cubicBezTo>
                  <a:pt x="11088" y="7554"/>
                  <a:pt x="10883" y="7349"/>
                  <a:pt x="10620" y="7349"/>
                </a:cubicBezTo>
                <a:lnTo>
                  <a:pt x="9598" y="7349"/>
                </a:lnTo>
                <a:lnTo>
                  <a:pt x="9598" y="6312"/>
                </a:lnTo>
                <a:cubicBezTo>
                  <a:pt x="9598" y="6064"/>
                  <a:pt x="9393" y="5859"/>
                  <a:pt x="9130" y="5859"/>
                </a:cubicBezTo>
                <a:lnTo>
                  <a:pt x="9145" y="5844"/>
                </a:lnTo>
                <a:close/>
                <a:moveTo>
                  <a:pt x="10036" y="11396"/>
                </a:moveTo>
                <a:lnTo>
                  <a:pt x="10036" y="12740"/>
                </a:lnTo>
                <a:lnTo>
                  <a:pt x="9524" y="12740"/>
                </a:lnTo>
                <a:lnTo>
                  <a:pt x="9524" y="11396"/>
                </a:lnTo>
                <a:close/>
                <a:moveTo>
                  <a:pt x="12344" y="11396"/>
                </a:moveTo>
                <a:lnTo>
                  <a:pt x="12344" y="12740"/>
                </a:lnTo>
                <a:lnTo>
                  <a:pt x="10547" y="12740"/>
                </a:lnTo>
                <a:lnTo>
                  <a:pt x="10547" y="11396"/>
                </a:lnTo>
                <a:close/>
                <a:moveTo>
                  <a:pt x="13381" y="11396"/>
                </a:moveTo>
                <a:lnTo>
                  <a:pt x="13381" y="12740"/>
                </a:lnTo>
                <a:lnTo>
                  <a:pt x="12855" y="12740"/>
                </a:lnTo>
                <a:lnTo>
                  <a:pt x="12855" y="11396"/>
                </a:lnTo>
                <a:close/>
                <a:moveTo>
                  <a:pt x="16825" y="12405"/>
                </a:moveTo>
                <a:cubicBezTo>
                  <a:pt x="16899" y="12405"/>
                  <a:pt x="16970" y="12435"/>
                  <a:pt x="17019" y="12492"/>
                </a:cubicBezTo>
                <a:cubicBezTo>
                  <a:pt x="17121" y="12609"/>
                  <a:pt x="17107" y="12769"/>
                  <a:pt x="17005" y="12857"/>
                </a:cubicBezTo>
                <a:lnTo>
                  <a:pt x="16990" y="12857"/>
                </a:lnTo>
                <a:lnTo>
                  <a:pt x="16464" y="13325"/>
                </a:lnTo>
                <a:cubicBezTo>
                  <a:pt x="16128" y="13602"/>
                  <a:pt x="15719" y="13763"/>
                  <a:pt x="15281" y="13763"/>
                </a:cubicBezTo>
                <a:lnTo>
                  <a:pt x="6661" y="13763"/>
                </a:lnTo>
                <a:cubicBezTo>
                  <a:pt x="6354" y="13734"/>
                  <a:pt x="6354" y="13266"/>
                  <a:pt x="6661" y="13251"/>
                </a:cubicBezTo>
                <a:lnTo>
                  <a:pt x="15281" y="13251"/>
                </a:lnTo>
                <a:cubicBezTo>
                  <a:pt x="15587" y="13251"/>
                  <a:pt x="15894" y="13135"/>
                  <a:pt x="16128" y="12930"/>
                </a:cubicBezTo>
                <a:lnTo>
                  <a:pt x="16654" y="12463"/>
                </a:lnTo>
                <a:cubicBezTo>
                  <a:pt x="16706" y="12424"/>
                  <a:pt x="16766" y="12405"/>
                  <a:pt x="16825" y="12405"/>
                </a:cubicBezTo>
                <a:close/>
                <a:moveTo>
                  <a:pt x="13089" y="1"/>
                </a:moveTo>
                <a:cubicBezTo>
                  <a:pt x="12768" y="1"/>
                  <a:pt x="12622" y="293"/>
                  <a:pt x="12651" y="570"/>
                </a:cubicBezTo>
                <a:lnTo>
                  <a:pt x="12125" y="570"/>
                </a:lnTo>
                <a:cubicBezTo>
                  <a:pt x="12169" y="278"/>
                  <a:pt x="11950" y="30"/>
                  <a:pt x="11657" y="15"/>
                </a:cubicBezTo>
                <a:lnTo>
                  <a:pt x="10869" y="15"/>
                </a:lnTo>
                <a:cubicBezTo>
                  <a:pt x="10591" y="30"/>
                  <a:pt x="10372" y="278"/>
                  <a:pt x="10401" y="570"/>
                </a:cubicBezTo>
                <a:lnTo>
                  <a:pt x="9875" y="570"/>
                </a:lnTo>
                <a:cubicBezTo>
                  <a:pt x="9919" y="307"/>
                  <a:pt x="9714" y="59"/>
                  <a:pt x="9451" y="59"/>
                </a:cubicBezTo>
                <a:lnTo>
                  <a:pt x="5361" y="59"/>
                </a:lnTo>
                <a:cubicBezTo>
                  <a:pt x="5127" y="59"/>
                  <a:pt x="4937" y="249"/>
                  <a:pt x="4937" y="483"/>
                </a:cubicBezTo>
                <a:cubicBezTo>
                  <a:pt x="4937" y="1096"/>
                  <a:pt x="5434" y="1593"/>
                  <a:pt x="6047" y="1593"/>
                </a:cubicBezTo>
                <a:lnTo>
                  <a:pt x="9451" y="1593"/>
                </a:lnTo>
                <a:cubicBezTo>
                  <a:pt x="9714" y="1593"/>
                  <a:pt x="9919" y="1345"/>
                  <a:pt x="9875" y="1082"/>
                </a:cubicBezTo>
                <a:lnTo>
                  <a:pt x="10416" y="1082"/>
                </a:lnTo>
                <a:cubicBezTo>
                  <a:pt x="10416" y="1403"/>
                  <a:pt x="10489" y="1739"/>
                  <a:pt x="10869" y="1739"/>
                </a:cubicBezTo>
                <a:lnTo>
                  <a:pt x="11015" y="1739"/>
                </a:lnTo>
                <a:lnTo>
                  <a:pt x="11015" y="2747"/>
                </a:lnTo>
                <a:cubicBezTo>
                  <a:pt x="10576" y="2864"/>
                  <a:pt x="10284" y="3288"/>
                  <a:pt x="10328" y="3741"/>
                </a:cubicBezTo>
                <a:lnTo>
                  <a:pt x="9539" y="3741"/>
                </a:lnTo>
                <a:cubicBezTo>
                  <a:pt x="9530" y="3740"/>
                  <a:pt x="9521" y="3740"/>
                  <a:pt x="9512" y="3740"/>
                </a:cubicBezTo>
                <a:cubicBezTo>
                  <a:pt x="8910" y="3740"/>
                  <a:pt x="8413" y="4217"/>
                  <a:pt x="8370" y="4836"/>
                </a:cubicBezTo>
                <a:lnTo>
                  <a:pt x="2804" y="4836"/>
                </a:lnTo>
                <a:cubicBezTo>
                  <a:pt x="2775" y="4836"/>
                  <a:pt x="2746" y="4807"/>
                  <a:pt x="2731" y="4792"/>
                </a:cubicBezTo>
                <a:lnTo>
                  <a:pt x="1781" y="3229"/>
                </a:lnTo>
                <a:cubicBezTo>
                  <a:pt x="1694" y="3098"/>
                  <a:pt x="1548" y="3010"/>
                  <a:pt x="1387" y="2995"/>
                </a:cubicBezTo>
                <a:lnTo>
                  <a:pt x="540" y="2952"/>
                </a:lnTo>
                <a:cubicBezTo>
                  <a:pt x="532" y="2951"/>
                  <a:pt x="525" y="2951"/>
                  <a:pt x="518" y="2951"/>
                </a:cubicBezTo>
                <a:cubicBezTo>
                  <a:pt x="222" y="2951"/>
                  <a:pt x="1" y="3237"/>
                  <a:pt x="72" y="3536"/>
                </a:cubicBezTo>
                <a:lnTo>
                  <a:pt x="700" y="5961"/>
                </a:lnTo>
                <a:cubicBezTo>
                  <a:pt x="817" y="6400"/>
                  <a:pt x="1182" y="6750"/>
                  <a:pt x="1635" y="6867"/>
                </a:cubicBezTo>
                <a:lnTo>
                  <a:pt x="4294" y="7539"/>
                </a:lnTo>
                <a:cubicBezTo>
                  <a:pt x="4396" y="7568"/>
                  <a:pt x="4470" y="7612"/>
                  <a:pt x="4528" y="7700"/>
                </a:cubicBezTo>
                <a:lnTo>
                  <a:pt x="5069" y="8401"/>
                </a:lnTo>
                <a:cubicBezTo>
                  <a:pt x="5122" y="8458"/>
                  <a:pt x="5185" y="8483"/>
                  <a:pt x="5247" y="8483"/>
                </a:cubicBezTo>
                <a:cubicBezTo>
                  <a:pt x="5422" y="8483"/>
                  <a:pt x="5585" y="8288"/>
                  <a:pt x="5478" y="8094"/>
                </a:cubicBezTo>
                <a:lnTo>
                  <a:pt x="4937" y="7393"/>
                </a:lnTo>
                <a:cubicBezTo>
                  <a:pt x="4806" y="7218"/>
                  <a:pt x="4630" y="7101"/>
                  <a:pt x="4426" y="7042"/>
                </a:cubicBezTo>
                <a:lnTo>
                  <a:pt x="1752" y="6370"/>
                </a:lnTo>
                <a:cubicBezTo>
                  <a:pt x="1489" y="6297"/>
                  <a:pt x="1270" y="6093"/>
                  <a:pt x="1197" y="5830"/>
                </a:cubicBezTo>
                <a:lnTo>
                  <a:pt x="583" y="3463"/>
                </a:lnTo>
                <a:lnTo>
                  <a:pt x="1343" y="3507"/>
                </a:lnTo>
                <a:lnTo>
                  <a:pt x="2293" y="5055"/>
                </a:lnTo>
                <a:cubicBezTo>
                  <a:pt x="2395" y="5231"/>
                  <a:pt x="2585" y="5348"/>
                  <a:pt x="2804" y="5348"/>
                </a:cubicBezTo>
                <a:lnTo>
                  <a:pt x="11599" y="5348"/>
                </a:lnTo>
                <a:lnTo>
                  <a:pt x="11599" y="7481"/>
                </a:lnTo>
                <a:cubicBezTo>
                  <a:pt x="11599" y="7934"/>
                  <a:pt x="11950" y="8284"/>
                  <a:pt x="12403" y="8284"/>
                </a:cubicBezTo>
                <a:lnTo>
                  <a:pt x="16070" y="8284"/>
                </a:lnTo>
                <a:lnTo>
                  <a:pt x="16070" y="8518"/>
                </a:lnTo>
                <a:lnTo>
                  <a:pt x="16070" y="10125"/>
                </a:lnTo>
                <a:cubicBezTo>
                  <a:pt x="16070" y="10549"/>
                  <a:pt x="15734" y="10885"/>
                  <a:pt x="15310" y="10899"/>
                </a:cubicBezTo>
                <a:lnTo>
                  <a:pt x="8312" y="10899"/>
                </a:lnTo>
                <a:cubicBezTo>
                  <a:pt x="7859" y="10885"/>
                  <a:pt x="7435" y="10680"/>
                  <a:pt x="7158" y="10315"/>
                </a:cubicBezTo>
                <a:lnTo>
                  <a:pt x="6208" y="9058"/>
                </a:lnTo>
                <a:cubicBezTo>
                  <a:pt x="6147" y="8981"/>
                  <a:pt x="6072" y="8949"/>
                  <a:pt x="5999" y="8949"/>
                </a:cubicBezTo>
                <a:cubicBezTo>
                  <a:pt x="5810" y="8949"/>
                  <a:pt x="5641" y="9165"/>
                  <a:pt x="5799" y="9365"/>
                </a:cubicBezTo>
                <a:lnTo>
                  <a:pt x="6734" y="10622"/>
                </a:lnTo>
                <a:cubicBezTo>
                  <a:pt x="7114" y="11104"/>
                  <a:pt x="7698" y="11396"/>
                  <a:pt x="8312" y="11396"/>
                </a:cubicBezTo>
                <a:lnTo>
                  <a:pt x="8999" y="11396"/>
                </a:lnTo>
                <a:lnTo>
                  <a:pt x="8999" y="12740"/>
                </a:lnTo>
                <a:lnTo>
                  <a:pt x="6661" y="12740"/>
                </a:lnTo>
                <a:cubicBezTo>
                  <a:pt x="5638" y="12740"/>
                  <a:pt x="5638" y="14274"/>
                  <a:pt x="6661" y="14274"/>
                </a:cubicBezTo>
                <a:lnTo>
                  <a:pt x="15281" y="14274"/>
                </a:lnTo>
                <a:cubicBezTo>
                  <a:pt x="15836" y="14274"/>
                  <a:pt x="16376" y="14070"/>
                  <a:pt x="16800" y="13704"/>
                </a:cubicBezTo>
                <a:lnTo>
                  <a:pt x="17326" y="13251"/>
                </a:lnTo>
                <a:cubicBezTo>
                  <a:pt x="17969" y="12723"/>
                  <a:pt x="17466" y="11870"/>
                  <a:pt x="16837" y="11870"/>
                </a:cubicBezTo>
                <a:cubicBezTo>
                  <a:pt x="16667" y="11870"/>
                  <a:pt x="16487" y="11933"/>
                  <a:pt x="16318" y="12083"/>
                </a:cubicBezTo>
                <a:lnTo>
                  <a:pt x="16333" y="12083"/>
                </a:lnTo>
                <a:lnTo>
                  <a:pt x="15792" y="12550"/>
                </a:lnTo>
                <a:cubicBezTo>
                  <a:pt x="15646" y="12667"/>
                  <a:pt x="15471" y="12726"/>
                  <a:pt x="15281" y="12726"/>
                </a:cubicBezTo>
                <a:lnTo>
                  <a:pt x="13893" y="12726"/>
                </a:lnTo>
                <a:lnTo>
                  <a:pt x="13893" y="11396"/>
                </a:lnTo>
                <a:lnTo>
                  <a:pt x="15310" y="11396"/>
                </a:lnTo>
                <a:cubicBezTo>
                  <a:pt x="16011" y="11396"/>
                  <a:pt x="16596" y="10812"/>
                  <a:pt x="16596" y="10110"/>
                </a:cubicBezTo>
                <a:lnTo>
                  <a:pt x="16596" y="8503"/>
                </a:lnTo>
                <a:cubicBezTo>
                  <a:pt x="16596" y="8343"/>
                  <a:pt x="16522" y="7598"/>
                  <a:pt x="16493" y="7408"/>
                </a:cubicBezTo>
                <a:cubicBezTo>
                  <a:pt x="16260" y="6195"/>
                  <a:pt x="15354" y="5231"/>
                  <a:pt x="14156" y="4924"/>
                </a:cubicBezTo>
                <a:cubicBezTo>
                  <a:pt x="14170" y="4275"/>
                  <a:pt x="13658" y="3740"/>
                  <a:pt x="13013" y="3740"/>
                </a:cubicBezTo>
                <a:cubicBezTo>
                  <a:pt x="13004" y="3740"/>
                  <a:pt x="12996" y="3740"/>
                  <a:pt x="12987" y="3741"/>
                </a:cubicBezTo>
                <a:lnTo>
                  <a:pt x="12213" y="3741"/>
                </a:lnTo>
                <a:cubicBezTo>
                  <a:pt x="12242" y="3288"/>
                  <a:pt x="11950" y="2864"/>
                  <a:pt x="11526" y="2747"/>
                </a:cubicBezTo>
                <a:lnTo>
                  <a:pt x="11526" y="1739"/>
                </a:lnTo>
                <a:lnTo>
                  <a:pt x="11657" y="1739"/>
                </a:lnTo>
                <a:cubicBezTo>
                  <a:pt x="11979" y="1710"/>
                  <a:pt x="12198" y="1403"/>
                  <a:pt x="12125" y="1082"/>
                </a:cubicBezTo>
                <a:lnTo>
                  <a:pt x="12651" y="1082"/>
                </a:lnTo>
                <a:cubicBezTo>
                  <a:pt x="12636" y="1374"/>
                  <a:pt x="12768" y="1651"/>
                  <a:pt x="13075" y="1651"/>
                </a:cubicBezTo>
                <a:lnTo>
                  <a:pt x="14711" y="1651"/>
                </a:lnTo>
                <a:cubicBezTo>
                  <a:pt x="15047" y="1651"/>
                  <a:pt x="15047" y="1140"/>
                  <a:pt x="14711" y="1140"/>
                </a:cubicBezTo>
                <a:lnTo>
                  <a:pt x="13162" y="1140"/>
                </a:lnTo>
                <a:lnTo>
                  <a:pt x="13162" y="512"/>
                </a:lnTo>
                <a:lnTo>
                  <a:pt x="17078" y="512"/>
                </a:lnTo>
                <a:cubicBezTo>
                  <a:pt x="17034" y="862"/>
                  <a:pt x="16727" y="1140"/>
                  <a:pt x="16376" y="1140"/>
                </a:cubicBezTo>
                <a:lnTo>
                  <a:pt x="15909" y="1140"/>
                </a:lnTo>
                <a:cubicBezTo>
                  <a:pt x="15573" y="1140"/>
                  <a:pt x="15573" y="1651"/>
                  <a:pt x="15909" y="1651"/>
                </a:cubicBezTo>
                <a:lnTo>
                  <a:pt x="16376" y="1651"/>
                </a:lnTo>
                <a:cubicBezTo>
                  <a:pt x="17048" y="1651"/>
                  <a:pt x="17589" y="1096"/>
                  <a:pt x="17589" y="439"/>
                </a:cubicBezTo>
                <a:cubicBezTo>
                  <a:pt x="17589" y="190"/>
                  <a:pt x="17399" y="1"/>
                  <a:pt x="171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5"/>
          <p:cNvSpPr/>
          <p:nvPr/>
        </p:nvSpPr>
        <p:spPr>
          <a:xfrm>
            <a:off x="2694427" y="2655133"/>
            <a:ext cx="396431" cy="397086"/>
          </a:xfrm>
          <a:custGeom>
            <a:rect b="b" l="l" r="r" t="t"/>
            <a:pathLst>
              <a:path extrusionOk="0" h="17576" w="17547">
                <a:moveTo>
                  <a:pt x="12725" y="3255"/>
                </a:moveTo>
                <a:lnTo>
                  <a:pt x="12725" y="4672"/>
                </a:lnTo>
                <a:cubicBezTo>
                  <a:pt x="12725" y="4818"/>
                  <a:pt x="12608" y="4920"/>
                  <a:pt x="12477" y="4920"/>
                </a:cubicBezTo>
                <a:lnTo>
                  <a:pt x="11922" y="4920"/>
                </a:lnTo>
                <a:cubicBezTo>
                  <a:pt x="11790" y="4920"/>
                  <a:pt x="11673" y="4818"/>
                  <a:pt x="11673" y="4672"/>
                </a:cubicBezTo>
                <a:lnTo>
                  <a:pt x="11673" y="3255"/>
                </a:lnTo>
                <a:close/>
                <a:moveTo>
                  <a:pt x="6443" y="6688"/>
                </a:moveTo>
                <a:cubicBezTo>
                  <a:pt x="6677" y="6688"/>
                  <a:pt x="6867" y="6878"/>
                  <a:pt x="6867" y="7111"/>
                </a:cubicBezTo>
                <a:lnTo>
                  <a:pt x="6867" y="8222"/>
                </a:lnTo>
                <a:lnTo>
                  <a:pt x="2572" y="8222"/>
                </a:lnTo>
                <a:lnTo>
                  <a:pt x="2572" y="6688"/>
                </a:lnTo>
                <a:close/>
                <a:moveTo>
                  <a:pt x="1637" y="5168"/>
                </a:moveTo>
                <a:cubicBezTo>
                  <a:pt x="1870" y="5168"/>
                  <a:pt x="2060" y="5358"/>
                  <a:pt x="2060" y="5592"/>
                </a:cubicBezTo>
                <a:lnTo>
                  <a:pt x="2060" y="11012"/>
                </a:lnTo>
                <a:lnTo>
                  <a:pt x="950" y="11012"/>
                </a:lnTo>
                <a:cubicBezTo>
                  <a:pt x="702" y="11012"/>
                  <a:pt x="512" y="10822"/>
                  <a:pt x="512" y="10589"/>
                </a:cubicBezTo>
                <a:lnTo>
                  <a:pt x="512" y="5168"/>
                </a:lnTo>
                <a:close/>
                <a:moveTo>
                  <a:pt x="17035" y="10136"/>
                </a:moveTo>
                <a:lnTo>
                  <a:pt x="17035" y="10764"/>
                </a:lnTo>
                <a:cubicBezTo>
                  <a:pt x="17035" y="10895"/>
                  <a:pt x="16918" y="11012"/>
                  <a:pt x="16772" y="11012"/>
                </a:cubicBezTo>
                <a:lnTo>
                  <a:pt x="2572" y="11012"/>
                </a:lnTo>
                <a:lnTo>
                  <a:pt x="2572" y="10136"/>
                </a:lnTo>
                <a:close/>
                <a:moveTo>
                  <a:pt x="3959" y="11524"/>
                </a:moveTo>
                <a:lnTo>
                  <a:pt x="3959" y="13642"/>
                </a:lnTo>
                <a:cubicBezTo>
                  <a:pt x="3821" y="13605"/>
                  <a:pt x="3678" y="13587"/>
                  <a:pt x="3534" y="13587"/>
                </a:cubicBezTo>
                <a:cubicBezTo>
                  <a:pt x="3390" y="13587"/>
                  <a:pt x="3244" y="13605"/>
                  <a:pt x="3097" y="13642"/>
                </a:cubicBezTo>
                <a:lnTo>
                  <a:pt x="3097" y="11524"/>
                </a:lnTo>
                <a:close/>
                <a:moveTo>
                  <a:pt x="13076" y="11524"/>
                </a:moveTo>
                <a:lnTo>
                  <a:pt x="13076" y="13832"/>
                </a:lnTo>
                <a:cubicBezTo>
                  <a:pt x="12725" y="14022"/>
                  <a:pt x="12448" y="14299"/>
                  <a:pt x="12272" y="14635"/>
                </a:cubicBezTo>
                <a:lnTo>
                  <a:pt x="5274" y="14635"/>
                </a:lnTo>
                <a:cubicBezTo>
                  <a:pt x="5099" y="14299"/>
                  <a:pt x="4821" y="14022"/>
                  <a:pt x="4471" y="13832"/>
                </a:cubicBezTo>
                <a:lnTo>
                  <a:pt x="4471" y="11524"/>
                </a:lnTo>
                <a:close/>
                <a:moveTo>
                  <a:pt x="14024" y="15321"/>
                </a:moveTo>
                <a:cubicBezTo>
                  <a:pt x="13891" y="15321"/>
                  <a:pt x="13763" y="15426"/>
                  <a:pt x="13763" y="15585"/>
                </a:cubicBezTo>
                <a:cubicBezTo>
                  <a:pt x="13763" y="15731"/>
                  <a:pt x="13879" y="15833"/>
                  <a:pt x="14011" y="15833"/>
                </a:cubicBezTo>
                <a:cubicBezTo>
                  <a:pt x="14245" y="15833"/>
                  <a:pt x="14362" y="15556"/>
                  <a:pt x="14201" y="15395"/>
                </a:cubicBezTo>
                <a:cubicBezTo>
                  <a:pt x="14150" y="15344"/>
                  <a:pt x="14086" y="15321"/>
                  <a:pt x="14024" y="15321"/>
                </a:cubicBezTo>
                <a:close/>
                <a:moveTo>
                  <a:pt x="3536" y="15322"/>
                </a:moveTo>
                <a:cubicBezTo>
                  <a:pt x="3302" y="15322"/>
                  <a:pt x="3185" y="15600"/>
                  <a:pt x="3346" y="15760"/>
                </a:cubicBezTo>
                <a:cubicBezTo>
                  <a:pt x="3399" y="15814"/>
                  <a:pt x="3466" y="15838"/>
                  <a:pt x="3531" y="15838"/>
                </a:cubicBezTo>
                <a:cubicBezTo>
                  <a:pt x="3661" y="15838"/>
                  <a:pt x="3784" y="15741"/>
                  <a:pt x="3784" y="15585"/>
                </a:cubicBezTo>
                <a:cubicBezTo>
                  <a:pt x="3784" y="15439"/>
                  <a:pt x="3667" y="15322"/>
                  <a:pt x="3536" y="15322"/>
                </a:cubicBezTo>
                <a:close/>
                <a:moveTo>
                  <a:pt x="6721" y="15161"/>
                </a:moveTo>
                <a:lnTo>
                  <a:pt x="6721" y="16009"/>
                </a:lnTo>
                <a:lnTo>
                  <a:pt x="5479" y="16009"/>
                </a:lnTo>
                <a:cubicBezTo>
                  <a:pt x="5537" y="15731"/>
                  <a:pt x="5537" y="15439"/>
                  <a:pt x="5479" y="15161"/>
                </a:cubicBezTo>
                <a:close/>
                <a:moveTo>
                  <a:pt x="8591" y="15161"/>
                </a:moveTo>
                <a:lnTo>
                  <a:pt x="8591" y="16009"/>
                </a:lnTo>
                <a:lnTo>
                  <a:pt x="7232" y="16009"/>
                </a:lnTo>
                <a:lnTo>
                  <a:pt x="7232" y="15161"/>
                </a:lnTo>
                <a:close/>
                <a:moveTo>
                  <a:pt x="10315" y="15161"/>
                </a:moveTo>
                <a:lnTo>
                  <a:pt x="10315" y="16009"/>
                </a:lnTo>
                <a:lnTo>
                  <a:pt x="9102" y="16009"/>
                </a:lnTo>
                <a:lnTo>
                  <a:pt x="9102" y="15161"/>
                </a:lnTo>
                <a:close/>
                <a:moveTo>
                  <a:pt x="12068" y="15161"/>
                </a:moveTo>
                <a:cubicBezTo>
                  <a:pt x="12009" y="15439"/>
                  <a:pt x="12009" y="15731"/>
                  <a:pt x="12068" y="16009"/>
                </a:cubicBezTo>
                <a:lnTo>
                  <a:pt x="10826" y="16009"/>
                </a:lnTo>
                <a:lnTo>
                  <a:pt x="10826" y="15161"/>
                </a:lnTo>
                <a:close/>
                <a:moveTo>
                  <a:pt x="3517" y="14098"/>
                </a:moveTo>
                <a:cubicBezTo>
                  <a:pt x="4279" y="14098"/>
                  <a:pt x="5011" y="14694"/>
                  <a:pt x="5011" y="15585"/>
                </a:cubicBezTo>
                <a:cubicBezTo>
                  <a:pt x="4997" y="16389"/>
                  <a:pt x="4339" y="17046"/>
                  <a:pt x="3536" y="17046"/>
                </a:cubicBezTo>
                <a:cubicBezTo>
                  <a:pt x="2221" y="17046"/>
                  <a:pt x="1563" y="15468"/>
                  <a:pt x="2484" y="14533"/>
                </a:cubicBezTo>
                <a:cubicBezTo>
                  <a:pt x="2785" y="14232"/>
                  <a:pt x="3154" y="14098"/>
                  <a:pt x="3517" y="14098"/>
                </a:cubicBezTo>
                <a:close/>
                <a:moveTo>
                  <a:pt x="14011" y="14110"/>
                </a:moveTo>
                <a:cubicBezTo>
                  <a:pt x="15326" y="14110"/>
                  <a:pt x="15983" y="15702"/>
                  <a:pt x="15063" y="16622"/>
                </a:cubicBezTo>
                <a:cubicBezTo>
                  <a:pt x="14759" y="16926"/>
                  <a:pt x="14387" y="17061"/>
                  <a:pt x="14022" y="17061"/>
                </a:cubicBezTo>
                <a:cubicBezTo>
                  <a:pt x="13262" y="17061"/>
                  <a:pt x="12535" y="16473"/>
                  <a:pt x="12535" y="15585"/>
                </a:cubicBezTo>
                <a:cubicBezTo>
                  <a:pt x="12535" y="14767"/>
                  <a:pt x="13207" y="14110"/>
                  <a:pt x="14011" y="14110"/>
                </a:cubicBezTo>
                <a:close/>
                <a:moveTo>
                  <a:pt x="11754" y="0"/>
                </a:moveTo>
                <a:cubicBezTo>
                  <a:pt x="11619" y="0"/>
                  <a:pt x="11483" y="92"/>
                  <a:pt x="11498" y="274"/>
                </a:cubicBezTo>
                <a:lnTo>
                  <a:pt x="11498" y="1034"/>
                </a:lnTo>
                <a:cubicBezTo>
                  <a:pt x="11498" y="1355"/>
                  <a:pt x="11659" y="1662"/>
                  <a:pt x="11936" y="1837"/>
                </a:cubicBezTo>
                <a:lnTo>
                  <a:pt x="11936" y="2743"/>
                </a:lnTo>
                <a:lnTo>
                  <a:pt x="11542" y="2743"/>
                </a:lnTo>
                <a:cubicBezTo>
                  <a:pt x="11337" y="2743"/>
                  <a:pt x="11147" y="2919"/>
                  <a:pt x="11147" y="3138"/>
                </a:cubicBezTo>
                <a:lnTo>
                  <a:pt x="11147" y="4672"/>
                </a:lnTo>
                <a:cubicBezTo>
                  <a:pt x="11147" y="5095"/>
                  <a:pt x="11498" y="5446"/>
                  <a:pt x="11922" y="5446"/>
                </a:cubicBezTo>
                <a:lnTo>
                  <a:pt x="12477" y="5446"/>
                </a:lnTo>
                <a:cubicBezTo>
                  <a:pt x="12901" y="5446"/>
                  <a:pt x="13237" y="5095"/>
                  <a:pt x="13237" y="4672"/>
                </a:cubicBezTo>
                <a:lnTo>
                  <a:pt x="13237" y="3138"/>
                </a:lnTo>
                <a:cubicBezTo>
                  <a:pt x="13237" y="2919"/>
                  <a:pt x="13061" y="2743"/>
                  <a:pt x="12842" y="2743"/>
                </a:cubicBezTo>
                <a:lnTo>
                  <a:pt x="12462" y="2743"/>
                </a:lnTo>
                <a:lnTo>
                  <a:pt x="12462" y="1984"/>
                </a:lnTo>
                <a:lnTo>
                  <a:pt x="13763" y="1984"/>
                </a:lnTo>
                <a:lnTo>
                  <a:pt x="13763" y="8236"/>
                </a:lnTo>
                <a:lnTo>
                  <a:pt x="9394" y="8236"/>
                </a:lnTo>
                <a:cubicBezTo>
                  <a:pt x="9044" y="8236"/>
                  <a:pt x="9044" y="8748"/>
                  <a:pt x="9394" y="8748"/>
                </a:cubicBezTo>
                <a:lnTo>
                  <a:pt x="16772" y="8748"/>
                </a:lnTo>
                <a:cubicBezTo>
                  <a:pt x="16918" y="8748"/>
                  <a:pt x="17020" y="8865"/>
                  <a:pt x="17035" y="9011"/>
                </a:cubicBezTo>
                <a:lnTo>
                  <a:pt x="17035" y="9624"/>
                </a:lnTo>
                <a:lnTo>
                  <a:pt x="2572" y="9624"/>
                </a:lnTo>
                <a:lnTo>
                  <a:pt x="2572" y="8748"/>
                </a:lnTo>
                <a:lnTo>
                  <a:pt x="8196" y="8748"/>
                </a:lnTo>
                <a:cubicBezTo>
                  <a:pt x="8532" y="8748"/>
                  <a:pt x="8532" y="8236"/>
                  <a:pt x="8196" y="8236"/>
                </a:cubicBezTo>
                <a:lnTo>
                  <a:pt x="7393" y="8236"/>
                </a:lnTo>
                <a:lnTo>
                  <a:pt x="7393" y="7111"/>
                </a:lnTo>
                <a:cubicBezTo>
                  <a:pt x="7393" y="6600"/>
                  <a:pt x="6969" y="6176"/>
                  <a:pt x="6443" y="6176"/>
                </a:cubicBezTo>
                <a:lnTo>
                  <a:pt x="2572" y="6176"/>
                </a:lnTo>
                <a:lnTo>
                  <a:pt x="2572" y="5607"/>
                </a:lnTo>
                <a:cubicBezTo>
                  <a:pt x="2572" y="5081"/>
                  <a:pt x="2148" y="4657"/>
                  <a:pt x="1637" y="4657"/>
                </a:cubicBezTo>
                <a:lnTo>
                  <a:pt x="468" y="4657"/>
                </a:lnTo>
                <a:cubicBezTo>
                  <a:pt x="205" y="4657"/>
                  <a:pt x="0" y="4876"/>
                  <a:pt x="0" y="5125"/>
                </a:cubicBezTo>
                <a:lnTo>
                  <a:pt x="0" y="10632"/>
                </a:lnTo>
                <a:cubicBezTo>
                  <a:pt x="29" y="11144"/>
                  <a:pt x="439" y="11538"/>
                  <a:pt x="950" y="11538"/>
                </a:cubicBezTo>
                <a:lnTo>
                  <a:pt x="2586" y="11538"/>
                </a:lnTo>
                <a:lnTo>
                  <a:pt x="2586" y="13832"/>
                </a:lnTo>
                <a:cubicBezTo>
                  <a:pt x="1417" y="14460"/>
                  <a:pt x="1184" y="16053"/>
                  <a:pt x="2119" y="16988"/>
                </a:cubicBezTo>
                <a:cubicBezTo>
                  <a:pt x="2516" y="17385"/>
                  <a:pt x="3024" y="17575"/>
                  <a:pt x="3525" y="17575"/>
                </a:cubicBezTo>
                <a:cubicBezTo>
                  <a:pt x="4223" y="17575"/>
                  <a:pt x="4909" y="17208"/>
                  <a:pt x="5274" y="16520"/>
                </a:cubicBezTo>
                <a:lnTo>
                  <a:pt x="12258" y="16520"/>
                </a:lnTo>
                <a:cubicBezTo>
                  <a:pt x="12632" y="17208"/>
                  <a:pt x="13321" y="17575"/>
                  <a:pt x="14017" y="17575"/>
                </a:cubicBezTo>
                <a:cubicBezTo>
                  <a:pt x="14518" y="17575"/>
                  <a:pt x="15022" y="17385"/>
                  <a:pt x="15413" y="16988"/>
                </a:cubicBezTo>
                <a:cubicBezTo>
                  <a:pt x="16363" y="16053"/>
                  <a:pt x="16129" y="14460"/>
                  <a:pt x="14961" y="13832"/>
                </a:cubicBezTo>
                <a:lnTo>
                  <a:pt x="14961" y="12473"/>
                </a:lnTo>
                <a:cubicBezTo>
                  <a:pt x="14961" y="12305"/>
                  <a:pt x="14829" y="12221"/>
                  <a:pt x="14698" y="12221"/>
                </a:cubicBezTo>
                <a:cubicBezTo>
                  <a:pt x="14566" y="12221"/>
                  <a:pt x="14435" y="12305"/>
                  <a:pt x="14435" y="12473"/>
                </a:cubicBezTo>
                <a:lnTo>
                  <a:pt x="14435" y="13642"/>
                </a:lnTo>
                <a:cubicBezTo>
                  <a:pt x="14296" y="13613"/>
                  <a:pt x="14153" y="13598"/>
                  <a:pt x="14011" y="13598"/>
                </a:cubicBezTo>
                <a:cubicBezTo>
                  <a:pt x="13868" y="13598"/>
                  <a:pt x="13726" y="13613"/>
                  <a:pt x="13587" y="13642"/>
                </a:cubicBezTo>
                <a:lnTo>
                  <a:pt x="13587" y="11524"/>
                </a:lnTo>
                <a:lnTo>
                  <a:pt x="16772" y="11524"/>
                </a:lnTo>
                <a:cubicBezTo>
                  <a:pt x="17196" y="11524"/>
                  <a:pt x="17546" y="11188"/>
                  <a:pt x="17546" y="10764"/>
                </a:cubicBezTo>
                <a:lnTo>
                  <a:pt x="17546" y="9011"/>
                </a:lnTo>
                <a:cubicBezTo>
                  <a:pt x="17546" y="8572"/>
                  <a:pt x="17196" y="8236"/>
                  <a:pt x="16772" y="8236"/>
                </a:cubicBezTo>
                <a:lnTo>
                  <a:pt x="14274" y="8236"/>
                </a:lnTo>
                <a:lnTo>
                  <a:pt x="14274" y="6103"/>
                </a:lnTo>
                <a:lnTo>
                  <a:pt x="15048" y="6103"/>
                </a:lnTo>
                <a:lnTo>
                  <a:pt x="15048" y="6527"/>
                </a:lnTo>
                <a:cubicBezTo>
                  <a:pt x="15034" y="6710"/>
                  <a:pt x="15169" y="6801"/>
                  <a:pt x="15304" y="6801"/>
                </a:cubicBezTo>
                <a:cubicBezTo>
                  <a:pt x="15439" y="6801"/>
                  <a:pt x="15574" y="6710"/>
                  <a:pt x="15560" y="6527"/>
                </a:cubicBezTo>
                <a:lnTo>
                  <a:pt x="15560" y="5154"/>
                </a:lnTo>
                <a:cubicBezTo>
                  <a:pt x="15574" y="4971"/>
                  <a:pt x="15439" y="4880"/>
                  <a:pt x="15304" y="4880"/>
                </a:cubicBezTo>
                <a:cubicBezTo>
                  <a:pt x="15169" y="4880"/>
                  <a:pt x="15034" y="4971"/>
                  <a:pt x="15048" y="5154"/>
                </a:cubicBezTo>
                <a:lnTo>
                  <a:pt x="15048" y="5577"/>
                </a:lnTo>
                <a:lnTo>
                  <a:pt x="14274" y="5577"/>
                </a:lnTo>
                <a:lnTo>
                  <a:pt x="14274" y="1984"/>
                </a:lnTo>
                <a:lnTo>
                  <a:pt x="15603" y="1984"/>
                </a:lnTo>
                <a:cubicBezTo>
                  <a:pt x="16115" y="1984"/>
                  <a:pt x="16538" y="1560"/>
                  <a:pt x="16538" y="1034"/>
                </a:cubicBezTo>
                <a:lnTo>
                  <a:pt x="16538" y="274"/>
                </a:lnTo>
                <a:cubicBezTo>
                  <a:pt x="16538" y="106"/>
                  <a:pt x="16411" y="22"/>
                  <a:pt x="16283" y="22"/>
                </a:cubicBezTo>
                <a:cubicBezTo>
                  <a:pt x="16155" y="22"/>
                  <a:pt x="16027" y="106"/>
                  <a:pt x="16027" y="274"/>
                </a:cubicBezTo>
                <a:lnTo>
                  <a:pt x="16027" y="1034"/>
                </a:lnTo>
                <a:cubicBezTo>
                  <a:pt x="16027" y="1268"/>
                  <a:pt x="15837" y="1458"/>
                  <a:pt x="15603" y="1458"/>
                </a:cubicBezTo>
                <a:lnTo>
                  <a:pt x="12433" y="1458"/>
                </a:lnTo>
                <a:cubicBezTo>
                  <a:pt x="12199" y="1458"/>
                  <a:pt x="12009" y="1268"/>
                  <a:pt x="12009" y="1034"/>
                </a:cubicBezTo>
                <a:lnTo>
                  <a:pt x="12009" y="274"/>
                </a:lnTo>
                <a:cubicBezTo>
                  <a:pt x="12024" y="92"/>
                  <a:pt x="11889" y="0"/>
                  <a:pt x="11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15"/>
          <p:cNvSpPr/>
          <p:nvPr/>
        </p:nvSpPr>
        <p:spPr>
          <a:xfrm>
            <a:off x="2748876" y="2004187"/>
            <a:ext cx="287851" cy="396385"/>
          </a:xfrm>
          <a:custGeom>
            <a:rect b="b" l="l" r="r" t="t"/>
            <a:pathLst>
              <a:path extrusionOk="0" h="17545" w="12741">
                <a:moveTo>
                  <a:pt x="6619" y="3490"/>
                </a:moveTo>
                <a:lnTo>
                  <a:pt x="6619" y="4615"/>
                </a:lnTo>
                <a:cubicBezTo>
                  <a:pt x="6619" y="4820"/>
                  <a:pt x="6780" y="4980"/>
                  <a:pt x="6984" y="4980"/>
                </a:cubicBezTo>
                <a:lnTo>
                  <a:pt x="8109" y="4980"/>
                </a:lnTo>
                <a:lnTo>
                  <a:pt x="8109" y="5492"/>
                </a:lnTo>
                <a:lnTo>
                  <a:pt x="6984" y="5492"/>
                </a:lnTo>
                <a:cubicBezTo>
                  <a:pt x="6780" y="5492"/>
                  <a:pt x="6619" y="5652"/>
                  <a:pt x="6619" y="5857"/>
                </a:cubicBezTo>
                <a:lnTo>
                  <a:pt x="6619" y="6982"/>
                </a:lnTo>
                <a:lnTo>
                  <a:pt x="6093" y="6982"/>
                </a:lnTo>
                <a:lnTo>
                  <a:pt x="6093" y="5857"/>
                </a:lnTo>
                <a:cubicBezTo>
                  <a:pt x="6093" y="5652"/>
                  <a:pt x="5932" y="5492"/>
                  <a:pt x="5728" y="5492"/>
                </a:cubicBezTo>
                <a:lnTo>
                  <a:pt x="4603" y="5492"/>
                </a:lnTo>
                <a:lnTo>
                  <a:pt x="4617" y="4980"/>
                </a:lnTo>
                <a:lnTo>
                  <a:pt x="5742" y="4980"/>
                </a:lnTo>
                <a:cubicBezTo>
                  <a:pt x="5947" y="4980"/>
                  <a:pt x="6108" y="4820"/>
                  <a:pt x="6108" y="4615"/>
                </a:cubicBezTo>
                <a:lnTo>
                  <a:pt x="6108" y="3490"/>
                </a:lnTo>
                <a:close/>
                <a:moveTo>
                  <a:pt x="6064" y="2993"/>
                </a:moveTo>
                <a:cubicBezTo>
                  <a:pt x="5815" y="2993"/>
                  <a:pt x="5596" y="3198"/>
                  <a:pt x="5596" y="3446"/>
                </a:cubicBezTo>
                <a:lnTo>
                  <a:pt x="5596" y="4484"/>
                </a:lnTo>
                <a:lnTo>
                  <a:pt x="4574" y="4484"/>
                </a:lnTo>
                <a:cubicBezTo>
                  <a:pt x="4311" y="4484"/>
                  <a:pt x="4106" y="4688"/>
                  <a:pt x="4106" y="4951"/>
                </a:cubicBezTo>
                <a:lnTo>
                  <a:pt x="4106" y="5565"/>
                </a:lnTo>
                <a:cubicBezTo>
                  <a:pt x="4106" y="5813"/>
                  <a:pt x="4311" y="6018"/>
                  <a:pt x="4574" y="6018"/>
                </a:cubicBezTo>
                <a:lnTo>
                  <a:pt x="5596" y="6018"/>
                </a:lnTo>
                <a:lnTo>
                  <a:pt x="5596" y="7040"/>
                </a:lnTo>
                <a:cubicBezTo>
                  <a:pt x="5596" y="7303"/>
                  <a:pt x="5801" y="7508"/>
                  <a:pt x="6064" y="7508"/>
                </a:cubicBezTo>
                <a:lnTo>
                  <a:pt x="6677" y="7508"/>
                </a:lnTo>
                <a:cubicBezTo>
                  <a:pt x="6940" y="7493"/>
                  <a:pt x="7145" y="7289"/>
                  <a:pt x="7145" y="7040"/>
                </a:cubicBezTo>
                <a:lnTo>
                  <a:pt x="7145" y="6018"/>
                </a:lnTo>
                <a:lnTo>
                  <a:pt x="8168" y="6018"/>
                </a:lnTo>
                <a:cubicBezTo>
                  <a:pt x="8431" y="6018"/>
                  <a:pt x="8635" y="5798"/>
                  <a:pt x="8635" y="5550"/>
                </a:cubicBezTo>
                <a:lnTo>
                  <a:pt x="8635" y="4951"/>
                </a:lnTo>
                <a:cubicBezTo>
                  <a:pt x="8635" y="4688"/>
                  <a:pt x="8431" y="4484"/>
                  <a:pt x="8168" y="4484"/>
                </a:cubicBezTo>
                <a:lnTo>
                  <a:pt x="7145" y="4484"/>
                </a:lnTo>
                <a:lnTo>
                  <a:pt x="7145" y="3446"/>
                </a:lnTo>
                <a:cubicBezTo>
                  <a:pt x="7145" y="3198"/>
                  <a:pt x="6940" y="2993"/>
                  <a:pt x="6677" y="2993"/>
                </a:cubicBezTo>
                <a:close/>
                <a:moveTo>
                  <a:pt x="6356" y="2467"/>
                </a:moveTo>
                <a:cubicBezTo>
                  <a:pt x="8840" y="2467"/>
                  <a:pt x="10081" y="5462"/>
                  <a:pt x="8328" y="7201"/>
                </a:cubicBezTo>
                <a:cubicBezTo>
                  <a:pt x="7761" y="7768"/>
                  <a:pt x="7064" y="8022"/>
                  <a:pt x="6380" y="8022"/>
                </a:cubicBezTo>
                <a:cubicBezTo>
                  <a:pt x="4952" y="8022"/>
                  <a:pt x="3585" y="6913"/>
                  <a:pt x="3595" y="5243"/>
                </a:cubicBezTo>
                <a:cubicBezTo>
                  <a:pt x="3595" y="3709"/>
                  <a:pt x="4837" y="2467"/>
                  <a:pt x="6356" y="2467"/>
                </a:cubicBezTo>
                <a:close/>
                <a:moveTo>
                  <a:pt x="6385" y="1950"/>
                </a:moveTo>
                <a:cubicBezTo>
                  <a:pt x="4695" y="1950"/>
                  <a:pt x="3069" y="3265"/>
                  <a:pt x="3069" y="5243"/>
                </a:cubicBezTo>
                <a:cubicBezTo>
                  <a:pt x="3069" y="7055"/>
                  <a:pt x="4544" y="8530"/>
                  <a:pt x="6356" y="8530"/>
                </a:cubicBezTo>
                <a:cubicBezTo>
                  <a:pt x="9293" y="8530"/>
                  <a:pt x="10754" y="4995"/>
                  <a:pt x="8679" y="2920"/>
                </a:cubicBezTo>
                <a:cubicBezTo>
                  <a:pt x="8013" y="2250"/>
                  <a:pt x="7192" y="1950"/>
                  <a:pt x="6385" y="1950"/>
                </a:cubicBezTo>
                <a:close/>
                <a:moveTo>
                  <a:pt x="6374" y="0"/>
                </a:moveTo>
                <a:cubicBezTo>
                  <a:pt x="4812" y="0"/>
                  <a:pt x="3275" y="600"/>
                  <a:pt x="2119" y="1737"/>
                </a:cubicBezTo>
                <a:cubicBezTo>
                  <a:pt x="1929" y="1927"/>
                  <a:pt x="2098" y="2185"/>
                  <a:pt x="2299" y="2185"/>
                </a:cubicBezTo>
                <a:cubicBezTo>
                  <a:pt x="2361" y="2185"/>
                  <a:pt x="2426" y="2161"/>
                  <a:pt x="2484" y="2102"/>
                </a:cubicBezTo>
                <a:cubicBezTo>
                  <a:pt x="3608" y="1007"/>
                  <a:pt x="4977" y="516"/>
                  <a:pt x="6320" y="516"/>
                </a:cubicBezTo>
                <a:cubicBezTo>
                  <a:pt x="9168" y="516"/>
                  <a:pt x="11898" y="2725"/>
                  <a:pt x="11908" y="6061"/>
                </a:cubicBezTo>
                <a:cubicBezTo>
                  <a:pt x="11908" y="7216"/>
                  <a:pt x="11060" y="9013"/>
                  <a:pt x="9468" y="11248"/>
                </a:cubicBezTo>
                <a:cubicBezTo>
                  <a:pt x="8504" y="12577"/>
                  <a:pt x="7466" y="13863"/>
                  <a:pt x="6356" y="15076"/>
                </a:cubicBezTo>
                <a:cubicBezTo>
                  <a:pt x="5246" y="13863"/>
                  <a:pt x="4223" y="12577"/>
                  <a:pt x="3259" y="11248"/>
                </a:cubicBezTo>
                <a:cubicBezTo>
                  <a:pt x="1652" y="9013"/>
                  <a:pt x="819" y="7216"/>
                  <a:pt x="819" y="6061"/>
                </a:cubicBezTo>
                <a:cubicBezTo>
                  <a:pt x="819" y="4980"/>
                  <a:pt x="1126" y="3928"/>
                  <a:pt x="1725" y="3023"/>
                </a:cubicBezTo>
                <a:cubicBezTo>
                  <a:pt x="1849" y="2826"/>
                  <a:pt x="1681" y="2630"/>
                  <a:pt x="1504" y="2630"/>
                </a:cubicBezTo>
                <a:cubicBezTo>
                  <a:pt x="1431" y="2630"/>
                  <a:pt x="1357" y="2664"/>
                  <a:pt x="1301" y="2745"/>
                </a:cubicBezTo>
                <a:cubicBezTo>
                  <a:pt x="644" y="3724"/>
                  <a:pt x="308" y="4878"/>
                  <a:pt x="308" y="6061"/>
                </a:cubicBezTo>
                <a:cubicBezTo>
                  <a:pt x="308" y="7347"/>
                  <a:pt x="1155" y="9188"/>
                  <a:pt x="2835" y="11540"/>
                </a:cubicBezTo>
                <a:cubicBezTo>
                  <a:pt x="2894" y="11628"/>
                  <a:pt x="2967" y="11715"/>
                  <a:pt x="3025" y="11788"/>
                </a:cubicBezTo>
                <a:cubicBezTo>
                  <a:pt x="2295" y="11993"/>
                  <a:pt x="1608" y="12314"/>
                  <a:pt x="994" y="12767"/>
                </a:cubicBezTo>
                <a:cubicBezTo>
                  <a:pt x="351" y="13264"/>
                  <a:pt x="1" y="13834"/>
                  <a:pt x="1" y="14433"/>
                </a:cubicBezTo>
                <a:cubicBezTo>
                  <a:pt x="1" y="15309"/>
                  <a:pt x="702" y="16098"/>
                  <a:pt x="1944" y="16683"/>
                </a:cubicBezTo>
                <a:cubicBezTo>
                  <a:pt x="3127" y="17223"/>
                  <a:pt x="4705" y="17545"/>
                  <a:pt x="6371" y="17545"/>
                </a:cubicBezTo>
                <a:cubicBezTo>
                  <a:pt x="8036" y="17545"/>
                  <a:pt x="9614" y="17238"/>
                  <a:pt x="10797" y="16683"/>
                </a:cubicBezTo>
                <a:cubicBezTo>
                  <a:pt x="12039" y="16098"/>
                  <a:pt x="12740" y="15309"/>
                  <a:pt x="12740" y="14433"/>
                </a:cubicBezTo>
                <a:cubicBezTo>
                  <a:pt x="12740" y="13512"/>
                  <a:pt x="11966" y="12680"/>
                  <a:pt x="10549" y="12081"/>
                </a:cubicBezTo>
                <a:lnTo>
                  <a:pt x="10534" y="12095"/>
                </a:lnTo>
                <a:cubicBezTo>
                  <a:pt x="10491" y="12074"/>
                  <a:pt x="10450" y="12064"/>
                  <a:pt x="10412" y="12064"/>
                </a:cubicBezTo>
                <a:cubicBezTo>
                  <a:pt x="10165" y="12064"/>
                  <a:pt x="10041" y="12461"/>
                  <a:pt x="10344" y="12563"/>
                </a:cubicBezTo>
                <a:cubicBezTo>
                  <a:pt x="11528" y="13059"/>
                  <a:pt x="12215" y="13746"/>
                  <a:pt x="12215" y="14447"/>
                </a:cubicBezTo>
                <a:cubicBezTo>
                  <a:pt x="12215" y="15835"/>
                  <a:pt x="9541" y="17033"/>
                  <a:pt x="6371" y="17033"/>
                </a:cubicBezTo>
                <a:cubicBezTo>
                  <a:pt x="3200" y="17033"/>
                  <a:pt x="527" y="15835"/>
                  <a:pt x="527" y="14447"/>
                </a:cubicBezTo>
                <a:cubicBezTo>
                  <a:pt x="527" y="13571"/>
                  <a:pt x="1623" y="12709"/>
                  <a:pt x="3346" y="12241"/>
                </a:cubicBezTo>
                <a:cubicBezTo>
                  <a:pt x="4515" y="13790"/>
                  <a:pt x="5669" y="15076"/>
                  <a:pt x="6035" y="15470"/>
                </a:cubicBezTo>
                <a:cubicBezTo>
                  <a:pt x="6122" y="15572"/>
                  <a:pt x="6246" y="15623"/>
                  <a:pt x="6372" y="15623"/>
                </a:cubicBezTo>
                <a:cubicBezTo>
                  <a:pt x="6498" y="15623"/>
                  <a:pt x="6626" y="15572"/>
                  <a:pt x="6721" y="15470"/>
                </a:cubicBezTo>
                <a:cubicBezTo>
                  <a:pt x="7846" y="14228"/>
                  <a:pt x="8913" y="12913"/>
                  <a:pt x="9906" y="11540"/>
                </a:cubicBezTo>
                <a:cubicBezTo>
                  <a:pt x="11586" y="9188"/>
                  <a:pt x="12434" y="7347"/>
                  <a:pt x="12434" y="6061"/>
                </a:cubicBezTo>
                <a:cubicBezTo>
                  <a:pt x="12434" y="3622"/>
                  <a:pt x="10958" y="1416"/>
                  <a:pt x="8708" y="466"/>
                </a:cubicBezTo>
                <a:cubicBezTo>
                  <a:pt x="7954" y="153"/>
                  <a:pt x="7161" y="0"/>
                  <a:pt x="63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15"/>
          <p:cNvSpPr/>
          <p:nvPr/>
        </p:nvSpPr>
        <p:spPr>
          <a:xfrm>
            <a:off x="7396686" y="1379968"/>
            <a:ext cx="396431" cy="341892"/>
          </a:xfrm>
          <a:custGeom>
            <a:rect b="b" l="l" r="r" t="t"/>
            <a:pathLst>
              <a:path extrusionOk="0" h="15133" w="17547">
                <a:moveTo>
                  <a:pt x="3970" y="6814"/>
                </a:moveTo>
                <a:cubicBezTo>
                  <a:pt x="3669" y="6814"/>
                  <a:pt x="3607" y="7281"/>
                  <a:pt x="3945" y="7335"/>
                </a:cubicBezTo>
                <a:cubicBezTo>
                  <a:pt x="5464" y="7627"/>
                  <a:pt x="7013" y="7788"/>
                  <a:pt x="8561" y="7802"/>
                </a:cubicBezTo>
                <a:lnTo>
                  <a:pt x="8766" y="7802"/>
                </a:lnTo>
                <a:cubicBezTo>
                  <a:pt x="10373" y="7802"/>
                  <a:pt x="11995" y="7641"/>
                  <a:pt x="13587" y="7320"/>
                </a:cubicBezTo>
                <a:cubicBezTo>
                  <a:pt x="13719" y="7305"/>
                  <a:pt x="13821" y="7159"/>
                  <a:pt x="13792" y="7028"/>
                </a:cubicBezTo>
                <a:cubicBezTo>
                  <a:pt x="13766" y="6901"/>
                  <a:pt x="13663" y="6818"/>
                  <a:pt x="13541" y="6818"/>
                </a:cubicBezTo>
                <a:cubicBezTo>
                  <a:pt x="13522" y="6818"/>
                  <a:pt x="13504" y="6820"/>
                  <a:pt x="13485" y="6823"/>
                </a:cubicBezTo>
                <a:cubicBezTo>
                  <a:pt x="11863" y="7145"/>
                  <a:pt x="10212" y="7291"/>
                  <a:pt x="8561" y="7291"/>
                </a:cubicBezTo>
                <a:cubicBezTo>
                  <a:pt x="7042" y="7276"/>
                  <a:pt x="5523" y="7115"/>
                  <a:pt x="4047" y="6823"/>
                </a:cubicBezTo>
                <a:cubicBezTo>
                  <a:pt x="4020" y="6817"/>
                  <a:pt x="3994" y="6814"/>
                  <a:pt x="3970" y="6814"/>
                </a:cubicBezTo>
                <a:close/>
                <a:moveTo>
                  <a:pt x="14025" y="497"/>
                </a:moveTo>
                <a:cubicBezTo>
                  <a:pt x="15676" y="497"/>
                  <a:pt x="17020" y="2367"/>
                  <a:pt x="17020" y="4661"/>
                </a:cubicBezTo>
                <a:cubicBezTo>
                  <a:pt x="17020" y="6194"/>
                  <a:pt x="16408" y="7596"/>
                  <a:pt x="15444" y="8312"/>
                </a:cubicBezTo>
                <a:lnTo>
                  <a:pt x="15444" y="8312"/>
                </a:lnTo>
                <a:cubicBezTo>
                  <a:pt x="15472" y="8068"/>
                  <a:pt x="15486" y="7811"/>
                  <a:pt x="15486" y="7568"/>
                </a:cubicBezTo>
                <a:lnTo>
                  <a:pt x="15486" y="4822"/>
                </a:lnTo>
                <a:cubicBezTo>
                  <a:pt x="15486" y="3784"/>
                  <a:pt x="14654" y="2937"/>
                  <a:pt x="13616" y="2923"/>
                </a:cubicBezTo>
                <a:cubicBezTo>
                  <a:pt x="13017" y="2908"/>
                  <a:pt x="12418" y="2864"/>
                  <a:pt x="11834" y="2762"/>
                </a:cubicBezTo>
                <a:cubicBezTo>
                  <a:pt x="11688" y="2733"/>
                  <a:pt x="11542" y="2703"/>
                  <a:pt x="11410" y="2674"/>
                </a:cubicBezTo>
                <a:cubicBezTo>
                  <a:pt x="11936" y="1345"/>
                  <a:pt x="12944" y="497"/>
                  <a:pt x="14025" y="497"/>
                </a:cubicBezTo>
                <a:close/>
                <a:moveTo>
                  <a:pt x="3492" y="512"/>
                </a:moveTo>
                <a:cubicBezTo>
                  <a:pt x="4631" y="512"/>
                  <a:pt x="5654" y="1403"/>
                  <a:pt x="6165" y="2806"/>
                </a:cubicBezTo>
                <a:lnTo>
                  <a:pt x="6063" y="2835"/>
                </a:lnTo>
                <a:lnTo>
                  <a:pt x="6063" y="2820"/>
                </a:lnTo>
                <a:cubicBezTo>
                  <a:pt x="5434" y="2954"/>
                  <a:pt x="4793" y="3027"/>
                  <a:pt x="4151" y="3027"/>
                </a:cubicBezTo>
                <a:cubicBezTo>
                  <a:pt x="4092" y="3027"/>
                  <a:pt x="4033" y="3026"/>
                  <a:pt x="3974" y="3025"/>
                </a:cubicBezTo>
                <a:cubicBezTo>
                  <a:pt x="3965" y="3025"/>
                  <a:pt x="3956" y="3025"/>
                  <a:pt x="3947" y="3025"/>
                </a:cubicBezTo>
                <a:cubicBezTo>
                  <a:pt x="2893" y="3025"/>
                  <a:pt x="2046" y="3867"/>
                  <a:pt x="2046" y="4924"/>
                </a:cubicBezTo>
                <a:lnTo>
                  <a:pt x="2046" y="7568"/>
                </a:lnTo>
                <a:cubicBezTo>
                  <a:pt x="2031" y="7817"/>
                  <a:pt x="2046" y="8080"/>
                  <a:pt x="2075" y="8328"/>
                </a:cubicBezTo>
                <a:cubicBezTo>
                  <a:pt x="1125" y="7612"/>
                  <a:pt x="512" y="6210"/>
                  <a:pt x="512" y="4676"/>
                </a:cubicBezTo>
                <a:cubicBezTo>
                  <a:pt x="512" y="2382"/>
                  <a:pt x="1841" y="512"/>
                  <a:pt x="3492" y="512"/>
                </a:cubicBezTo>
                <a:close/>
                <a:moveTo>
                  <a:pt x="12708" y="8921"/>
                </a:moveTo>
                <a:cubicBezTo>
                  <a:pt x="12690" y="8921"/>
                  <a:pt x="12671" y="8923"/>
                  <a:pt x="12652" y="8927"/>
                </a:cubicBezTo>
                <a:cubicBezTo>
                  <a:pt x="11396" y="9175"/>
                  <a:pt x="10114" y="9294"/>
                  <a:pt x="8831" y="9294"/>
                </a:cubicBezTo>
                <a:cubicBezTo>
                  <a:pt x="8756" y="9294"/>
                  <a:pt x="8681" y="9293"/>
                  <a:pt x="8605" y="9292"/>
                </a:cubicBezTo>
                <a:cubicBezTo>
                  <a:pt x="7349" y="9292"/>
                  <a:pt x="6107" y="9161"/>
                  <a:pt x="4880" y="8927"/>
                </a:cubicBezTo>
                <a:cubicBezTo>
                  <a:pt x="4865" y="8925"/>
                  <a:pt x="4851" y="8924"/>
                  <a:pt x="4837" y="8924"/>
                </a:cubicBezTo>
                <a:cubicBezTo>
                  <a:pt x="4551" y="8924"/>
                  <a:pt x="4485" y="9340"/>
                  <a:pt x="4778" y="9424"/>
                </a:cubicBezTo>
                <a:cubicBezTo>
                  <a:pt x="6034" y="9672"/>
                  <a:pt x="7320" y="9804"/>
                  <a:pt x="8605" y="9818"/>
                </a:cubicBezTo>
                <a:lnTo>
                  <a:pt x="8766" y="9818"/>
                </a:lnTo>
                <a:cubicBezTo>
                  <a:pt x="10110" y="9818"/>
                  <a:pt x="11440" y="9687"/>
                  <a:pt x="12754" y="9424"/>
                </a:cubicBezTo>
                <a:cubicBezTo>
                  <a:pt x="12901" y="9395"/>
                  <a:pt x="12988" y="9263"/>
                  <a:pt x="12959" y="9132"/>
                </a:cubicBezTo>
                <a:cubicBezTo>
                  <a:pt x="12934" y="9004"/>
                  <a:pt x="12831" y="8921"/>
                  <a:pt x="12708" y="8921"/>
                </a:cubicBezTo>
                <a:close/>
                <a:moveTo>
                  <a:pt x="5343" y="10788"/>
                </a:moveTo>
                <a:cubicBezTo>
                  <a:pt x="5042" y="10788"/>
                  <a:pt x="4980" y="11254"/>
                  <a:pt x="5318" y="11308"/>
                </a:cubicBezTo>
                <a:cubicBezTo>
                  <a:pt x="6399" y="11513"/>
                  <a:pt x="7510" y="11630"/>
                  <a:pt x="8620" y="11644"/>
                </a:cubicBezTo>
                <a:lnTo>
                  <a:pt x="8766" y="11644"/>
                </a:lnTo>
                <a:cubicBezTo>
                  <a:pt x="9920" y="11630"/>
                  <a:pt x="11074" y="11528"/>
                  <a:pt x="12214" y="11308"/>
                </a:cubicBezTo>
                <a:cubicBezTo>
                  <a:pt x="12507" y="11225"/>
                  <a:pt x="12440" y="10794"/>
                  <a:pt x="12153" y="10794"/>
                </a:cubicBezTo>
                <a:cubicBezTo>
                  <a:pt x="12140" y="10794"/>
                  <a:pt x="12126" y="10795"/>
                  <a:pt x="12112" y="10797"/>
                </a:cubicBezTo>
                <a:cubicBezTo>
                  <a:pt x="11029" y="11016"/>
                  <a:pt x="9934" y="11120"/>
                  <a:pt x="8838" y="11120"/>
                </a:cubicBezTo>
                <a:cubicBezTo>
                  <a:pt x="8765" y="11120"/>
                  <a:pt x="8693" y="11119"/>
                  <a:pt x="8620" y="11119"/>
                </a:cubicBezTo>
                <a:cubicBezTo>
                  <a:pt x="7539" y="11119"/>
                  <a:pt x="6472" y="11002"/>
                  <a:pt x="5420" y="10797"/>
                </a:cubicBezTo>
                <a:cubicBezTo>
                  <a:pt x="5393" y="10791"/>
                  <a:pt x="5367" y="10788"/>
                  <a:pt x="5343" y="10788"/>
                </a:cubicBezTo>
                <a:close/>
                <a:moveTo>
                  <a:pt x="3492" y="1"/>
                </a:moveTo>
                <a:cubicBezTo>
                  <a:pt x="1242" y="1"/>
                  <a:pt x="0" y="2543"/>
                  <a:pt x="0" y="4661"/>
                </a:cubicBezTo>
                <a:cubicBezTo>
                  <a:pt x="0" y="6575"/>
                  <a:pt x="862" y="8284"/>
                  <a:pt x="2177" y="9000"/>
                </a:cubicBezTo>
                <a:cubicBezTo>
                  <a:pt x="2338" y="9891"/>
                  <a:pt x="2674" y="10739"/>
                  <a:pt x="3141" y="11528"/>
                </a:cubicBezTo>
                <a:cubicBezTo>
                  <a:pt x="3190" y="11606"/>
                  <a:pt x="3278" y="11651"/>
                  <a:pt x="3365" y="11651"/>
                </a:cubicBezTo>
                <a:cubicBezTo>
                  <a:pt x="3409" y="11651"/>
                  <a:pt x="3453" y="11640"/>
                  <a:pt x="3492" y="11615"/>
                </a:cubicBezTo>
                <a:cubicBezTo>
                  <a:pt x="3609" y="11542"/>
                  <a:pt x="3653" y="11382"/>
                  <a:pt x="3580" y="11250"/>
                </a:cubicBezTo>
                <a:cubicBezTo>
                  <a:pt x="2908" y="10140"/>
                  <a:pt x="2557" y="8869"/>
                  <a:pt x="2557" y="7568"/>
                </a:cubicBezTo>
                <a:lnTo>
                  <a:pt x="2557" y="6458"/>
                </a:lnTo>
                <a:cubicBezTo>
                  <a:pt x="2557" y="5698"/>
                  <a:pt x="3171" y="5085"/>
                  <a:pt x="3930" y="5085"/>
                </a:cubicBezTo>
                <a:lnTo>
                  <a:pt x="3959" y="5085"/>
                </a:lnTo>
                <a:cubicBezTo>
                  <a:pt x="4705" y="5085"/>
                  <a:pt x="5435" y="5026"/>
                  <a:pt x="6165" y="4866"/>
                </a:cubicBezTo>
                <a:cubicBezTo>
                  <a:pt x="6896" y="4705"/>
                  <a:pt x="7597" y="4471"/>
                  <a:pt x="8269" y="4164"/>
                </a:cubicBezTo>
                <a:cubicBezTo>
                  <a:pt x="8446" y="4076"/>
                  <a:pt x="8636" y="4032"/>
                  <a:pt x="8827" y="4032"/>
                </a:cubicBezTo>
                <a:cubicBezTo>
                  <a:pt x="8984" y="4032"/>
                  <a:pt x="9141" y="4061"/>
                  <a:pt x="9292" y="4121"/>
                </a:cubicBezTo>
                <a:cubicBezTo>
                  <a:pt x="10052" y="4427"/>
                  <a:pt x="10841" y="4646"/>
                  <a:pt x="11644" y="4793"/>
                </a:cubicBezTo>
                <a:cubicBezTo>
                  <a:pt x="11670" y="4799"/>
                  <a:pt x="11694" y="4802"/>
                  <a:pt x="11717" y="4802"/>
                </a:cubicBezTo>
                <a:cubicBezTo>
                  <a:pt x="12007" y="4802"/>
                  <a:pt x="12070" y="4322"/>
                  <a:pt x="11732" y="4281"/>
                </a:cubicBezTo>
                <a:cubicBezTo>
                  <a:pt x="10957" y="4150"/>
                  <a:pt x="10212" y="3931"/>
                  <a:pt x="9482" y="3653"/>
                </a:cubicBezTo>
                <a:cubicBezTo>
                  <a:pt x="9272" y="3565"/>
                  <a:pt x="9049" y="3521"/>
                  <a:pt x="8825" y="3521"/>
                </a:cubicBezTo>
                <a:cubicBezTo>
                  <a:pt x="8567" y="3521"/>
                  <a:pt x="8307" y="3579"/>
                  <a:pt x="8065" y="3697"/>
                </a:cubicBezTo>
                <a:cubicBezTo>
                  <a:pt x="7422" y="3989"/>
                  <a:pt x="6764" y="4223"/>
                  <a:pt x="6078" y="4369"/>
                </a:cubicBezTo>
                <a:cubicBezTo>
                  <a:pt x="5446" y="4501"/>
                  <a:pt x="4814" y="4561"/>
                  <a:pt x="4182" y="4561"/>
                </a:cubicBezTo>
                <a:cubicBezTo>
                  <a:pt x="4113" y="4561"/>
                  <a:pt x="4043" y="4560"/>
                  <a:pt x="3974" y="4559"/>
                </a:cubicBezTo>
                <a:cubicBezTo>
                  <a:pt x="3448" y="4559"/>
                  <a:pt x="2922" y="4763"/>
                  <a:pt x="2557" y="5158"/>
                </a:cubicBezTo>
                <a:lnTo>
                  <a:pt x="2557" y="4924"/>
                </a:lnTo>
                <a:cubicBezTo>
                  <a:pt x="2557" y="4159"/>
                  <a:pt x="3185" y="3536"/>
                  <a:pt x="3948" y="3536"/>
                </a:cubicBezTo>
                <a:cubicBezTo>
                  <a:pt x="3956" y="3536"/>
                  <a:pt x="3965" y="3536"/>
                  <a:pt x="3974" y="3536"/>
                </a:cubicBezTo>
                <a:cubicBezTo>
                  <a:pt x="4035" y="3537"/>
                  <a:pt x="4097" y="3538"/>
                  <a:pt x="4158" y="3538"/>
                </a:cubicBezTo>
                <a:cubicBezTo>
                  <a:pt x="4829" y="3538"/>
                  <a:pt x="5511" y="3465"/>
                  <a:pt x="6180" y="3332"/>
                </a:cubicBezTo>
                <a:cubicBezTo>
                  <a:pt x="6896" y="3171"/>
                  <a:pt x="7597" y="2937"/>
                  <a:pt x="8269" y="2630"/>
                </a:cubicBezTo>
                <a:cubicBezTo>
                  <a:pt x="8446" y="2542"/>
                  <a:pt x="8636" y="2498"/>
                  <a:pt x="8827" y="2498"/>
                </a:cubicBezTo>
                <a:cubicBezTo>
                  <a:pt x="8984" y="2498"/>
                  <a:pt x="9141" y="2527"/>
                  <a:pt x="9292" y="2587"/>
                </a:cubicBezTo>
                <a:cubicBezTo>
                  <a:pt x="10081" y="2908"/>
                  <a:pt x="10899" y="3127"/>
                  <a:pt x="11746" y="3273"/>
                </a:cubicBezTo>
                <a:cubicBezTo>
                  <a:pt x="12360" y="3375"/>
                  <a:pt x="12988" y="3434"/>
                  <a:pt x="13616" y="3448"/>
                </a:cubicBezTo>
                <a:cubicBezTo>
                  <a:pt x="14362" y="3463"/>
                  <a:pt x="14975" y="4077"/>
                  <a:pt x="14975" y="4822"/>
                </a:cubicBezTo>
                <a:lnTo>
                  <a:pt x="14975" y="5070"/>
                </a:lnTo>
                <a:cubicBezTo>
                  <a:pt x="14624" y="4705"/>
                  <a:pt x="14128" y="4486"/>
                  <a:pt x="13616" y="4486"/>
                </a:cubicBezTo>
                <a:cubicBezTo>
                  <a:pt x="13368" y="4486"/>
                  <a:pt x="13120" y="4457"/>
                  <a:pt x="12871" y="4442"/>
                </a:cubicBezTo>
                <a:cubicBezTo>
                  <a:pt x="12866" y="4442"/>
                  <a:pt x="12862" y="4442"/>
                  <a:pt x="12857" y="4442"/>
                </a:cubicBezTo>
                <a:cubicBezTo>
                  <a:pt x="12535" y="4442"/>
                  <a:pt x="12511" y="4924"/>
                  <a:pt x="12842" y="4953"/>
                </a:cubicBezTo>
                <a:cubicBezTo>
                  <a:pt x="13090" y="4982"/>
                  <a:pt x="13353" y="4982"/>
                  <a:pt x="13616" y="4997"/>
                </a:cubicBezTo>
                <a:cubicBezTo>
                  <a:pt x="14362" y="5012"/>
                  <a:pt x="14975" y="5611"/>
                  <a:pt x="14975" y="6370"/>
                </a:cubicBezTo>
                <a:lnTo>
                  <a:pt x="14975" y="7583"/>
                </a:lnTo>
                <a:cubicBezTo>
                  <a:pt x="14975" y="10885"/>
                  <a:pt x="12696" y="13763"/>
                  <a:pt x="9482" y="14523"/>
                </a:cubicBezTo>
                <a:cubicBezTo>
                  <a:pt x="9248" y="14581"/>
                  <a:pt x="9007" y="14610"/>
                  <a:pt x="8766" y="14610"/>
                </a:cubicBezTo>
                <a:cubicBezTo>
                  <a:pt x="8525" y="14610"/>
                  <a:pt x="8284" y="14581"/>
                  <a:pt x="8050" y="14523"/>
                </a:cubicBezTo>
                <a:cubicBezTo>
                  <a:pt x="6560" y="14187"/>
                  <a:pt x="5230" y="13368"/>
                  <a:pt x="4252" y="12200"/>
                </a:cubicBezTo>
                <a:cubicBezTo>
                  <a:pt x="4197" y="12141"/>
                  <a:pt x="4133" y="12117"/>
                  <a:pt x="4071" y="12117"/>
                </a:cubicBezTo>
                <a:cubicBezTo>
                  <a:pt x="3885" y="12117"/>
                  <a:pt x="3715" y="12338"/>
                  <a:pt x="3857" y="12536"/>
                </a:cubicBezTo>
                <a:cubicBezTo>
                  <a:pt x="4909" y="13777"/>
                  <a:pt x="6341" y="14654"/>
                  <a:pt x="7919" y="15034"/>
                </a:cubicBezTo>
                <a:cubicBezTo>
                  <a:pt x="8196" y="15100"/>
                  <a:pt x="8477" y="15133"/>
                  <a:pt x="8759" y="15133"/>
                </a:cubicBezTo>
                <a:cubicBezTo>
                  <a:pt x="9040" y="15133"/>
                  <a:pt x="9321" y="15100"/>
                  <a:pt x="9599" y="15034"/>
                </a:cubicBezTo>
                <a:cubicBezTo>
                  <a:pt x="12535" y="14333"/>
                  <a:pt x="14785" y="11966"/>
                  <a:pt x="15355" y="9000"/>
                </a:cubicBezTo>
                <a:cubicBezTo>
                  <a:pt x="16670" y="8299"/>
                  <a:pt x="17546" y="6575"/>
                  <a:pt x="17546" y="4676"/>
                </a:cubicBezTo>
                <a:cubicBezTo>
                  <a:pt x="17546" y="2557"/>
                  <a:pt x="16290" y="1"/>
                  <a:pt x="14040" y="1"/>
                </a:cubicBezTo>
                <a:lnTo>
                  <a:pt x="14025" y="1"/>
                </a:lnTo>
                <a:cubicBezTo>
                  <a:pt x="12696" y="1"/>
                  <a:pt x="11498" y="994"/>
                  <a:pt x="10899" y="2572"/>
                </a:cubicBezTo>
                <a:cubicBezTo>
                  <a:pt x="10417" y="2440"/>
                  <a:pt x="9935" y="2294"/>
                  <a:pt x="9482" y="2104"/>
                </a:cubicBezTo>
                <a:cubicBezTo>
                  <a:pt x="9266" y="2023"/>
                  <a:pt x="9041" y="1983"/>
                  <a:pt x="8817" y="1983"/>
                </a:cubicBezTo>
                <a:cubicBezTo>
                  <a:pt x="8555" y="1983"/>
                  <a:pt x="8294" y="2038"/>
                  <a:pt x="8050" y="2148"/>
                </a:cubicBezTo>
                <a:cubicBezTo>
                  <a:pt x="7597" y="2367"/>
                  <a:pt x="7144" y="2528"/>
                  <a:pt x="6662" y="2674"/>
                </a:cubicBezTo>
                <a:cubicBezTo>
                  <a:pt x="6092" y="1038"/>
                  <a:pt x="4865" y="1"/>
                  <a:pt x="3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15"/>
          <p:cNvSpPr/>
          <p:nvPr/>
        </p:nvSpPr>
        <p:spPr>
          <a:xfrm>
            <a:off x="6715846" y="1351975"/>
            <a:ext cx="413488" cy="396702"/>
          </a:xfrm>
          <a:custGeom>
            <a:rect b="b" l="l" r="r" t="t"/>
            <a:pathLst>
              <a:path extrusionOk="0" h="17559" w="18302">
                <a:moveTo>
                  <a:pt x="13873" y="546"/>
                </a:moveTo>
                <a:cubicBezTo>
                  <a:pt x="13966" y="546"/>
                  <a:pt x="14057" y="582"/>
                  <a:pt x="14123" y="655"/>
                </a:cubicBezTo>
                <a:lnTo>
                  <a:pt x="17323" y="3840"/>
                </a:lnTo>
                <a:cubicBezTo>
                  <a:pt x="17507" y="4106"/>
                  <a:pt x="17291" y="4426"/>
                  <a:pt x="17026" y="4426"/>
                </a:cubicBezTo>
                <a:cubicBezTo>
                  <a:pt x="16955" y="4426"/>
                  <a:pt x="16882" y="4404"/>
                  <a:pt x="16811" y="4351"/>
                </a:cubicBezTo>
                <a:lnTo>
                  <a:pt x="13612" y="1152"/>
                </a:lnTo>
                <a:cubicBezTo>
                  <a:pt x="13480" y="1020"/>
                  <a:pt x="13480" y="787"/>
                  <a:pt x="13612" y="641"/>
                </a:cubicBezTo>
                <a:lnTo>
                  <a:pt x="13612" y="655"/>
                </a:lnTo>
                <a:cubicBezTo>
                  <a:pt x="13685" y="582"/>
                  <a:pt x="13780" y="546"/>
                  <a:pt x="13873" y="546"/>
                </a:cubicBezTo>
                <a:close/>
                <a:moveTo>
                  <a:pt x="13582" y="1853"/>
                </a:moveTo>
                <a:lnTo>
                  <a:pt x="16125" y="4381"/>
                </a:lnTo>
                <a:cubicBezTo>
                  <a:pt x="15540" y="4863"/>
                  <a:pt x="14956" y="5374"/>
                  <a:pt x="14386" y="5900"/>
                </a:cubicBezTo>
                <a:cubicBezTo>
                  <a:pt x="13919" y="6338"/>
                  <a:pt x="13480" y="6820"/>
                  <a:pt x="13086" y="7317"/>
                </a:cubicBezTo>
                <a:lnTo>
                  <a:pt x="10105" y="7317"/>
                </a:lnTo>
                <a:cubicBezTo>
                  <a:pt x="10777" y="6528"/>
                  <a:pt x="11143" y="5520"/>
                  <a:pt x="11157" y="4483"/>
                </a:cubicBezTo>
                <a:cubicBezTo>
                  <a:pt x="11464" y="4220"/>
                  <a:pt x="11771" y="3928"/>
                  <a:pt x="12048" y="3621"/>
                </a:cubicBezTo>
                <a:cubicBezTo>
                  <a:pt x="12574" y="3051"/>
                  <a:pt x="13100" y="2452"/>
                  <a:pt x="13582" y="1853"/>
                </a:cubicBezTo>
                <a:close/>
                <a:moveTo>
                  <a:pt x="2157" y="3241"/>
                </a:moveTo>
                <a:cubicBezTo>
                  <a:pt x="4303" y="3241"/>
                  <a:pt x="6139" y="5053"/>
                  <a:pt x="6000" y="7332"/>
                </a:cubicBezTo>
                <a:lnTo>
                  <a:pt x="5299" y="7332"/>
                </a:lnTo>
                <a:lnTo>
                  <a:pt x="3020" y="5199"/>
                </a:lnTo>
                <a:cubicBezTo>
                  <a:pt x="2958" y="5137"/>
                  <a:pt x="2891" y="5112"/>
                  <a:pt x="2828" y="5112"/>
                </a:cubicBezTo>
                <a:cubicBezTo>
                  <a:pt x="2621" y="5112"/>
                  <a:pt x="2456" y="5385"/>
                  <a:pt x="2669" y="5564"/>
                </a:cubicBezTo>
                <a:lnTo>
                  <a:pt x="4539" y="7332"/>
                </a:lnTo>
                <a:lnTo>
                  <a:pt x="2158" y="7332"/>
                </a:lnTo>
                <a:cubicBezTo>
                  <a:pt x="1091" y="6353"/>
                  <a:pt x="653" y="4848"/>
                  <a:pt x="1047" y="3446"/>
                </a:cubicBezTo>
                <a:cubicBezTo>
                  <a:pt x="1047" y="3416"/>
                  <a:pt x="1077" y="3387"/>
                  <a:pt x="1106" y="3387"/>
                </a:cubicBezTo>
                <a:cubicBezTo>
                  <a:pt x="1460" y="3288"/>
                  <a:pt x="1812" y="3241"/>
                  <a:pt x="2157" y="3241"/>
                </a:cubicBezTo>
                <a:close/>
                <a:moveTo>
                  <a:pt x="16884" y="7843"/>
                </a:moveTo>
                <a:cubicBezTo>
                  <a:pt x="17600" y="7843"/>
                  <a:pt x="17600" y="8895"/>
                  <a:pt x="16884" y="8895"/>
                </a:cubicBezTo>
                <a:lnTo>
                  <a:pt x="1442" y="8895"/>
                </a:lnTo>
                <a:cubicBezTo>
                  <a:pt x="726" y="8895"/>
                  <a:pt x="726" y="7843"/>
                  <a:pt x="1442" y="7843"/>
                </a:cubicBezTo>
                <a:close/>
                <a:moveTo>
                  <a:pt x="2825" y="10250"/>
                </a:moveTo>
                <a:cubicBezTo>
                  <a:pt x="2677" y="10250"/>
                  <a:pt x="2527" y="10362"/>
                  <a:pt x="2567" y="10561"/>
                </a:cubicBezTo>
                <a:cubicBezTo>
                  <a:pt x="2859" y="13015"/>
                  <a:pt x="4948" y="14856"/>
                  <a:pt x="7417" y="14856"/>
                </a:cubicBezTo>
                <a:cubicBezTo>
                  <a:pt x="7430" y="14857"/>
                  <a:pt x="7443" y="14858"/>
                  <a:pt x="7455" y="14858"/>
                </a:cubicBezTo>
                <a:cubicBezTo>
                  <a:pt x="7774" y="14858"/>
                  <a:pt x="7770" y="14343"/>
                  <a:pt x="7443" y="14343"/>
                </a:cubicBezTo>
                <a:cubicBezTo>
                  <a:pt x="7435" y="14343"/>
                  <a:pt x="7426" y="14344"/>
                  <a:pt x="7417" y="14344"/>
                </a:cubicBezTo>
                <a:cubicBezTo>
                  <a:pt x="5197" y="14344"/>
                  <a:pt x="3341" y="12694"/>
                  <a:pt x="3078" y="10502"/>
                </a:cubicBezTo>
                <a:cubicBezTo>
                  <a:pt x="3071" y="10329"/>
                  <a:pt x="2949" y="10250"/>
                  <a:pt x="2825" y="10250"/>
                </a:cubicBezTo>
                <a:close/>
                <a:moveTo>
                  <a:pt x="11829" y="16171"/>
                </a:moveTo>
                <a:lnTo>
                  <a:pt x="11829" y="16288"/>
                </a:lnTo>
                <a:cubicBezTo>
                  <a:pt x="11829" y="16711"/>
                  <a:pt x="11493" y="17047"/>
                  <a:pt x="11070" y="17047"/>
                </a:cubicBezTo>
                <a:lnTo>
                  <a:pt x="7257" y="17047"/>
                </a:lnTo>
                <a:cubicBezTo>
                  <a:pt x="6833" y="17047"/>
                  <a:pt x="6497" y="16711"/>
                  <a:pt x="6497" y="16288"/>
                </a:cubicBezTo>
                <a:lnTo>
                  <a:pt x="6497" y="16171"/>
                </a:lnTo>
                <a:cubicBezTo>
                  <a:pt x="6804" y="16214"/>
                  <a:pt x="7110" y="16244"/>
                  <a:pt x="7417" y="16244"/>
                </a:cubicBezTo>
                <a:lnTo>
                  <a:pt x="10909" y="16244"/>
                </a:lnTo>
                <a:cubicBezTo>
                  <a:pt x="11216" y="16244"/>
                  <a:pt x="11523" y="16214"/>
                  <a:pt x="11829" y="16171"/>
                </a:cubicBezTo>
                <a:close/>
                <a:moveTo>
                  <a:pt x="13861" y="0"/>
                </a:moveTo>
                <a:cubicBezTo>
                  <a:pt x="13192" y="0"/>
                  <a:pt x="12608" y="845"/>
                  <a:pt x="13217" y="1488"/>
                </a:cubicBezTo>
                <a:cubicBezTo>
                  <a:pt x="12721" y="2102"/>
                  <a:pt x="12195" y="2701"/>
                  <a:pt x="11669" y="3270"/>
                </a:cubicBezTo>
                <a:cubicBezTo>
                  <a:pt x="11479" y="3475"/>
                  <a:pt x="11303" y="3665"/>
                  <a:pt x="11099" y="3840"/>
                </a:cubicBezTo>
                <a:cubicBezTo>
                  <a:pt x="11070" y="3665"/>
                  <a:pt x="11040" y="3475"/>
                  <a:pt x="10982" y="3300"/>
                </a:cubicBezTo>
                <a:cubicBezTo>
                  <a:pt x="10924" y="3110"/>
                  <a:pt x="10777" y="2949"/>
                  <a:pt x="10573" y="2890"/>
                </a:cubicBezTo>
                <a:cubicBezTo>
                  <a:pt x="10186" y="2782"/>
                  <a:pt x="9792" y="2729"/>
                  <a:pt x="9401" y="2729"/>
                </a:cubicBezTo>
                <a:cubicBezTo>
                  <a:pt x="8269" y="2729"/>
                  <a:pt x="7161" y="3172"/>
                  <a:pt x="6336" y="3986"/>
                </a:cubicBezTo>
                <a:cubicBezTo>
                  <a:pt x="6146" y="4176"/>
                  <a:pt x="6315" y="4434"/>
                  <a:pt x="6516" y="4434"/>
                </a:cubicBezTo>
                <a:cubicBezTo>
                  <a:pt x="6578" y="4434"/>
                  <a:pt x="6643" y="4410"/>
                  <a:pt x="6701" y="4351"/>
                </a:cubicBezTo>
                <a:cubicBezTo>
                  <a:pt x="7430" y="3634"/>
                  <a:pt x="8409" y="3248"/>
                  <a:pt x="9410" y="3248"/>
                </a:cubicBezTo>
                <a:cubicBezTo>
                  <a:pt x="9754" y="3248"/>
                  <a:pt x="10101" y="3294"/>
                  <a:pt x="10441" y="3387"/>
                </a:cubicBezTo>
                <a:cubicBezTo>
                  <a:pt x="10471" y="3402"/>
                  <a:pt x="10485" y="3416"/>
                  <a:pt x="10500" y="3446"/>
                </a:cubicBezTo>
                <a:cubicBezTo>
                  <a:pt x="10880" y="4848"/>
                  <a:pt x="10456" y="6353"/>
                  <a:pt x="9375" y="7332"/>
                </a:cubicBezTo>
                <a:lnTo>
                  <a:pt x="6994" y="7332"/>
                </a:lnTo>
                <a:lnTo>
                  <a:pt x="8878" y="5564"/>
                </a:lnTo>
                <a:cubicBezTo>
                  <a:pt x="9049" y="5382"/>
                  <a:pt x="8892" y="5130"/>
                  <a:pt x="8697" y="5130"/>
                </a:cubicBezTo>
                <a:cubicBezTo>
                  <a:pt x="8641" y="5130"/>
                  <a:pt x="8583" y="5150"/>
                  <a:pt x="8528" y="5199"/>
                </a:cubicBezTo>
                <a:lnTo>
                  <a:pt x="6526" y="7069"/>
                </a:lnTo>
                <a:cubicBezTo>
                  <a:pt x="6501" y="4609"/>
                  <a:pt x="4481" y="2736"/>
                  <a:pt x="2170" y="2736"/>
                </a:cubicBezTo>
                <a:cubicBezTo>
                  <a:pt x="1777" y="2736"/>
                  <a:pt x="1376" y="2790"/>
                  <a:pt x="974" y="2905"/>
                </a:cubicBezTo>
                <a:cubicBezTo>
                  <a:pt x="770" y="2949"/>
                  <a:pt x="609" y="3110"/>
                  <a:pt x="551" y="3314"/>
                </a:cubicBezTo>
                <a:cubicBezTo>
                  <a:pt x="171" y="4717"/>
                  <a:pt x="507" y="6221"/>
                  <a:pt x="1442" y="7332"/>
                </a:cubicBezTo>
                <a:cubicBezTo>
                  <a:pt x="1437" y="7332"/>
                  <a:pt x="1432" y="7332"/>
                  <a:pt x="1427" y="7332"/>
                </a:cubicBezTo>
                <a:cubicBezTo>
                  <a:pt x="227" y="7332"/>
                  <a:pt x="0" y="9057"/>
                  <a:pt x="1164" y="9377"/>
                </a:cubicBezTo>
                <a:lnTo>
                  <a:pt x="1164" y="9976"/>
                </a:lnTo>
                <a:cubicBezTo>
                  <a:pt x="1179" y="12883"/>
                  <a:pt x="3166" y="15396"/>
                  <a:pt x="5985" y="16068"/>
                </a:cubicBezTo>
                <a:lnTo>
                  <a:pt x="5985" y="16288"/>
                </a:lnTo>
                <a:cubicBezTo>
                  <a:pt x="5985" y="16989"/>
                  <a:pt x="6555" y="17559"/>
                  <a:pt x="7257" y="17559"/>
                </a:cubicBezTo>
                <a:lnTo>
                  <a:pt x="11055" y="17559"/>
                </a:lnTo>
                <a:cubicBezTo>
                  <a:pt x="11771" y="17559"/>
                  <a:pt x="12341" y="16989"/>
                  <a:pt x="12341" y="16288"/>
                </a:cubicBezTo>
                <a:lnTo>
                  <a:pt x="12341" y="16068"/>
                </a:lnTo>
                <a:cubicBezTo>
                  <a:pt x="13699" y="15747"/>
                  <a:pt x="14927" y="14973"/>
                  <a:pt x="15803" y="13862"/>
                </a:cubicBezTo>
                <a:cubicBezTo>
                  <a:pt x="15983" y="13661"/>
                  <a:pt x="15795" y="13422"/>
                  <a:pt x="15600" y="13422"/>
                </a:cubicBezTo>
                <a:cubicBezTo>
                  <a:pt x="15526" y="13422"/>
                  <a:pt x="15450" y="13456"/>
                  <a:pt x="15394" y="13541"/>
                </a:cubicBezTo>
                <a:cubicBezTo>
                  <a:pt x="14561" y="14607"/>
                  <a:pt x="13363" y="15338"/>
                  <a:pt x="12048" y="15601"/>
                </a:cubicBezTo>
                <a:lnTo>
                  <a:pt x="12019" y="15601"/>
                </a:lnTo>
                <a:cubicBezTo>
                  <a:pt x="11654" y="15674"/>
                  <a:pt x="11274" y="15718"/>
                  <a:pt x="10894" y="15718"/>
                </a:cubicBezTo>
                <a:lnTo>
                  <a:pt x="7403" y="15718"/>
                </a:lnTo>
                <a:cubicBezTo>
                  <a:pt x="4232" y="15718"/>
                  <a:pt x="1661" y="13146"/>
                  <a:pt x="1661" y="9976"/>
                </a:cubicBezTo>
                <a:lnTo>
                  <a:pt x="1661" y="9421"/>
                </a:lnTo>
                <a:lnTo>
                  <a:pt x="16636" y="9421"/>
                </a:lnTo>
                <a:lnTo>
                  <a:pt x="16636" y="9976"/>
                </a:lnTo>
                <a:cubicBezTo>
                  <a:pt x="16651" y="10882"/>
                  <a:pt x="16431" y="11773"/>
                  <a:pt x="16022" y="12591"/>
                </a:cubicBezTo>
                <a:cubicBezTo>
                  <a:pt x="15914" y="12789"/>
                  <a:pt x="16092" y="12959"/>
                  <a:pt x="16264" y="12959"/>
                </a:cubicBezTo>
                <a:cubicBezTo>
                  <a:pt x="16346" y="12959"/>
                  <a:pt x="16428" y="12920"/>
                  <a:pt x="16475" y="12825"/>
                </a:cubicBezTo>
                <a:cubicBezTo>
                  <a:pt x="16928" y="11934"/>
                  <a:pt x="17162" y="10970"/>
                  <a:pt x="17162" y="9976"/>
                </a:cubicBezTo>
                <a:lnTo>
                  <a:pt x="17162" y="9377"/>
                </a:lnTo>
                <a:cubicBezTo>
                  <a:pt x="18301" y="9041"/>
                  <a:pt x="18082" y="7361"/>
                  <a:pt x="16899" y="7332"/>
                </a:cubicBezTo>
                <a:lnTo>
                  <a:pt x="13743" y="7332"/>
                </a:lnTo>
                <a:cubicBezTo>
                  <a:pt x="14050" y="6967"/>
                  <a:pt x="14386" y="6616"/>
                  <a:pt x="14737" y="6280"/>
                </a:cubicBezTo>
                <a:cubicBezTo>
                  <a:pt x="15306" y="5754"/>
                  <a:pt x="15891" y="5243"/>
                  <a:pt x="16475" y="4761"/>
                </a:cubicBezTo>
                <a:cubicBezTo>
                  <a:pt x="16660" y="4920"/>
                  <a:pt x="16859" y="4987"/>
                  <a:pt x="17048" y="4987"/>
                </a:cubicBezTo>
                <a:cubicBezTo>
                  <a:pt x="17728" y="4987"/>
                  <a:pt x="18293" y="4118"/>
                  <a:pt x="17688" y="3489"/>
                </a:cubicBezTo>
                <a:lnTo>
                  <a:pt x="14488" y="290"/>
                </a:lnTo>
                <a:cubicBezTo>
                  <a:pt x="14294" y="86"/>
                  <a:pt x="14073" y="0"/>
                  <a:pt x="13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15"/>
          <p:cNvSpPr/>
          <p:nvPr/>
        </p:nvSpPr>
        <p:spPr>
          <a:xfrm>
            <a:off x="6091895" y="1352540"/>
            <a:ext cx="344942" cy="396476"/>
          </a:xfrm>
          <a:custGeom>
            <a:rect b="b" l="l" r="r" t="t"/>
            <a:pathLst>
              <a:path extrusionOk="0" h="17549" w="15268">
                <a:moveTo>
                  <a:pt x="10855" y="557"/>
                </a:moveTo>
                <a:lnTo>
                  <a:pt x="12696" y="2398"/>
                </a:lnTo>
                <a:lnTo>
                  <a:pt x="12097" y="2705"/>
                </a:lnTo>
                <a:lnTo>
                  <a:pt x="10548" y="1156"/>
                </a:lnTo>
                <a:lnTo>
                  <a:pt x="10855" y="557"/>
                </a:lnTo>
                <a:close/>
                <a:moveTo>
                  <a:pt x="10227" y="1580"/>
                </a:moveTo>
                <a:lnTo>
                  <a:pt x="11673" y="3012"/>
                </a:lnTo>
                <a:lnTo>
                  <a:pt x="11206" y="3479"/>
                </a:lnTo>
                <a:lnTo>
                  <a:pt x="11016" y="3479"/>
                </a:lnTo>
                <a:cubicBezTo>
                  <a:pt x="10125" y="3479"/>
                  <a:pt x="9394" y="4195"/>
                  <a:pt x="9394" y="5101"/>
                </a:cubicBezTo>
                <a:lnTo>
                  <a:pt x="9409" y="5086"/>
                </a:lnTo>
                <a:cubicBezTo>
                  <a:pt x="9409" y="5159"/>
                  <a:pt x="9409" y="5218"/>
                  <a:pt x="9409" y="5276"/>
                </a:cubicBezTo>
                <a:lnTo>
                  <a:pt x="8825" y="5860"/>
                </a:lnTo>
                <a:lnTo>
                  <a:pt x="7378" y="4414"/>
                </a:lnTo>
                <a:lnTo>
                  <a:pt x="10227" y="1580"/>
                </a:lnTo>
                <a:close/>
                <a:moveTo>
                  <a:pt x="5391" y="5408"/>
                </a:moveTo>
                <a:cubicBezTo>
                  <a:pt x="5406" y="5510"/>
                  <a:pt x="5464" y="5612"/>
                  <a:pt x="5537" y="5700"/>
                </a:cubicBezTo>
                <a:lnTo>
                  <a:pt x="5903" y="6065"/>
                </a:lnTo>
                <a:lnTo>
                  <a:pt x="5786" y="6182"/>
                </a:lnTo>
                <a:lnTo>
                  <a:pt x="3989" y="6182"/>
                </a:lnTo>
                <a:lnTo>
                  <a:pt x="3989" y="5408"/>
                </a:lnTo>
                <a:close/>
                <a:moveTo>
                  <a:pt x="11027" y="3969"/>
                </a:moveTo>
                <a:cubicBezTo>
                  <a:pt x="11300" y="3969"/>
                  <a:pt x="11578" y="4071"/>
                  <a:pt x="11805" y="4297"/>
                </a:cubicBezTo>
                <a:cubicBezTo>
                  <a:pt x="12502" y="4994"/>
                  <a:pt x="12001" y="6182"/>
                  <a:pt x="11034" y="6182"/>
                </a:cubicBezTo>
                <a:cubicBezTo>
                  <a:pt x="11028" y="6182"/>
                  <a:pt x="11022" y="6182"/>
                  <a:pt x="11016" y="6182"/>
                </a:cubicBezTo>
                <a:cubicBezTo>
                  <a:pt x="10505" y="6182"/>
                  <a:pt x="10052" y="5817"/>
                  <a:pt x="9935" y="5305"/>
                </a:cubicBezTo>
                <a:cubicBezTo>
                  <a:pt x="9920" y="5232"/>
                  <a:pt x="9920" y="5159"/>
                  <a:pt x="9920" y="5086"/>
                </a:cubicBezTo>
                <a:cubicBezTo>
                  <a:pt x="9910" y="4414"/>
                  <a:pt x="10456" y="3969"/>
                  <a:pt x="11027" y="3969"/>
                </a:cubicBezTo>
                <a:close/>
                <a:moveTo>
                  <a:pt x="6750" y="4516"/>
                </a:moveTo>
                <a:lnTo>
                  <a:pt x="8737" y="6503"/>
                </a:lnTo>
                <a:lnTo>
                  <a:pt x="7904" y="7321"/>
                </a:lnTo>
                <a:lnTo>
                  <a:pt x="5917" y="5335"/>
                </a:lnTo>
                <a:lnTo>
                  <a:pt x="6750" y="4516"/>
                </a:lnTo>
                <a:close/>
                <a:moveTo>
                  <a:pt x="6282" y="6416"/>
                </a:moveTo>
                <a:lnTo>
                  <a:pt x="6823" y="6971"/>
                </a:lnTo>
                <a:lnTo>
                  <a:pt x="6633" y="7175"/>
                </a:lnTo>
                <a:lnTo>
                  <a:pt x="5581" y="8213"/>
                </a:lnTo>
                <a:lnTo>
                  <a:pt x="5041" y="7657"/>
                </a:lnTo>
                <a:lnTo>
                  <a:pt x="6282" y="6416"/>
                </a:lnTo>
                <a:close/>
                <a:moveTo>
                  <a:pt x="7188" y="7336"/>
                </a:moveTo>
                <a:lnTo>
                  <a:pt x="7553" y="7701"/>
                </a:lnTo>
                <a:cubicBezTo>
                  <a:pt x="7641" y="7774"/>
                  <a:pt x="7729" y="7833"/>
                  <a:pt x="7846" y="7847"/>
                </a:cubicBezTo>
                <a:lnTo>
                  <a:pt x="7846" y="9250"/>
                </a:lnTo>
                <a:lnTo>
                  <a:pt x="7071" y="9250"/>
                </a:lnTo>
                <a:lnTo>
                  <a:pt x="7071" y="7453"/>
                </a:lnTo>
                <a:lnTo>
                  <a:pt x="7188" y="7336"/>
                </a:lnTo>
                <a:close/>
                <a:moveTo>
                  <a:pt x="4690" y="12026"/>
                </a:moveTo>
                <a:cubicBezTo>
                  <a:pt x="5274" y="12727"/>
                  <a:pt x="6049" y="13224"/>
                  <a:pt x="6911" y="13487"/>
                </a:cubicBezTo>
                <a:lnTo>
                  <a:pt x="6180" y="14159"/>
                </a:lnTo>
                <a:cubicBezTo>
                  <a:pt x="5128" y="13735"/>
                  <a:pt x="4222" y="12990"/>
                  <a:pt x="3609" y="12026"/>
                </a:cubicBezTo>
                <a:close/>
                <a:moveTo>
                  <a:pt x="8174" y="13173"/>
                </a:moveTo>
                <a:cubicBezTo>
                  <a:pt x="8280" y="13173"/>
                  <a:pt x="8386" y="13209"/>
                  <a:pt x="8474" y="13282"/>
                </a:cubicBezTo>
                <a:lnTo>
                  <a:pt x="9935" y="14641"/>
                </a:lnTo>
                <a:lnTo>
                  <a:pt x="10271" y="14962"/>
                </a:lnTo>
                <a:lnTo>
                  <a:pt x="6049" y="14962"/>
                </a:lnTo>
                <a:lnTo>
                  <a:pt x="7875" y="13282"/>
                </a:lnTo>
                <a:cubicBezTo>
                  <a:pt x="7963" y="13209"/>
                  <a:pt x="8068" y="13173"/>
                  <a:pt x="8174" y="13173"/>
                </a:cubicBezTo>
                <a:close/>
                <a:moveTo>
                  <a:pt x="12579" y="15488"/>
                </a:moveTo>
                <a:cubicBezTo>
                  <a:pt x="13017" y="15488"/>
                  <a:pt x="13368" y="15839"/>
                  <a:pt x="13368" y="16277"/>
                </a:cubicBezTo>
                <a:lnTo>
                  <a:pt x="13368" y="17022"/>
                </a:lnTo>
                <a:lnTo>
                  <a:pt x="2981" y="17022"/>
                </a:lnTo>
                <a:lnTo>
                  <a:pt x="2981" y="16277"/>
                </a:lnTo>
                <a:cubicBezTo>
                  <a:pt x="2981" y="15839"/>
                  <a:pt x="3346" y="15488"/>
                  <a:pt x="3770" y="15488"/>
                </a:cubicBezTo>
                <a:close/>
                <a:moveTo>
                  <a:pt x="10840" y="1"/>
                </a:moveTo>
                <a:cubicBezTo>
                  <a:pt x="10672" y="1"/>
                  <a:pt x="10503" y="92"/>
                  <a:pt x="10417" y="265"/>
                </a:cubicBezTo>
                <a:lnTo>
                  <a:pt x="10023" y="1054"/>
                </a:lnTo>
                <a:lnTo>
                  <a:pt x="7013" y="4078"/>
                </a:lnTo>
                <a:cubicBezTo>
                  <a:pt x="6926" y="4022"/>
                  <a:pt x="6828" y="3995"/>
                  <a:pt x="6732" y="3995"/>
                </a:cubicBezTo>
                <a:cubicBezTo>
                  <a:pt x="6603" y="3995"/>
                  <a:pt x="6477" y="4044"/>
                  <a:pt x="6385" y="4137"/>
                </a:cubicBezTo>
                <a:lnTo>
                  <a:pt x="5640" y="4896"/>
                </a:lnTo>
                <a:lnTo>
                  <a:pt x="3945" y="4896"/>
                </a:lnTo>
                <a:cubicBezTo>
                  <a:pt x="3682" y="4896"/>
                  <a:pt x="3477" y="5101"/>
                  <a:pt x="3477" y="5364"/>
                </a:cubicBezTo>
                <a:lnTo>
                  <a:pt x="3477" y="6226"/>
                </a:lnTo>
                <a:cubicBezTo>
                  <a:pt x="3477" y="6489"/>
                  <a:pt x="3682" y="6693"/>
                  <a:pt x="3945" y="6693"/>
                </a:cubicBezTo>
                <a:lnTo>
                  <a:pt x="5274" y="6693"/>
                </a:lnTo>
                <a:lnTo>
                  <a:pt x="4632" y="7336"/>
                </a:lnTo>
                <a:cubicBezTo>
                  <a:pt x="4456" y="7526"/>
                  <a:pt x="4456" y="7818"/>
                  <a:pt x="4632" y="7993"/>
                </a:cubicBezTo>
                <a:lnTo>
                  <a:pt x="5245" y="8607"/>
                </a:lnTo>
                <a:cubicBezTo>
                  <a:pt x="5340" y="8702"/>
                  <a:pt x="5461" y="8750"/>
                  <a:pt x="5579" y="8750"/>
                </a:cubicBezTo>
                <a:cubicBezTo>
                  <a:pt x="5698" y="8750"/>
                  <a:pt x="5815" y="8702"/>
                  <a:pt x="5903" y="8607"/>
                </a:cubicBezTo>
                <a:lnTo>
                  <a:pt x="6545" y="7979"/>
                </a:lnTo>
                <a:lnTo>
                  <a:pt x="6545" y="9294"/>
                </a:lnTo>
                <a:cubicBezTo>
                  <a:pt x="6545" y="9557"/>
                  <a:pt x="6765" y="9761"/>
                  <a:pt x="7013" y="9761"/>
                </a:cubicBezTo>
                <a:lnTo>
                  <a:pt x="7890" y="9761"/>
                </a:lnTo>
                <a:cubicBezTo>
                  <a:pt x="8138" y="9761"/>
                  <a:pt x="8357" y="9557"/>
                  <a:pt x="8357" y="9294"/>
                </a:cubicBezTo>
                <a:lnTo>
                  <a:pt x="8357" y="7599"/>
                </a:lnTo>
                <a:lnTo>
                  <a:pt x="9102" y="6854"/>
                </a:lnTo>
                <a:cubicBezTo>
                  <a:pt x="9204" y="6766"/>
                  <a:pt x="9248" y="6635"/>
                  <a:pt x="9248" y="6503"/>
                </a:cubicBezTo>
                <a:cubicBezTo>
                  <a:pt x="9248" y="6416"/>
                  <a:pt x="9219" y="6313"/>
                  <a:pt x="9175" y="6240"/>
                </a:cubicBezTo>
                <a:lnTo>
                  <a:pt x="9570" y="5831"/>
                </a:lnTo>
                <a:cubicBezTo>
                  <a:pt x="9862" y="6372"/>
                  <a:pt x="10402" y="6708"/>
                  <a:pt x="11016" y="6708"/>
                </a:cubicBezTo>
                <a:cubicBezTo>
                  <a:pt x="11118" y="6708"/>
                  <a:pt x="11235" y="6693"/>
                  <a:pt x="11337" y="6679"/>
                </a:cubicBezTo>
                <a:cubicBezTo>
                  <a:pt x="11893" y="7380"/>
                  <a:pt x="12185" y="8242"/>
                  <a:pt x="12185" y="9133"/>
                </a:cubicBezTo>
                <a:cubicBezTo>
                  <a:pt x="12185" y="9301"/>
                  <a:pt x="12313" y="9385"/>
                  <a:pt x="12440" y="9385"/>
                </a:cubicBezTo>
                <a:cubicBezTo>
                  <a:pt x="12568" y="9385"/>
                  <a:pt x="12696" y="9301"/>
                  <a:pt x="12696" y="9133"/>
                </a:cubicBezTo>
                <a:cubicBezTo>
                  <a:pt x="12696" y="8183"/>
                  <a:pt x="12404" y="7248"/>
                  <a:pt x="11834" y="6474"/>
                </a:cubicBezTo>
                <a:cubicBezTo>
                  <a:pt x="12097" y="6313"/>
                  <a:pt x="12316" y="6094"/>
                  <a:pt x="12448" y="5831"/>
                </a:cubicBezTo>
                <a:lnTo>
                  <a:pt x="12448" y="5831"/>
                </a:lnTo>
                <a:cubicBezTo>
                  <a:pt x="14654" y="8666"/>
                  <a:pt x="13514" y="12844"/>
                  <a:pt x="10169" y="14159"/>
                </a:cubicBezTo>
                <a:lnTo>
                  <a:pt x="9438" y="13487"/>
                </a:lnTo>
                <a:cubicBezTo>
                  <a:pt x="10928" y="13048"/>
                  <a:pt x="12097" y="11865"/>
                  <a:pt x="12535" y="10375"/>
                </a:cubicBezTo>
                <a:cubicBezTo>
                  <a:pt x="12588" y="10182"/>
                  <a:pt x="12430" y="10052"/>
                  <a:pt x="12276" y="10052"/>
                </a:cubicBezTo>
                <a:cubicBezTo>
                  <a:pt x="12174" y="10052"/>
                  <a:pt x="12074" y="10109"/>
                  <a:pt x="12039" y="10243"/>
                </a:cubicBezTo>
                <a:cubicBezTo>
                  <a:pt x="11615" y="11660"/>
                  <a:pt x="10446" y="12756"/>
                  <a:pt x="8985" y="13063"/>
                </a:cubicBezTo>
                <a:lnTo>
                  <a:pt x="8825" y="12902"/>
                </a:lnTo>
                <a:cubicBezTo>
                  <a:pt x="8642" y="12734"/>
                  <a:pt x="8408" y="12650"/>
                  <a:pt x="8174" y="12650"/>
                </a:cubicBezTo>
                <a:cubicBezTo>
                  <a:pt x="7941" y="12650"/>
                  <a:pt x="7707" y="12734"/>
                  <a:pt x="7524" y="12902"/>
                </a:cubicBezTo>
                <a:lnTo>
                  <a:pt x="7349" y="13063"/>
                </a:lnTo>
                <a:cubicBezTo>
                  <a:pt x="6604" y="12902"/>
                  <a:pt x="5932" y="12537"/>
                  <a:pt x="5377" y="12011"/>
                </a:cubicBezTo>
                <a:lnTo>
                  <a:pt x="7276" y="12011"/>
                </a:lnTo>
                <a:cubicBezTo>
                  <a:pt x="7539" y="12011"/>
                  <a:pt x="7743" y="11807"/>
                  <a:pt x="7743" y="11558"/>
                </a:cubicBezTo>
                <a:lnTo>
                  <a:pt x="7743" y="10769"/>
                </a:lnTo>
                <a:cubicBezTo>
                  <a:pt x="7743" y="10506"/>
                  <a:pt x="7539" y="10302"/>
                  <a:pt x="7276" y="10302"/>
                </a:cubicBezTo>
                <a:lnTo>
                  <a:pt x="2659" y="10302"/>
                </a:lnTo>
                <a:cubicBezTo>
                  <a:pt x="2650" y="10301"/>
                  <a:pt x="2641" y="10301"/>
                  <a:pt x="2633" y="10301"/>
                </a:cubicBezTo>
                <a:cubicBezTo>
                  <a:pt x="2303" y="10301"/>
                  <a:pt x="2303" y="10814"/>
                  <a:pt x="2633" y="10814"/>
                </a:cubicBezTo>
                <a:cubicBezTo>
                  <a:pt x="2641" y="10814"/>
                  <a:pt x="2650" y="10814"/>
                  <a:pt x="2659" y="10813"/>
                </a:cubicBezTo>
                <a:lnTo>
                  <a:pt x="7232" y="10813"/>
                </a:lnTo>
                <a:lnTo>
                  <a:pt x="7232" y="11514"/>
                </a:lnTo>
                <a:lnTo>
                  <a:pt x="512" y="11514"/>
                </a:lnTo>
                <a:lnTo>
                  <a:pt x="512" y="10813"/>
                </a:lnTo>
                <a:lnTo>
                  <a:pt x="1461" y="10813"/>
                </a:lnTo>
                <a:cubicBezTo>
                  <a:pt x="1470" y="10814"/>
                  <a:pt x="1479" y="10814"/>
                  <a:pt x="1488" y="10814"/>
                </a:cubicBezTo>
                <a:cubicBezTo>
                  <a:pt x="1818" y="10814"/>
                  <a:pt x="1818" y="10301"/>
                  <a:pt x="1488" y="10301"/>
                </a:cubicBezTo>
                <a:cubicBezTo>
                  <a:pt x="1479" y="10301"/>
                  <a:pt x="1470" y="10301"/>
                  <a:pt x="1461" y="10302"/>
                </a:cubicBezTo>
                <a:lnTo>
                  <a:pt x="468" y="10302"/>
                </a:lnTo>
                <a:cubicBezTo>
                  <a:pt x="205" y="10302"/>
                  <a:pt x="0" y="10506"/>
                  <a:pt x="0" y="10769"/>
                </a:cubicBezTo>
                <a:lnTo>
                  <a:pt x="0" y="11573"/>
                </a:lnTo>
                <a:cubicBezTo>
                  <a:pt x="0" y="11821"/>
                  <a:pt x="205" y="12026"/>
                  <a:pt x="468" y="12026"/>
                </a:cubicBezTo>
                <a:lnTo>
                  <a:pt x="2981" y="12026"/>
                </a:lnTo>
                <a:cubicBezTo>
                  <a:pt x="3609" y="13151"/>
                  <a:pt x="4573" y="14027"/>
                  <a:pt x="5742" y="14553"/>
                </a:cubicBezTo>
                <a:lnTo>
                  <a:pt x="5289" y="14977"/>
                </a:lnTo>
                <a:lnTo>
                  <a:pt x="3755" y="14977"/>
                </a:lnTo>
                <a:cubicBezTo>
                  <a:pt x="3039" y="14977"/>
                  <a:pt x="2455" y="15561"/>
                  <a:pt x="2455" y="16277"/>
                </a:cubicBezTo>
                <a:lnTo>
                  <a:pt x="2455" y="17110"/>
                </a:lnTo>
                <a:cubicBezTo>
                  <a:pt x="2455" y="17358"/>
                  <a:pt x="2645" y="17548"/>
                  <a:pt x="2893" y="17548"/>
                </a:cubicBezTo>
                <a:lnTo>
                  <a:pt x="13441" y="17548"/>
                </a:lnTo>
                <a:cubicBezTo>
                  <a:pt x="13675" y="17548"/>
                  <a:pt x="13865" y="17358"/>
                  <a:pt x="13865" y="17110"/>
                </a:cubicBezTo>
                <a:lnTo>
                  <a:pt x="13865" y="16277"/>
                </a:lnTo>
                <a:cubicBezTo>
                  <a:pt x="13865" y="15561"/>
                  <a:pt x="13280" y="14977"/>
                  <a:pt x="12565" y="14977"/>
                </a:cubicBezTo>
                <a:lnTo>
                  <a:pt x="11031" y="14977"/>
                </a:lnTo>
                <a:lnTo>
                  <a:pt x="10578" y="14553"/>
                </a:lnTo>
                <a:cubicBezTo>
                  <a:pt x="14230" y="12932"/>
                  <a:pt x="15267" y="8242"/>
                  <a:pt x="12623" y="5247"/>
                </a:cubicBezTo>
                <a:lnTo>
                  <a:pt x="12623" y="5101"/>
                </a:lnTo>
                <a:cubicBezTo>
                  <a:pt x="12623" y="4502"/>
                  <a:pt x="12287" y="3947"/>
                  <a:pt x="11746" y="3669"/>
                </a:cubicBezTo>
                <a:lnTo>
                  <a:pt x="12185" y="3231"/>
                </a:lnTo>
                <a:lnTo>
                  <a:pt x="12974" y="2836"/>
                </a:lnTo>
                <a:cubicBezTo>
                  <a:pt x="13120" y="2763"/>
                  <a:pt x="13207" y="2632"/>
                  <a:pt x="13237" y="2486"/>
                </a:cubicBezTo>
                <a:cubicBezTo>
                  <a:pt x="13251" y="2340"/>
                  <a:pt x="13207" y="2193"/>
                  <a:pt x="13105" y="2091"/>
                </a:cubicBezTo>
                <a:lnTo>
                  <a:pt x="11162" y="133"/>
                </a:lnTo>
                <a:cubicBezTo>
                  <a:pt x="11073" y="44"/>
                  <a:pt x="10957" y="1"/>
                  <a:pt x="10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15"/>
          <p:cNvSpPr/>
          <p:nvPr/>
        </p:nvSpPr>
        <p:spPr>
          <a:xfrm>
            <a:off x="5381571" y="1352246"/>
            <a:ext cx="396092" cy="396769"/>
          </a:xfrm>
          <a:custGeom>
            <a:rect b="b" l="l" r="r" t="t"/>
            <a:pathLst>
              <a:path extrusionOk="0" h="17562" w="17532">
                <a:moveTo>
                  <a:pt x="9015" y="1564"/>
                </a:moveTo>
                <a:lnTo>
                  <a:pt x="9015" y="2689"/>
                </a:lnTo>
                <a:cubicBezTo>
                  <a:pt x="9015" y="2893"/>
                  <a:pt x="9175" y="3054"/>
                  <a:pt x="9380" y="3054"/>
                </a:cubicBezTo>
                <a:lnTo>
                  <a:pt x="10505" y="3054"/>
                </a:lnTo>
                <a:lnTo>
                  <a:pt x="10505" y="3565"/>
                </a:lnTo>
                <a:lnTo>
                  <a:pt x="9380" y="3565"/>
                </a:lnTo>
                <a:cubicBezTo>
                  <a:pt x="9175" y="3565"/>
                  <a:pt x="9015" y="3726"/>
                  <a:pt x="9015" y="3930"/>
                </a:cubicBezTo>
                <a:lnTo>
                  <a:pt x="9015" y="5070"/>
                </a:lnTo>
                <a:lnTo>
                  <a:pt x="8503" y="5070"/>
                </a:lnTo>
                <a:lnTo>
                  <a:pt x="8503" y="3916"/>
                </a:lnTo>
                <a:cubicBezTo>
                  <a:pt x="8503" y="3726"/>
                  <a:pt x="8328" y="3551"/>
                  <a:pt x="8138" y="3551"/>
                </a:cubicBezTo>
                <a:lnTo>
                  <a:pt x="6998" y="3551"/>
                </a:lnTo>
                <a:lnTo>
                  <a:pt x="6998" y="3039"/>
                </a:lnTo>
                <a:lnTo>
                  <a:pt x="8138" y="3039"/>
                </a:lnTo>
                <a:cubicBezTo>
                  <a:pt x="8328" y="3039"/>
                  <a:pt x="8503" y="2878"/>
                  <a:pt x="8503" y="2674"/>
                </a:cubicBezTo>
                <a:lnTo>
                  <a:pt x="8503" y="1564"/>
                </a:lnTo>
                <a:close/>
                <a:moveTo>
                  <a:pt x="8445" y="1038"/>
                </a:moveTo>
                <a:cubicBezTo>
                  <a:pt x="8182" y="1038"/>
                  <a:pt x="7977" y="1257"/>
                  <a:pt x="7977" y="1505"/>
                </a:cubicBezTo>
                <a:lnTo>
                  <a:pt x="7977" y="2528"/>
                </a:lnTo>
                <a:lnTo>
                  <a:pt x="6969" y="2528"/>
                </a:lnTo>
                <a:cubicBezTo>
                  <a:pt x="6706" y="2528"/>
                  <a:pt x="6502" y="2747"/>
                  <a:pt x="6502" y="2995"/>
                </a:cubicBezTo>
                <a:lnTo>
                  <a:pt x="6502" y="3609"/>
                </a:lnTo>
                <a:cubicBezTo>
                  <a:pt x="6502" y="3872"/>
                  <a:pt x="6706" y="4076"/>
                  <a:pt x="6969" y="4076"/>
                </a:cubicBezTo>
                <a:lnTo>
                  <a:pt x="7977" y="4076"/>
                </a:lnTo>
                <a:lnTo>
                  <a:pt x="7977" y="5099"/>
                </a:lnTo>
                <a:cubicBezTo>
                  <a:pt x="7977" y="5362"/>
                  <a:pt x="8182" y="5567"/>
                  <a:pt x="8445" y="5567"/>
                </a:cubicBezTo>
                <a:lnTo>
                  <a:pt x="9058" y="5567"/>
                </a:lnTo>
                <a:cubicBezTo>
                  <a:pt x="9307" y="5567"/>
                  <a:pt x="9526" y="5362"/>
                  <a:pt x="9526" y="5099"/>
                </a:cubicBezTo>
                <a:lnTo>
                  <a:pt x="9526" y="4076"/>
                </a:lnTo>
                <a:lnTo>
                  <a:pt x="10549" y="4076"/>
                </a:lnTo>
                <a:cubicBezTo>
                  <a:pt x="10797" y="4076"/>
                  <a:pt x="11016" y="3872"/>
                  <a:pt x="11016" y="3609"/>
                </a:cubicBezTo>
                <a:lnTo>
                  <a:pt x="11016" y="2995"/>
                </a:lnTo>
                <a:cubicBezTo>
                  <a:pt x="11016" y="2747"/>
                  <a:pt x="10797" y="2528"/>
                  <a:pt x="10549" y="2528"/>
                </a:cubicBezTo>
                <a:lnTo>
                  <a:pt x="9526" y="2528"/>
                </a:lnTo>
                <a:lnTo>
                  <a:pt x="9526" y="1505"/>
                </a:lnTo>
                <a:cubicBezTo>
                  <a:pt x="9526" y="1257"/>
                  <a:pt x="9307" y="1038"/>
                  <a:pt x="9058" y="1038"/>
                </a:cubicBezTo>
                <a:close/>
                <a:moveTo>
                  <a:pt x="8766" y="526"/>
                </a:moveTo>
                <a:cubicBezTo>
                  <a:pt x="11235" y="526"/>
                  <a:pt x="12477" y="3507"/>
                  <a:pt x="10724" y="5260"/>
                </a:cubicBezTo>
                <a:cubicBezTo>
                  <a:pt x="10161" y="5827"/>
                  <a:pt x="9467" y="6081"/>
                  <a:pt x="8786" y="6081"/>
                </a:cubicBezTo>
                <a:cubicBezTo>
                  <a:pt x="7361" y="6081"/>
                  <a:pt x="5990" y="4972"/>
                  <a:pt x="5990" y="3302"/>
                </a:cubicBezTo>
                <a:cubicBezTo>
                  <a:pt x="5990" y="1768"/>
                  <a:pt x="7232" y="526"/>
                  <a:pt x="8766" y="526"/>
                </a:cubicBezTo>
                <a:close/>
                <a:moveTo>
                  <a:pt x="3361" y="7510"/>
                </a:moveTo>
                <a:lnTo>
                  <a:pt x="3361" y="8795"/>
                </a:lnTo>
                <a:lnTo>
                  <a:pt x="2075" y="8795"/>
                </a:lnTo>
                <a:cubicBezTo>
                  <a:pt x="2060" y="8795"/>
                  <a:pt x="2046" y="8795"/>
                  <a:pt x="2046" y="8781"/>
                </a:cubicBezTo>
                <a:lnTo>
                  <a:pt x="2046" y="7524"/>
                </a:lnTo>
                <a:cubicBezTo>
                  <a:pt x="2046" y="7510"/>
                  <a:pt x="2046" y="7510"/>
                  <a:pt x="2046" y="7510"/>
                </a:cubicBezTo>
                <a:close/>
                <a:moveTo>
                  <a:pt x="15457" y="7510"/>
                </a:moveTo>
                <a:cubicBezTo>
                  <a:pt x="15472" y="7510"/>
                  <a:pt x="15472" y="7510"/>
                  <a:pt x="15472" y="7524"/>
                </a:cubicBezTo>
                <a:lnTo>
                  <a:pt x="15472" y="8781"/>
                </a:lnTo>
                <a:cubicBezTo>
                  <a:pt x="15472" y="8795"/>
                  <a:pt x="15472" y="8795"/>
                  <a:pt x="15457" y="8795"/>
                </a:cubicBezTo>
                <a:lnTo>
                  <a:pt x="14142" y="8795"/>
                </a:lnTo>
                <a:lnTo>
                  <a:pt x="14142" y="7510"/>
                </a:lnTo>
                <a:close/>
                <a:moveTo>
                  <a:pt x="7700" y="8138"/>
                </a:moveTo>
                <a:cubicBezTo>
                  <a:pt x="7714" y="8138"/>
                  <a:pt x="7714" y="8138"/>
                  <a:pt x="7714" y="8153"/>
                </a:cubicBezTo>
                <a:lnTo>
                  <a:pt x="7714" y="9409"/>
                </a:lnTo>
                <a:cubicBezTo>
                  <a:pt x="7729" y="9424"/>
                  <a:pt x="7714" y="9438"/>
                  <a:pt x="7700" y="9438"/>
                </a:cubicBezTo>
                <a:lnTo>
                  <a:pt x="5421" y="9438"/>
                </a:lnTo>
                <a:cubicBezTo>
                  <a:pt x="5421" y="9438"/>
                  <a:pt x="5406" y="9424"/>
                  <a:pt x="5406" y="9409"/>
                </a:cubicBezTo>
                <a:lnTo>
                  <a:pt x="5406" y="8153"/>
                </a:lnTo>
                <a:cubicBezTo>
                  <a:pt x="5406" y="8138"/>
                  <a:pt x="5421" y="8138"/>
                  <a:pt x="5421" y="8138"/>
                </a:cubicBezTo>
                <a:close/>
                <a:moveTo>
                  <a:pt x="12083" y="8138"/>
                </a:moveTo>
                <a:cubicBezTo>
                  <a:pt x="12083" y="8138"/>
                  <a:pt x="12083" y="8138"/>
                  <a:pt x="12083" y="8153"/>
                </a:cubicBezTo>
                <a:lnTo>
                  <a:pt x="12083" y="9424"/>
                </a:lnTo>
                <a:cubicBezTo>
                  <a:pt x="12083" y="9424"/>
                  <a:pt x="12083" y="9438"/>
                  <a:pt x="12068" y="9438"/>
                </a:cubicBezTo>
                <a:lnTo>
                  <a:pt x="9803" y="9438"/>
                </a:lnTo>
                <a:cubicBezTo>
                  <a:pt x="9789" y="9438"/>
                  <a:pt x="9789" y="9424"/>
                  <a:pt x="9789" y="9424"/>
                </a:cubicBezTo>
                <a:lnTo>
                  <a:pt x="9789" y="8153"/>
                </a:lnTo>
                <a:cubicBezTo>
                  <a:pt x="9789" y="8138"/>
                  <a:pt x="9789" y="8138"/>
                  <a:pt x="9803" y="8138"/>
                </a:cubicBezTo>
                <a:close/>
                <a:moveTo>
                  <a:pt x="5435" y="7627"/>
                </a:moveTo>
                <a:cubicBezTo>
                  <a:pt x="5143" y="7627"/>
                  <a:pt x="4909" y="7860"/>
                  <a:pt x="4895" y="8153"/>
                </a:cubicBezTo>
                <a:lnTo>
                  <a:pt x="4895" y="9409"/>
                </a:lnTo>
                <a:cubicBezTo>
                  <a:pt x="4909" y="9701"/>
                  <a:pt x="5143" y="9950"/>
                  <a:pt x="5435" y="9950"/>
                </a:cubicBezTo>
                <a:lnTo>
                  <a:pt x="7714" y="9950"/>
                </a:lnTo>
                <a:cubicBezTo>
                  <a:pt x="8006" y="9950"/>
                  <a:pt x="8240" y="9701"/>
                  <a:pt x="8240" y="9409"/>
                </a:cubicBezTo>
                <a:lnTo>
                  <a:pt x="8240" y="8153"/>
                </a:lnTo>
                <a:cubicBezTo>
                  <a:pt x="8240" y="7860"/>
                  <a:pt x="8006" y="7627"/>
                  <a:pt x="7714" y="7627"/>
                </a:cubicBezTo>
                <a:close/>
                <a:moveTo>
                  <a:pt x="9803" y="7627"/>
                </a:moveTo>
                <a:cubicBezTo>
                  <a:pt x="9511" y="7627"/>
                  <a:pt x="9277" y="7860"/>
                  <a:pt x="9277" y="8153"/>
                </a:cubicBezTo>
                <a:lnTo>
                  <a:pt x="9277" y="9424"/>
                </a:lnTo>
                <a:cubicBezTo>
                  <a:pt x="9277" y="9716"/>
                  <a:pt x="9511" y="9950"/>
                  <a:pt x="9803" y="9950"/>
                </a:cubicBezTo>
                <a:lnTo>
                  <a:pt x="12083" y="9950"/>
                </a:lnTo>
                <a:cubicBezTo>
                  <a:pt x="12360" y="9950"/>
                  <a:pt x="12608" y="9716"/>
                  <a:pt x="12608" y="9424"/>
                </a:cubicBezTo>
                <a:lnTo>
                  <a:pt x="12608" y="8153"/>
                </a:lnTo>
                <a:cubicBezTo>
                  <a:pt x="12608" y="7860"/>
                  <a:pt x="12360" y="7627"/>
                  <a:pt x="12068" y="7627"/>
                </a:cubicBezTo>
                <a:close/>
                <a:moveTo>
                  <a:pt x="11571" y="11484"/>
                </a:moveTo>
                <a:lnTo>
                  <a:pt x="11571" y="12010"/>
                </a:lnTo>
                <a:lnTo>
                  <a:pt x="5946" y="11995"/>
                </a:lnTo>
                <a:lnTo>
                  <a:pt x="5946" y="11484"/>
                </a:lnTo>
                <a:close/>
                <a:moveTo>
                  <a:pt x="2058" y="10859"/>
                </a:moveTo>
                <a:cubicBezTo>
                  <a:pt x="2060" y="10859"/>
                  <a:pt x="2060" y="10863"/>
                  <a:pt x="2060" y="10870"/>
                </a:cubicBezTo>
                <a:lnTo>
                  <a:pt x="3361" y="10870"/>
                </a:lnTo>
                <a:lnTo>
                  <a:pt x="3361" y="12156"/>
                </a:lnTo>
                <a:lnTo>
                  <a:pt x="2075" y="12156"/>
                </a:lnTo>
                <a:cubicBezTo>
                  <a:pt x="2060" y="12156"/>
                  <a:pt x="2046" y="12156"/>
                  <a:pt x="2046" y="12141"/>
                </a:cubicBezTo>
                <a:lnTo>
                  <a:pt x="2046" y="10870"/>
                </a:lnTo>
                <a:cubicBezTo>
                  <a:pt x="2053" y="10863"/>
                  <a:pt x="2057" y="10859"/>
                  <a:pt x="2058" y="10859"/>
                </a:cubicBezTo>
                <a:close/>
                <a:moveTo>
                  <a:pt x="15472" y="10855"/>
                </a:moveTo>
                <a:cubicBezTo>
                  <a:pt x="15472" y="10855"/>
                  <a:pt x="15472" y="10870"/>
                  <a:pt x="15472" y="10870"/>
                </a:cubicBezTo>
                <a:lnTo>
                  <a:pt x="15472" y="12141"/>
                </a:lnTo>
                <a:cubicBezTo>
                  <a:pt x="15472" y="12141"/>
                  <a:pt x="15457" y="12156"/>
                  <a:pt x="15457" y="12156"/>
                </a:cubicBezTo>
                <a:lnTo>
                  <a:pt x="14142" y="12156"/>
                </a:lnTo>
                <a:lnTo>
                  <a:pt x="14142" y="10855"/>
                </a:lnTo>
                <a:close/>
                <a:moveTo>
                  <a:pt x="7722" y="14237"/>
                </a:moveTo>
                <a:cubicBezTo>
                  <a:pt x="7586" y="14237"/>
                  <a:pt x="7451" y="14332"/>
                  <a:pt x="7466" y="14522"/>
                </a:cubicBezTo>
                <a:lnTo>
                  <a:pt x="7466" y="15048"/>
                </a:lnTo>
                <a:cubicBezTo>
                  <a:pt x="7466" y="15180"/>
                  <a:pt x="7583" y="15297"/>
                  <a:pt x="7714" y="15297"/>
                </a:cubicBezTo>
                <a:cubicBezTo>
                  <a:pt x="7860" y="15297"/>
                  <a:pt x="7977" y="15180"/>
                  <a:pt x="7977" y="15048"/>
                </a:cubicBezTo>
                <a:lnTo>
                  <a:pt x="7977" y="14522"/>
                </a:lnTo>
                <a:cubicBezTo>
                  <a:pt x="7992" y="14332"/>
                  <a:pt x="7857" y="14237"/>
                  <a:pt x="7722" y="14237"/>
                </a:cubicBezTo>
                <a:close/>
                <a:moveTo>
                  <a:pt x="9782" y="14259"/>
                </a:moveTo>
                <a:cubicBezTo>
                  <a:pt x="9654" y="14259"/>
                  <a:pt x="9526" y="14347"/>
                  <a:pt x="9526" y="14522"/>
                </a:cubicBezTo>
                <a:lnTo>
                  <a:pt x="9526" y="15048"/>
                </a:lnTo>
                <a:cubicBezTo>
                  <a:pt x="9526" y="15180"/>
                  <a:pt x="9643" y="15297"/>
                  <a:pt x="9774" y="15297"/>
                </a:cubicBezTo>
                <a:cubicBezTo>
                  <a:pt x="9920" y="15297"/>
                  <a:pt x="10037" y="15180"/>
                  <a:pt x="10037" y="15048"/>
                </a:cubicBezTo>
                <a:lnTo>
                  <a:pt x="10037" y="14522"/>
                </a:lnTo>
                <a:cubicBezTo>
                  <a:pt x="10037" y="14347"/>
                  <a:pt x="9909" y="14259"/>
                  <a:pt x="9782" y="14259"/>
                </a:cubicBezTo>
                <a:close/>
                <a:moveTo>
                  <a:pt x="15472" y="14201"/>
                </a:moveTo>
                <a:cubicBezTo>
                  <a:pt x="15472" y="14201"/>
                  <a:pt x="15472" y="14201"/>
                  <a:pt x="15472" y="14216"/>
                </a:cubicBezTo>
                <a:lnTo>
                  <a:pt x="15472" y="15472"/>
                </a:lnTo>
                <a:cubicBezTo>
                  <a:pt x="15472" y="15487"/>
                  <a:pt x="15457" y="15487"/>
                  <a:pt x="15457" y="15487"/>
                </a:cubicBezTo>
                <a:lnTo>
                  <a:pt x="14142" y="15487"/>
                </a:lnTo>
                <a:lnTo>
                  <a:pt x="14142" y="14201"/>
                </a:lnTo>
                <a:close/>
                <a:moveTo>
                  <a:pt x="3361" y="14201"/>
                </a:moveTo>
                <a:lnTo>
                  <a:pt x="3361" y="15501"/>
                </a:lnTo>
                <a:lnTo>
                  <a:pt x="2075" y="15501"/>
                </a:lnTo>
                <a:cubicBezTo>
                  <a:pt x="2060" y="15501"/>
                  <a:pt x="2046" y="15487"/>
                  <a:pt x="2046" y="15487"/>
                </a:cubicBezTo>
                <a:lnTo>
                  <a:pt x="2046" y="14216"/>
                </a:lnTo>
                <a:cubicBezTo>
                  <a:pt x="2046" y="14216"/>
                  <a:pt x="2046" y="14201"/>
                  <a:pt x="2046" y="14201"/>
                </a:cubicBezTo>
                <a:close/>
                <a:moveTo>
                  <a:pt x="3361" y="5961"/>
                </a:moveTo>
                <a:lnTo>
                  <a:pt x="3361" y="6984"/>
                </a:lnTo>
                <a:lnTo>
                  <a:pt x="2060" y="6984"/>
                </a:lnTo>
                <a:cubicBezTo>
                  <a:pt x="1768" y="6984"/>
                  <a:pt x="1534" y="7232"/>
                  <a:pt x="1534" y="7524"/>
                </a:cubicBezTo>
                <a:lnTo>
                  <a:pt x="1534" y="8781"/>
                </a:lnTo>
                <a:cubicBezTo>
                  <a:pt x="1534" y="9073"/>
                  <a:pt x="1768" y="9321"/>
                  <a:pt x="2060" y="9321"/>
                </a:cubicBezTo>
                <a:lnTo>
                  <a:pt x="3361" y="9321"/>
                </a:lnTo>
                <a:lnTo>
                  <a:pt x="3361" y="10344"/>
                </a:lnTo>
                <a:lnTo>
                  <a:pt x="2060" y="10344"/>
                </a:lnTo>
                <a:cubicBezTo>
                  <a:pt x="1768" y="10344"/>
                  <a:pt x="1534" y="10578"/>
                  <a:pt x="1534" y="10885"/>
                </a:cubicBezTo>
                <a:lnTo>
                  <a:pt x="1534" y="12141"/>
                </a:lnTo>
                <a:cubicBezTo>
                  <a:pt x="1534" y="12433"/>
                  <a:pt x="1768" y="12667"/>
                  <a:pt x="2060" y="12667"/>
                </a:cubicBezTo>
                <a:lnTo>
                  <a:pt x="3361" y="12667"/>
                </a:lnTo>
                <a:lnTo>
                  <a:pt x="3361" y="13690"/>
                </a:lnTo>
                <a:lnTo>
                  <a:pt x="2060" y="13690"/>
                </a:lnTo>
                <a:cubicBezTo>
                  <a:pt x="1754" y="13690"/>
                  <a:pt x="1520" y="13923"/>
                  <a:pt x="1520" y="14216"/>
                </a:cubicBezTo>
                <a:lnTo>
                  <a:pt x="1520" y="15487"/>
                </a:lnTo>
                <a:cubicBezTo>
                  <a:pt x="1520" y="15779"/>
                  <a:pt x="1768" y="16013"/>
                  <a:pt x="2060" y="16013"/>
                </a:cubicBezTo>
                <a:lnTo>
                  <a:pt x="3346" y="16013"/>
                </a:lnTo>
                <a:lnTo>
                  <a:pt x="3346" y="17035"/>
                </a:lnTo>
                <a:lnTo>
                  <a:pt x="526" y="17035"/>
                </a:lnTo>
                <a:cubicBezTo>
                  <a:pt x="512" y="17035"/>
                  <a:pt x="512" y="17035"/>
                  <a:pt x="512" y="17021"/>
                </a:cubicBezTo>
                <a:lnTo>
                  <a:pt x="512" y="6735"/>
                </a:lnTo>
                <a:cubicBezTo>
                  <a:pt x="512" y="6312"/>
                  <a:pt x="848" y="5961"/>
                  <a:pt x="1271" y="5961"/>
                </a:cubicBezTo>
                <a:close/>
                <a:moveTo>
                  <a:pt x="11060" y="12521"/>
                </a:moveTo>
                <a:lnTo>
                  <a:pt x="11060" y="17035"/>
                </a:lnTo>
                <a:lnTo>
                  <a:pt x="9015" y="17035"/>
                </a:lnTo>
                <a:lnTo>
                  <a:pt x="9015" y="12521"/>
                </a:lnTo>
                <a:close/>
                <a:moveTo>
                  <a:pt x="12857" y="3565"/>
                </a:moveTo>
                <a:cubicBezTo>
                  <a:pt x="13281" y="3565"/>
                  <a:pt x="13631" y="3901"/>
                  <a:pt x="13631" y="4339"/>
                </a:cubicBezTo>
                <a:lnTo>
                  <a:pt x="13617" y="17035"/>
                </a:lnTo>
                <a:lnTo>
                  <a:pt x="11557" y="17035"/>
                </a:lnTo>
                <a:lnTo>
                  <a:pt x="11557" y="12521"/>
                </a:lnTo>
                <a:cubicBezTo>
                  <a:pt x="11566" y="12521"/>
                  <a:pt x="11575" y="12522"/>
                  <a:pt x="11584" y="12522"/>
                </a:cubicBezTo>
                <a:cubicBezTo>
                  <a:pt x="11850" y="12522"/>
                  <a:pt x="12068" y="12322"/>
                  <a:pt x="12068" y="12053"/>
                </a:cubicBezTo>
                <a:lnTo>
                  <a:pt x="12068" y="11440"/>
                </a:lnTo>
                <a:cubicBezTo>
                  <a:pt x="12068" y="11177"/>
                  <a:pt x="11863" y="10972"/>
                  <a:pt x="11615" y="10972"/>
                </a:cubicBezTo>
                <a:lnTo>
                  <a:pt x="5888" y="10972"/>
                </a:lnTo>
                <a:cubicBezTo>
                  <a:pt x="5640" y="10972"/>
                  <a:pt x="5421" y="11177"/>
                  <a:pt x="5421" y="11440"/>
                </a:cubicBezTo>
                <a:lnTo>
                  <a:pt x="5421" y="12053"/>
                </a:lnTo>
                <a:cubicBezTo>
                  <a:pt x="5434" y="12314"/>
                  <a:pt x="5642" y="12523"/>
                  <a:pt x="5885" y="12523"/>
                </a:cubicBezTo>
                <a:cubicBezTo>
                  <a:pt x="5900" y="12523"/>
                  <a:pt x="5916" y="12523"/>
                  <a:pt x="5932" y="12521"/>
                </a:cubicBezTo>
                <a:lnTo>
                  <a:pt x="5932" y="14347"/>
                </a:lnTo>
                <a:cubicBezTo>
                  <a:pt x="5939" y="14515"/>
                  <a:pt x="6071" y="14599"/>
                  <a:pt x="6200" y="14599"/>
                </a:cubicBezTo>
                <a:cubicBezTo>
                  <a:pt x="6330" y="14599"/>
                  <a:pt x="6458" y="14515"/>
                  <a:pt x="6458" y="14347"/>
                </a:cubicBezTo>
                <a:lnTo>
                  <a:pt x="6458" y="12521"/>
                </a:lnTo>
                <a:lnTo>
                  <a:pt x="8489" y="12521"/>
                </a:lnTo>
                <a:lnTo>
                  <a:pt x="8489" y="17050"/>
                </a:lnTo>
                <a:lnTo>
                  <a:pt x="6458" y="17050"/>
                </a:lnTo>
                <a:lnTo>
                  <a:pt x="6458" y="15545"/>
                </a:lnTo>
                <a:cubicBezTo>
                  <a:pt x="6458" y="15370"/>
                  <a:pt x="6326" y="15282"/>
                  <a:pt x="6195" y="15282"/>
                </a:cubicBezTo>
                <a:cubicBezTo>
                  <a:pt x="6063" y="15282"/>
                  <a:pt x="5932" y="15370"/>
                  <a:pt x="5932" y="15545"/>
                </a:cubicBezTo>
                <a:lnTo>
                  <a:pt x="5932" y="17050"/>
                </a:lnTo>
                <a:lnTo>
                  <a:pt x="3887" y="17050"/>
                </a:lnTo>
                <a:lnTo>
                  <a:pt x="3887" y="4339"/>
                </a:lnTo>
                <a:cubicBezTo>
                  <a:pt x="3887" y="3901"/>
                  <a:pt x="4223" y="3565"/>
                  <a:pt x="4646" y="3565"/>
                </a:cubicBezTo>
                <a:lnTo>
                  <a:pt x="5479" y="3565"/>
                </a:lnTo>
                <a:cubicBezTo>
                  <a:pt x="5610" y="5289"/>
                  <a:pt x="7042" y="6619"/>
                  <a:pt x="8766" y="6619"/>
                </a:cubicBezTo>
                <a:cubicBezTo>
                  <a:pt x="10490" y="6619"/>
                  <a:pt x="11922" y="5289"/>
                  <a:pt x="12039" y="3565"/>
                </a:cubicBezTo>
                <a:close/>
                <a:moveTo>
                  <a:pt x="8752" y="0"/>
                </a:moveTo>
                <a:cubicBezTo>
                  <a:pt x="7028" y="0"/>
                  <a:pt x="5596" y="1330"/>
                  <a:pt x="5464" y="3054"/>
                </a:cubicBezTo>
                <a:lnTo>
                  <a:pt x="4632" y="3054"/>
                </a:lnTo>
                <a:cubicBezTo>
                  <a:pt x="3930" y="3054"/>
                  <a:pt x="3361" y="3624"/>
                  <a:pt x="3361" y="4339"/>
                </a:cubicBezTo>
                <a:lnTo>
                  <a:pt x="3361" y="5450"/>
                </a:lnTo>
                <a:lnTo>
                  <a:pt x="1271" y="5450"/>
                </a:lnTo>
                <a:cubicBezTo>
                  <a:pt x="570" y="5450"/>
                  <a:pt x="0" y="6020"/>
                  <a:pt x="0" y="6735"/>
                </a:cubicBezTo>
                <a:lnTo>
                  <a:pt x="0" y="17021"/>
                </a:lnTo>
                <a:cubicBezTo>
                  <a:pt x="0" y="17313"/>
                  <a:pt x="234" y="17561"/>
                  <a:pt x="526" y="17561"/>
                </a:cubicBezTo>
                <a:lnTo>
                  <a:pt x="17006" y="17561"/>
                </a:lnTo>
                <a:cubicBezTo>
                  <a:pt x="17298" y="17561"/>
                  <a:pt x="17532" y="17313"/>
                  <a:pt x="17532" y="17021"/>
                </a:cubicBezTo>
                <a:lnTo>
                  <a:pt x="17532" y="6735"/>
                </a:lnTo>
                <a:cubicBezTo>
                  <a:pt x="17532" y="6034"/>
                  <a:pt x="16962" y="5464"/>
                  <a:pt x="16261" y="5450"/>
                </a:cubicBezTo>
                <a:lnTo>
                  <a:pt x="15078" y="5450"/>
                </a:lnTo>
                <a:cubicBezTo>
                  <a:pt x="14741" y="5450"/>
                  <a:pt x="14741" y="5961"/>
                  <a:pt x="15078" y="5961"/>
                </a:cubicBezTo>
                <a:lnTo>
                  <a:pt x="16246" y="5961"/>
                </a:lnTo>
                <a:cubicBezTo>
                  <a:pt x="16670" y="5961"/>
                  <a:pt x="17021" y="6312"/>
                  <a:pt x="17021" y="6735"/>
                </a:cubicBezTo>
                <a:lnTo>
                  <a:pt x="17021" y="17021"/>
                </a:lnTo>
                <a:cubicBezTo>
                  <a:pt x="17021" y="17035"/>
                  <a:pt x="17006" y="17050"/>
                  <a:pt x="17006" y="17050"/>
                </a:cubicBezTo>
                <a:lnTo>
                  <a:pt x="14142" y="17050"/>
                </a:lnTo>
                <a:lnTo>
                  <a:pt x="14142" y="16013"/>
                </a:lnTo>
                <a:lnTo>
                  <a:pt x="15457" y="16013"/>
                </a:lnTo>
                <a:cubicBezTo>
                  <a:pt x="15750" y="16013"/>
                  <a:pt x="15983" y="15779"/>
                  <a:pt x="15983" y="15487"/>
                </a:cubicBezTo>
                <a:lnTo>
                  <a:pt x="15983" y="14216"/>
                </a:lnTo>
                <a:cubicBezTo>
                  <a:pt x="15983" y="13923"/>
                  <a:pt x="15750" y="13690"/>
                  <a:pt x="15457" y="13690"/>
                </a:cubicBezTo>
                <a:lnTo>
                  <a:pt x="14128" y="13690"/>
                </a:lnTo>
                <a:lnTo>
                  <a:pt x="14128" y="12667"/>
                </a:lnTo>
                <a:lnTo>
                  <a:pt x="15443" y="12667"/>
                </a:lnTo>
                <a:cubicBezTo>
                  <a:pt x="15735" y="12667"/>
                  <a:pt x="15969" y="12433"/>
                  <a:pt x="15983" y="12141"/>
                </a:cubicBezTo>
                <a:lnTo>
                  <a:pt x="15983" y="10885"/>
                </a:lnTo>
                <a:cubicBezTo>
                  <a:pt x="15969" y="10592"/>
                  <a:pt x="15735" y="10344"/>
                  <a:pt x="15443" y="10344"/>
                </a:cubicBezTo>
                <a:lnTo>
                  <a:pt x="14128" y="10344"/>
                </a:lnTo>
                <a:lnTo>
                  <a:pt x="14128" y="9336"/>
                </a:lnTo>
                <a:lnTo>
                  <a:pt x="15443" y="9336"/>
                </a:lnTo>
                <a:cubicBezTo>
                  <a:pt x="15735" y="9321"/>
                  <a:pt x="15969" y="9088"/>
                  <a:pt x="15969" y="8795"/>
                </a:cubicBezTo>
                <a:lnTo>
                  <a:pt x="15969" y="7539"/>
                </a:lnTo>
                <a:cubicBezTo>
                  <a:pt x="15969" y="7247"/>
                  <a:pt x="15735" y="7013"/>
                  <a:pt x="15443" y="6998"/>
                </a:cubicBezTo>
                <a:lnTo>
                  <a:pt x="14113" y="6998"/>
                </a:lnTo>
                <a:lnTo>
                  <a:pt x="14113" y="4339"/>
                </a:lnTo>
                <a:cubicBezTo>
                  <a:pt x="14113" y="3624"/>
                  <a:pt x="13543" y="3054"/>
                  <a:pt x="12842" y="3054"/>
                </a:cubicBezTo>
                <a:lnTo>
                  <a:pt x="12024" y="3054"/>
                </a:lnTo>
                <a:cubicBezTo>
                  <a:pt x="11907" y="1330"/>
                  <a:pt x="10475" y="0"/>
                  <a:pt x="8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15"/>
          <p:cNvSpPr/>
          <p:nvPr/>
        </p:nvSpPr>
        <p:spPr>
          <a:xfrm>
            <a:off x="4709542" y="1352337"/>
            <a:ext cx="396431" cy="396679"/>
          </a:xfrm>
          <a:custGeom>
            <a:rect b="b" l="l" r="r" t="t"/>
            <a:pathLst>
              <a:path extrusionOk="0" h="17558" w="17547">
                <a:moveTo>
                  <a:pt x="9341" y="2296"/>
                </a:moveTo>
                <a:cubicBezTo>
                  <a:pt x="9669" y="2296"/>
                  <a:pt x="9941" y="2699"/>
                  <a:pt x="9657" y="3006"/>
                </a:cubicBezTo>
                <a:lnTo>
                  <a:pt x="9263" y="3415"/>
                </a:lnTo>
                <a:lnTo>
                  <a:pt x="8664" y="2816"/>
                </a:lnTo>
                <a:lnTo>
                  <a:pt x="9058" y="2407"/>
                </a:lnTo>
                <a:cubicBezTo>
                  <a:pt x="9149" y="2329"/>
                  <a:pt x="9248" y="2296"/>
                  <a:pt x="9341" y="2296"/>
                </a:cubicBezTo>
                <a:close/>
                <a:moveTo>
                  <a:pt x="17035" y="2845"/>
                </a:moveTo>
                <a:lnTo>
                  <a:pt x="17035" y="3751"/>
                </a:lnTo>
                <a:lnTo>
                  <a:pt x="12038" y="3751"/>
                </a:lnTo>
                <a:cubicBezTo>
                  <a:pt x="12068" y="3444"/>
                  <a:pt x="12068" y="3152"/>
                  <a:pt x="12038" y="2845"/>
                </a:cubicBezTo>
                <a:close/>
                <a:moveTo>
                  <a:pt x="8298" y="3181"/>
                </a:moveTo>
                <a:lnTo>
                  <a:pt x="8897" y="3780"/>
                </a:lnTo>
                <a:lnTo>
                  <a:pt x="8488" y="4189"/>
                </a:lnTo>
                <a:cubicBezTo>
                  <a:pt x="8395" y="4293"/>
                  <a:pt x="8286" y="4337"/>
                  <a:pt x="8181" y="4337"/>
                </a:cubicBezTo>
                <a:cubicBezTo>
                  <a:pt x="7844" y="4337"/>
                  <a:pt x="7544" y="3891"/>
                  <a:pt x="7889" y="3590"/>
                </a:cubicBezTo>
                <a:lnTo>
                  <a:pt x="8298" y="3181"/>
                </a:lnTo>
                <a:close/>
                <a:moveTo>
                  <a:pt x="9347" y="1755"/>
                </a:moveTo>
                <a:cubicBezTo>
                  <a:pt x="9128" y="1755"/>
                  <a:pt x="8899" y="1839"/>
                  <a:pt x="8693" y="2042"/>
                </a:cubicBezTo>
                <a:lnTo>
                  <a:pt x="7524" y="3225"/>
                </a:lnTo>
                <a:cubicBezTo>
                  <a:pt x="6839" y="3899"/>
                  <a:pt x="7467" y="4842"/>
                  <a:pt x="8199" y="4842"/>
                </a:cubicBezTo>
                <a:cubicBezTo>
                  <a:pt x="8419" y="4842"/>
                  <a:pt x="8648" y="4757"/>
                  <a:pt x="8854" y="4555"/>
                </a:cubicBezTo>
                <a:lnTo>
                  <a:pt x="10022" y="3371"/>
                </a:lnTo>
                <a:cubicBezTo>
                  <a:pt x="10708" y="2697"/>
                  <a:pt x="10079" y="1755"/>
                  <a:pt x="9347" y="1755"/>
                </a:cubicBezTo>
                <a:close/>
                <a:moveTo>
                  <a:pt x="8754" y="519"/>
                </a:moveTo>
                <a:cubicBezTo>
                  <a:pt x="10180" y="519"/>
                  <a:pt x="11546" y="1628"/>
                  <a:pt x="11556" y="3298"/>
                </a:cubicBezTo>
                <a:cubicBezTo>
                  <a:pt x="11542" y="4832"/>
                  <a:pt x="10300" y="6074"/>
                  <a:pt x="8781" y="6074"/>
                </a:cubicBezTo>
                <a:cubicBezTo>
                  <a:pt x="6297" y="6074"/>
                  <a:pt x="5055" y="3094"/>
                  <a:pt x="6808" y="1340"/>
                </a:cubicBezTo>
                <a:cubicBezTo>
                  <a:pt x="7376" y="773"/>
                  <a:pt x="8071" y="519"/>
                  <a:pt x="8754" y="519"/>
                </a:cubicBezTo>
                <a:close/>
                <a:moveTo>
                  <a:pt x="12126" y="8558"/>
                </a:moveTo>
                <a:lnTo>
                  <a:pt x="12126" y="9975"/>
                </a:lnTo>
                <a:lnTo>
                  <a:pt x="9905" y="9975"/>
                </a:lnTo>
                <a:lnTo>
                  <a:pt x="9905" y="8806"/>
                </a:lnTo>
                <a:cubicBezTo>
                  <a:pt x="9905" y="8675"/>
                  <a:pt x="10022" y="8558"/>
                  <a:pt x="10154" y="8558"/>
                </a:cubicBezTo>
                <a:close/>
                <a:moveTo>
                  <a:pt x="14610" y="8558"/>
                </a:moveTo>
                <a:cubicBezTo>
                  <a:pt x="14756" y="8558"/>
                  <a:pt x="14873" y="8675"/>
                  <a:pt x="14873" y="8806"/>
                </a:cubicBezTo>
                <a:lnTo>
                  <a:pt x="14858" y="8806"/>
                </a:lnTo>
                <a:lnTo>
                  <a:pt x="14858" y="9975"/>
                </a:lnTo>
                <a:lnTo>
                  <a:pt x="12637" y="9975"/>
                </a:lnTo>
                <a:lnTo>
                  <a:pt x="12637" y="8558"/>
                </a:lnTo>
                <a:close/>
                <a:moveTo>
                  <a:pt x="12126" y="10486"/>
                </a:moveTo>
                <a:lnTo>
                  <a:pt x="12126" y="11903"/>
                </a:lnTo>
                <a:lnTo>
                  <a:pt x="10154" y="11903"/>
                </a:lnTo>
                <a:cubicBezTo>
                  <a:pt x="10022" y="11903"/>
                  <a:pt x="9905" y="11786"/>
                  <a:pt x="9905" y="11640"/>
                </a:cubicBezTo>
                <a:lnTo>
                  <a:pt x="9905" y="10486"/>
                </a:lnTo>
                <a:close/>
                <a:moveTo>
                  <a:pt x="14858" y="10486"/>
                </a:moveTo>
                <a:lnTo>
                  <a:pt x="14858" y="11640"/>
                </a:lnTo>
                <a:cubicBezTo>
                  <a:pt x="14858" y="11786"/>
                  <a:pt x="14756" y="11889"/>
                  <a:pt x="14610" y="11903"/>
                </a:cubicBezTo>
                <a:lnTo>
                  <a:pt x="12637" y="11903"/>
                </a:lnTo>
                <a:lnTo>
                  <a:pt x="12637" y="10486"/>
                </a:lnTo>
                <a:close/>
                <a:moveTo>
                  <a:pt x="10154" y="8046"/>
                </a:moveTo>
                <a:cubicBezTo>
                  <a:pt x="9730" y="8046"/>
                  <a:pt x="9394" y="8397"/>
                  <a:pt x="9394" y="8821"/>
                </a:cubicBezTo>
                <a:lnTo>
                  <a:pt x="9394" y="11640"/>
                </a:lnTo>
                <a:cubicBezTo>
                  <a:pt x="9394" y="12064"/>
                  <a:pt x="9730" y="12415"/>
                  <a:pt x="10154" y="12415"/>
                </a:cubicBezTo>
                <a:lnTo>
                  <a:pt x="14610" y="12415"/>
                </a:lnTo>
                <a:cubicBezTo>
                  <a:pt x="15033" y="12415"/>
                  <a:pt x="15384" y="12064"/>
                  <a:pt x="15384" y="11640"/>
                </a:cubicBezTo>
                <a:lnTo>
                  <a:pt x="15384" y="8806"/>
                </a:lnTo>
                <a:cubicBezTo>
                  <a:pt x="15369" y="8382"/>
                  <a:pt x="15033" y="8046"/>
                  <a:pt x="14610" y="8046"/>
                </a:cubicBezTo>
                <a:close/>
                <a:moveTo>
                  <a:pt x="4237" y="12298"/>
                </a:moveTo>
                <a:cubicBezTo>
                  <a:pt x="4105" y="12312"/>
                  <a:pt x="3989" y="12415"/>
                  <a:pt x="3989" y="12561"/>
                </a:cubicBezTo>
                <a:lnTo>
                  <a:pt x="3989" y="13028"/>
                </a:lnTo>
                <a:cubicBezTo>
                  <a:pt x="3989" y="13196"/>
                  <a:pt x="4116" y="13280"/>
                  <a:pt x="4244" y="13280"/>
                </a:cubicBezTo>
                <a:cubicBezTo>
                  <a:pt x="4372" y="13280"/>
                  <a:pt x="4500" y="13196"/>
                  <a:pt x="4500" y="13028"/>
                </a:cubicBezTo>
                <a:lnTo>
                  <a:pt x="4500" y="12561"/>
                </a:lnTo>
                <a:cubicBezTo>
                  <a:pt x="4500" y="12415"/>
                  <a:pt x="4383" y="12298"/>
                  <a:pt x="4237" y="12298"/>
                </a:cubicBezTo>
                <a:close/>
                <a:moveTo>
                  <a:pt x="6297" y="12298"/>
                </a:moveTo>
                <a:cubicBezTo>
                  <a:pt x="6151" y="12298"/>
                  <a:pt x="6034" y="12415"/>
                  <a:pt x="6034" y="12561"/>
                </a:cubicBezTo>
                <a:lnTo>
                  <a:pt x="6034" y="13028"/>
                </a:lnTo>
                <a:cubicBezTo>
                  <a:pt x="6019" y="13211"/>
                  <a:pt x="6158" y="13302"/>
                  <a:pt x="6297" y="13302"/>
                </a:cubicBezTo>
                <a:cubicBezTo>
                  <a:pt x="6436" y="13302"/>
                  <a:pt x="6574" y="13211"/>
                  <a:pt x="6560" y="13028"/>
                </a:cubicBezTo>
                <a:lnTo>
                  <a:pt x="6560" y="12561"/>
                </a:lnTo>
                <a:cubicBezTo>
                  <a:pt x="6560" y="12415"/>
                  <a:pt x="6443" y="12312"/>
                  <a:pt x="6297" y="12298"/>
                </a:cubicBezTo>
                <a:close/>
                <a:moveTo>
                  <a:pt x="5011" y="8558"/>
                </a:moveTo>
                <a:lnTo>
                  <a:pt x="5011" y="15629"/>
                </a:lnTo>
                <a:lnTo>
                  <a:pt x="2688" y="15629"/>
                </a:lnTo>
                <a:lnTo>
                  <a:pt x="2688" y="8806"/>
                </a:lnTo>
                <a:cubicBezTo>
                  <a:pt x="2688" y="8675"/>
                  <a:pt x="2805" y="8558"/>
                  <a:pt x="2951" y="8558"/>
                </a:cubicBezTo>
                <a:close/>
                <a:moveTo>
                  <a:pt x="7583" y="8558"/>
                </a:moveTo>
                <a:cubicBezTo>
                  <a:pt x="7729" y="8558"/>
                  <a:pt x="7845" y="8675"/>
                  <a:pt x="7845" y="8806"/>
                </a:cubicBezTo>
                <a:lnTo>
                  <a:pt x="7845" y="15629"/>
                </a:lnTo>
                <a:lnTo>
                  <a:pt x="5523" y="15629"/>
                </a:lnTo>
                <a:lnTo>
                  <a:pt x="5523" y="8558"/>
                </a:lnTo>
                <a:close/>
                <a:moveTo>
                  <a:pt x="17035" y="16140"/>
                </a:moveTo>
                <a:lnTo>
                  <a:pt x="17035" y="17046"/>
                </a:lnTo>
                <a:lnTo>
                  <a:pt x="511" y="17046"/>
                </a:lnTo>
                <a:lnTo>
                  <a:pt x="511" y="16140"/>
                </a:lnTo>
                <a:close/>
                <a:moveTo>
                  <a:pt x="8773" y="0"/>
                </a:moveTo>
                <a:cubicBezTo>
                  <a:pt x="7436" y="0"/>
                  <a:pt x="6100" y="778"/>
                  <a:pt x="5625" y="2334"/>
                </a:cubicBezTo>
                <a:lnTo>
                  <a:pt x="497" y="2334"/>
                </a:lnTo>
                <a:cubicBezTo>
                  <a:pt x="219" y="2334"/>
                  <a:pt x="0" y="2553"/>
                  <a:pt x="0" y="2831"/>
                </a:cubicBezTo>
                <a:lnTo>
                  <a:pt x="0" y="3766"/>
                </a:lnTo>
                <a:cubicBezTo>
                  <a:pt x="13" y="4054"/>
                  <a:pt x="261" y="4271"/>
                  <a:pt x="533" y="4271"/>
                </a:cubicBezTo>
                <a:cubicBezTo>
                  <a:pt x="565" y="4271"/>
                  <a:pt x="596" y="4268"/>
                  <a:pt x="628" y="4262"/>
                </a:cubicBezTo>
                <a:lnTo>
                  <a:pt x="628" y="15629"/>
                </a:lnTo>
                <a:cubicBezTo>
                  <a:pt x="592" y="15620"/>
                  <a:pt x="555" y="15616"/>
                  <a:pt x="519" y="15616"/>
                </a:cubicBezTo>
                <a:cubicBezTo>
                  <a:pt x="253" y="15616"/>
                  <a:pt x="13" y="15842"/>
                  <a:pt x="0" y="16125"/>
                </a:cubicBezTo>
                <a:lnTo>
                  <a:pt x="0" y="17060"/>
                </a:lnTo>
                <a:cubicBezTo>
                  <a:pt x="0" y="17323"/>
                  <a:pt x="219" y="17557"/>
                  <a:pt x="497" y="17557"/>
                </a:cubicBezTo>
                <a:lnTo>
                  <a:pt x="17050" y="17557"/>
                </a:lnTo>
                <a:cubicBezTo>
                  <a:pt x="17313" y="17557"/>
                  <a:pt x="17546" y="17323"/>
                  <a:pt x="17546" y="17060"/>
                </a:cubicBezTo>
                <a:lnTo>
                  <a:pt x="17546" y="16125"/>
                </a:lnTo>
                <a:cubicBezTo>
                  <a:pt x="17533" y="15842"/>
                  <a:pt x="17294" y="15616"/>
                  <a:pt x="17017" y="15616"/>
                </a:cubicBezTo>
                <a:cubicBezTo>
                  <a:pt x="16980" y="15616"/>
                  <a:pt x="16942" y="15620"/>
                  <a:pt x="16903" y="15629"/>
                </a:cubicBezTo>
                <a:lnTo>
                  <a:pt x="16903" y="14153"/>
                </a:lnTo>
                <a:cubicBezTo>
                  <a:pt x="16925" y="13963"/>
                  <a:pt x="16790" y="13868"/>
                  <a:pt x="16653" y="13868"/>
                </a:cubicBezTo>
                <a:cubicBezTo>
                  <a:pt x="16516" y="13868"/>
                  <a:pt x="16378" y="13963"/>
                  <a:pt x="16392" y="14153"/>
                </a:cubicBezTo>
                <a:lnTo>
                  <a:pt x="16392" y="15629"/>
                </a:lnTo>
                <a:lnTo>
                  <a:pt x="8357" y="15629"/>
                </a:lnTo>
                <a:lnTo>
                  <a:pt x="8357" y="8806"/>
                </a:lnTo>
                <a:cubicBezTo>
                  <a:pt x="8357" y="8382"/>
                  <a:pt x="8006" y="8046"/>
                  <a:pt x="7583" y="8046"/>
                </a:cubicBezTo>
                <a:lnTo>
                  <a:pt x="2951" y="8046"/>
                </a:lnTo>
                <a:cubicBezTo>
                  <a:pt x="2528" y="8046"/>
                  <a:pt x="2177" y="8397"/>
                  <a:pt x="2177" y="8821"/>
                </a:cubicBezTo>
                <a:lnTo>
                  <a:pt x="2177" y="15629"/>
                </a:lnTo>
                <a:lnTo>
                  <a:pt x="1154" y="15629"/>
                </a:lnTo>
                <a:lnTo>
                  <a:pt x="1154" y="4262"/>
                </a:lnTo>
                <a:lnTo>
                  <a:pt x="2045" y="4262"/>
                </a:lnTo>
                <a:cubicBezTo>
                  <a:pt x="2367" y="4233"/>
                  <a:pt x="2367" y="3780"/>
                  <a:pt x="2045" y="3751"/>
                </a:cubicBezTo>
                <a:lnTo>
                  <a:pt x="511" y="3751"/>
                </a:lnTo>
                <a:lnTo>
                  <a:pt x="511" y="2845"/>
                </a:lnTo>
                <a:lnTo>
                  <a:pt x="5523" y="2845"/>
                </a:lnTo>
                <a:cubicBezTo>
                  <a:pt x="5479" y="3152"/>
                  <a:pt x="5479" y="3444"/>
                  <a:pt x="5523" y="3751"/>
                </a:cubicBezTo>
                <a:lnTo>
                  <a:pt x="3243" y="3751"/>
                </a:lnTo>
                <a:cubicBezTo>
                  <a:pt x="2937" y="3780"/>
                  <a:pt x="2937" y="4233"/>
                  <a:pt x="3243" y="4262"/>
                </a:cubicBezTo>
                <a:lnTo>
                  <a:pt x="5625" y="4262"/>
                </a:lnTo>
                <a:cubicBezTo>
                  <a:pt x="6049" y="5650"/>
                  <a:pt x="7320" y="6600"/>
                  <a:pt x="8766" y="6600"/>
                </a:cubicBezTo>
                <a:cubicBezTo>
                  <a:pt x="10212" y="6600"/>
                  <a:pt x="11498" y="5650"/>
                  <a:pt x="11907" y="4262"/>
                </a:cubicBezTo>
                <a:lnTo>
                  <a:pt x="16407" y="4262"/>
                </a:lnTo>
                <a:lnTo>
                  <a:pt x="16407" y="12955"/>
                </a:lnTo>
                <a:cubicBezTo>
                  <a:pt x="16392" y="13087"/>
                  <a:pt x="16509" y="13203"/>
                  <a:pt x="16655" y="13203"/>
                </a:cubicBezTo>
                <a:cubicBezTo>
                  <a:pt x="16801" y="13203"/>
                  <a:pt x="16918" y="13087"/>
                  <a:pt x="16918" y="12955"/>
                </a:cubicBezTo>
                <a:lnTo>
                  <a:pt x="16918" y="4262"/>
                </a:lnTo>
                <a:lnTo>
                  <a:pt x="17050" y="4262"/>
                </a:lnTo>
                <a:cubicBezTo>
                  <a:pt x="17327" y="4262"/>
                  <a:pt x="17546" y="4043"/>
                  <a:pt x="17546" y="3766"/>
                </a:cubicBezTo>
                <a:lnTo>
                  <a:pt x="17546" y="2831"/>
                </a:lnTo>
                <a:cubicBezTo>
                  <a:pt x="17546" y="2553"/>
                  <a:pt x="17327" y="2334"/>
                  <a:pt x="17050" y="2334"/>
                </a:cubicBezTo>
                <a:lnTo>
                  <a:pt x="11922" y="2334"/>
                </a:lnTo>
                <a:cubicBezTo>
                  <a:pt x="11447" y="778"/>
                  <a:pt x="10110" y="0"/>
                  <a:pt x="8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15"/>
          <p:cNvSpPr/>
          <p:nvPr/>
        </p:nvSpPr>
        <p:spPr>
          <a:xfrm>
            <a:off x="4048719" y="1352585"/>
            <a:ext cx="375962" cy="396476"/>
          </a:xfrm>
          <a:custGeom>
            <a:rect b="b" l="l" r="r" t="t"/>
            <a:pathLst>
              <a:path extrusionOk="0" h="17549" w="16641">
                <a:moveTo>
                  <a:pt x="2806" y="511"/>
                </a:moveTo>
                <a:lnTo>
                  <a:pt x="2806" y="1183"/>
                </a:lnTo>
                <a:cubicBezTo>
                  <a:pt x="2806" y="1227"/>
                  <a:pt x="2776" y="1271"/>
                  <a:pt x="2733" y="1271"/>
                </a:cubicBezTo>
                <a:lnTo>
                  <a:pt x="600" y="1271"/>
                </a:lnTo>
                <a:cubicBezTo>
                  <a:pt x="556" y="1271"/>
                  <a:pt x="512" y="1227"/>
                  <a:pt x="512" y="1183"/>
                </a:cubicBezTo>
                <a:lnTo>
                  <a:pt x="512" y="599"/>
                </a:lnTo>
                <a:cubicBezTo>
                  <a:pt x="512" y="555"/>
                  <a:pt x="556" y="511"/>
                  <a:pt x="600" y="511"/>
                </a:cubicBezTo>
                <a:close/>
                <a:moveTo>
                  <a:pt x="12916" y="5873"/>
                </a:moveTo>
                <a:lnTo>
                  <a:pt x="12916" y="5888"/>
                </a:lnTo>
                <a:cubicBezTo>
                  <a:pt x="12916" y="6384"/>
                  <a:pt x="12506" y="6779"/>
                  <a:pt x="12024" y="6779"/>
                </a:cubicBezTo>
                <a:lnTo>
                  <a:pt x="5874" y="6779"/>
                </a:lnTo>
                <a:lnTo>
                  <a:pt x="5874" y="5873"/>
                </a:lnTo>
                <a:close/>
                <a:moveTo>
                  <a:pt x="7831" y="7305"/>
                </a:moveTo>
                <a:lnTo>
                  <a:pt x="7831" y="8327"/>
                </a:lnTo>
                <a:cubicBezTo>
                  <a:pt x="7422" y="8225"/>
                  <a:pt x="6999" y="8167"/>
                  <a:pt x="6575" y="8167"/>
                </a:cubicBezTo>
                <a:cubicBezTo>
                  <a:pt x="6341" y="8167"/>
                  <a:pt x="6107" y="8181"/>
                  <a:pt x="5874" y="8211"/>
                </a:cubicBezTo>
                <a:lnTo>
                  <a:pt x="5874" y="7305"/>
                </a:lnTo>
                <a:close/>
                <a:moveTo>
                  <a:pt x="13427" y="5902"/>
                </a:moveTo>
                <a:cubicBezTo>
                  <a:pt x="14055" y="6005"/>
                  <a:pt x="14508" y="6545"/>
                  <a:pt x="14523" y="7188"/>
                </a:cubicBezTo>
                <a:lnTo>
                  <a:pt x="14523" y="8839"/>
                </a:lnTo>
                <a:lnTo>
                  <a:pt x="13544" y="8839"/>
                </a:lnTo>
                <a:cubicBezTo>
                  <a:pt x="13535" y="8838"/>
                  <a:pt x="13526" y="8838"/>
                  <a:pt x="13517" y="8838"/>
                </a:cubicBezTo>
                <a:cubicBezTo>
                  <a:pt x="13187" y="8838"/>
                  <a:pt x="13187" y="9351"/>
                  <a:pt x="13517" y="9351"/>
                </a:cubicBezTo>
                <a:cubicBezTo>
                  <a:pt x="13526" y="9351"/>
                  <a:pt x="13535" y="9351"/>
                  <a:pt x="13544" y="9350"/>
                </a:cubicBezTo>
                <a:lnTo>
                  <a:pt x="14508" y="9350"/>
                </a:lnTo>
                <a:lnTo>
                  <a:pt x="14508" y="11308"/>
                </a:lnTo>
                <a:lnTo>
                  <a:pt x="11002" y="11308"/>
                </a:lnTo>
                <a:cubicBezTo>
                  <a:pt x="10741" y="10569"/>
                  <a:pt x="10294" y="9903"/>
                  <a:pt x="9717" y="9365"/>
                </a:cubicBezTo>
                <a:lnTo>
                  <a:pt x="12360" y="9365"/>
                </a:lnTo>
                <a:cubicBezTo>
                  <a:pt x="12370" y="9366"/>
                  <a:pt x="12378" y="9366"/>
                  <a:pt x="12387" y="9366"/>
                </a:cubicBezTo>
                <a:cubicBezTo>
                  <a:pt x="12717" y="9366"/>
                  <a:pt x="12717" y="8852"/>
                  <a:pt x="12387" y="8852"/>
                </a:cubicBezTo>
                <a:cubicBezTo>
                  <a:pt x="12378" y="8852"/>
                  <a:pt x="12370" y="8853"/>
                  <a:pt x="12360" y="8853"/>
                </a:cubicBezTo>
                <a:lnTo>
                  <a:pt x="9000" y="8853"/>
                </a:lnTo>
                <a:cubicBezTo>
                  <a:pt x="8796" y="8722"/>
                  <a:pt x="8562" y="8605"/>
                  <a:pt x="8343" y="8517"/>
                </a:cubicBezTo>
                <a:lnTo>
                  <a:pt x="8343" y="7305"/>
                </a:lnTo>
                <a:lnTo>
                  <a:pt x="12024" y="7305"/>
                </a:lnTo>
                <a:cubicBezTo>
                  <a:pt x="12784" y="7305"/>
                  <a:pt x="13412" y="6677"/>
                  <a:pt x="13427" y="5902"/>
                </a:cubicBezTo>
                <a:close/>
                <a:moveTo>
                  <a:pt x="15034" y="9350"/>
                </a:moveTo>
                <a:cubicBezTo>
                  <a:pt x="15487" y="9365"/>
                  <a:pt x="15852" y="9745"/>
                  <a:pt x="15852" y="10212"/>
                </a:cubicBezTo>
                <a:lnTo>
                  <a:pt x="15852" y="11308"/>
                </a:lnTo>
                <a:lnTo>
                  <a:pt x="15034" y="11308"/>
                </a:lnTo>
                <a:lnTo>
                  <a:pt x="15034" y="9350"/>
                </a:lnTo>
                <a:close/>
                <a:moveTo>
                  <a:pt x="6838" y="9715"/>
                </a:moveTo>
                <a:cubicBezTo>
                  <a:pt x="7495" y="9774"/>
                  <a:pt x="8109" y="10022"/>
                  <a:pt x="8620" y="10446"/>
                </a:cubicBezTo>
                <a:lnTo>
                  <a:pt x="7101" y="11951"/>
                </a:lnTo>
                <a:cubicBezTo>
                  <a:pt x="7013" y="11907"/>
                  <a:pt x="6926" y="11863"/>
                  <a:pt x="6838" y="11848"/>
                </a:cubicBezTo>
                <a:lnTo>
                  <a:pt x="6838" y="9715"/>
                </a:lnTo>
                <a:close/>
                <a:moveTo>
                  <a:pt x="6327" y="9715"/>
                </a:moveTo>
                <a:lnTo>
                  <a:pt x="6327" y="11848"/>
                </a:lnTo>
                <a:cubicBezTo>
                  <a:pt x="6224" y="11878"/>
                  <a:pt x="6137" y="11921"/>
                  <a:pt x="6049" y="11965"/>
                </a:cubicBezTo>
                <a:lnTo>
                  <a:pt x="4544" y="10460"/>
                </a:lnTo>
                <a:cubicBezTo>
                  <a:pt x="5041" y="10022"/>
                  <a:pt x="5669" y="9774"/>
                  <a:pt x="6327" y="9715"/>
                </a:cubicBezTo>
                <a:close/>
                <a:moveTo>
                  <a:pt x="4179" y="10811"/>
                </a:moveTo>
                <a:lnTo>
                  <a:pt x="5684" y="12316"/>
                </a:lnTo>
                <a:cubicBezTo>
                  <a:pt x="5640" y="12404"/>
                  <a:pt x="5596" y="12491"/>
                  <a:pt x="5567" y="12594"/>
                </a:cubicBezTo>
                <a:lnTo>
                  <a:pt x="3434" y="12594"/>
                </a:lnTo>
                <a:cubicBezTo>
                  <a:pt x="3492" y="11936"/>
                  <a:pt x="3741" y="11308"/>
                  <a:pt x="4164" y="10811"/>
                </a:cubicBezTo>
                <a:close/>
                <a:moveTo>
                  <a:pt x="8986" y="10811"/>
                </a:moveTo>
                <a:cubicBezTo>
                  <a:pt x="9409" y="11308"/>
                  <a:pt x="9658" y="11936"/>
                  <a:pt x="9716" y="12594"/>
                </a:cubicBezTo>
                <a:lnTo>
                  <a:pt x="7583" y="12608"/>
                </a:lnTo>
                <a:cubicBezTo>
                  <a:pt x="7568" y="12506"/>
                  <a:pt x="7525" y="12418"/>
                  <a:pt x="7481" y="12331"/>
                </a:cubicBezTo>
                <a:lnTo>
                  <a:pt x="8986" y="10811"/>
                </a:lnTo>
                <a:close/>
                <a:moveTo>
                  <a:pt x="15867" y="11834"/>
                </a:moveTo>
                <a:lnTo>
                  <a:pt x="15867" y="12520"/>
                </a:lnTo>
                <a:cubicBezTo>
                  <a:pt x="15867" y="12579"/>
                  <a:pt x="15823" y="12608"/>
                  <a:pt x="15779" y="12608"/>
                </a:cubicBezTo>
                <a:lnTo>
                  <a:pt x="11265" y="12608"/>
                </a:lnTo>
                <a:cubicBezTo>
                  <a:pt x="11250" y="12345"/>
                  <a:pt x="11206" y="12097"/>
                  <a:pt x="11162" y="11834"/>
                </a:cubicBezTo>
                <a:close/>
                <a:moveTo>
                  <a:pt x="6577" y="12349"/>
                </a:moveTo>
                <a:cubicBezTo>
                  <a:pt x="6827" y="12349"/>
                  <a:pt x="7079" y="12513"/>
                  <a:pt x="7101" y="12842"/>
                </a:cubicBezTo>
                <a:cubicBezTo>
                  <a:pt x="7101" y="13134"/>
                  <a:pt x="6867" y="13368"/>
                  <a:pt x="6575" y="13368"/>
                </a:cubicBezTo>
                <a:lnTo>
                  <a:pt x="6590" y="13368"/>
                </a:lnTo>
                <a:cubicBezTo>
                  <a:pt x="6581" y="13368"/>
                  <a:pt x="6573" y="13368"/>
                  <a:pt x="6565" y="13368"/>
                </a:cubicBezTo>
                <a:cubicBezTo>
                  <a:pt x="6284" y="13368"/>
                  <a:pt x="6049" y="13126"/>
                  <a:pt x="6064" y="12842"/>
                </a:cubicBezTo>
                <a:cubicBezTo>
                  <a:pt x="6078" y="12513"/>
                  <a:pt x="6327" y="12349"/>
                  <a:pt x="6577" y="12349"/>
                </a:cubicBezTo>
                <a:close/>
                <a:moveTo>
                  <a:pt x="5582" y="13105"/>
                </a:moveTo>
                <a:cubicBezTo>
                  <a:pt x="5611" y="13207"/>
                  <a:pt x="5640" y="13295"/>
                  <a:pt x="5698" y="13382"/>
                </a:cubicBezTo>
                <a:lnTo>
                  <a:pt x="4179" y="14887"/>
                </a:lnTo>
                <a:cubicBezTo>
                  <a:pt x="3755" y="14390"/>
                  <a:pt x="3507" y="13762"/>
                  <a:pt x="3448" y="13105"/>
                </a:cubicBezTo>
                <a:close/>
                <a:moveTo>
                  <a:pt x="9716" y="13119"/>
                </a:moveTo>
                <a:cubicBezTo>
                  <a:pt x="9658" y="13777"/>
                  <a:pt x="9409" y="14390"/>
                  <a:pt x="8986" y="14902"/>
                </a:cubicBezTo>
                <a:lnTo>
                  <a:pt x="7481" y="13382"/>
                </a:lnTo>
                <a:cubicBezTo>
                  <a:pt x="7525" y="13309"/>
                  <a:pt x="7568" y="13207"/>
                  <a:pt x="7583" y="13119"/>
                </a:cubicBezTo>
                <a:close/>
                <a:moveTo>
                  <a:pt x="7116" y="13733"/>
                </a:moveTo>
                <a:lnTo>
                  <a:pt x="8620" y="15252"/>
                </a:lnTo>
                <a:cubicBezTo>
                  <a:pt x="8109" y="15676"/>
                  <a:pt x="7481" y="15924"/>
                  <a:pt x="6838" y="15983"/>
                </a:cubicBezTo>
                <a:lnTo>
                  <a:pt x="6838" y="13850"/>
                </a:lnTo>
                <a:cubicBezTo>
                  <a:pt x="6940" y="13821"/>
                  <a:pt x="7028" y="13791"/>
                  <a:pt x="7116" y="13733"/>
                </a:cubicBezTo>
                <a:close/>
                <a:moveTo>
                  <a:pt x="6049" y="13748"/>
                </a:moveTo>
                <a:cubicBezTo>
                  <a:pt x="6137" y="13806"/>
                  <a:pt x="6239" y="13835"/>
                  <a:pt x="6327" y="13865"/>
                </a:cubicBezTo>
                <a:lnTo>
                  <a:pt x="6327" y="15998"/>
                </a:lnTo>
                <a:cubicBezTo>
                  <a:pt x="5669" y="15939"/>
                  <a:pt x="5056" y="15691"/>
                  <a:pt x="4544" y="15267"/>
                </a:cubicBezTo>
                <a:lnTo>
                  <a:pt x="6049" y="13748"/>
                </a:lnTo>
                <a:close/>
                <a:moveTo>
                  <a:pt x="6495" y="9189"/>
                </a:moveTo>
                <a:cubicBezTo>
                  <a:pt x="4472" y="9189"/>
                  <a:pt x="2835" y="10823"/>
                  <a:pt x="2835" y="12856"/>
                </a:cubicBezTo>
                <a:cubicBezTo>
                  <a:pt x="2835" y="14890"/>
                  <a:pt x="4472" y="16524"/>
                  <a:pt x="6495" y="16524"/>
                </a:cubicBezTo>
                <a:cubicBezTo>
                  <a:pt x="6521" y="16524"/>
                  <a:pt x="6548" y="16524"/>
                  <a:pt x="6575" y="16523"/>
                </a:cubicBezTo>
                <a:cubicBezTo>
                  <a:pt x="8591" y="16523"/>
                  <a:pt x="10227" y="14887"/>
                  <a:pt x="10242" y="12856"/>
                </a:cubicBezTo>
                <a:cubicBezTo>
                  <a:pt x="10227" y="10855"/>
                  <a:pt x="8591" y="9219"/>
                  <a:pt x="6575" y="9204"/>
                </a:cubicBezTo>
                <a:lnTo>
                  <a:pt x="6575" y="9189"/>
                </a:lnTo>
                <a:cubicBezTo>
                  <a:pt x="6548" y="9189"/>
                  <a:pt x="6521" y="9189"/>
                  <a:pt x="6495" y="9189"/>
                </a:cubicBezTo>
                <a:close/>
                <a:moveTo>
                  <a:pt x="6544" y="8669"/>
                </a:moveTo>
                <a:cubicBezTo>
                  <a:pt x="8688" y="8669"/>
                  <a:pt x="10743" y="10326"/>
                  <a:pt x="10753" y="12842"/>
                </a:cubicBezTo>
                <a:cubicBezTo>
                  <a:pt x="10753" y="15150"/>
                  <a:pt x="8883" y="17020"/>
                  <a:pt x="6575" y="17035"/>
                </a:cubicBezTo>
                <a:cubicBezTo>
                  <a:pt x="6569" y="17035"/>
                  <a:pt x="6563" y="17035"/>
                  <a:pt x="6557" y="17035"/>
                </a:cubicBezTo>
                <a:cubicBezTo>
                  <a:pt x="2843" y="17035"/>
                  <a:pt x="984" y="12545"/>
                  <a:pt x="3609" y="9905"/>
                </a:cubicBezTo>
                <a:cubicBezTo>
                  <a:pt x="4463" y="9052"/>
                  <a:pt x="5513" y="8669"/>
                  <a:pt x="6544" y="8669"/>
                </a:cubicBezTo>
                <a:close/>
                <a:moveTo>
                  <a:pt x="15326" y="15545"/>
                </a:moveTo>
                <a:cubicBezTo>
                  <a:pt x="16320" y="15545"/>
                  <a:pt x="16320" y="17049"/>
                  <a:pt x="15326" y="17049"/>
                </a:cubicBezTo>
                <a:cubicBezTo>
                  <a:pt x="14333" y="17049"/>
                  <a:pt x="14333" y="15545"/>
                  <a:pt x="15326" y="15545"/>
                </a:cubicBezTo>
                <a:close/>
                <a:moveTo>
                  <a:pt x="600" y="0"/>
                </a:moveTo>
                <a:cubicBezTo>
                  <a:pt x="264" y="0"/>
                  <a:pt x="1" y="263"/>
                  <a:pt x="1" y="599"/>
                </a:cubicBezTo>
                <a:lnTo>
                  <a:pt x="1" y="1183"/>
                </a:lnTo>
                <a:cubicBezTo>
                  <a:pt x="1" y="1519"/>
                  <a:pt x="264" y="1782"/>
                  <a:pt x="600" y="1782"/>
                </a:cubicBezTo>
                <a:lnTo>
                  <a:pt x="2733" y="1782"/>
                </a:lnTo>
                <a:cubicBezTo>
                  <a:pt x="3054" y="1782"/>
                  <a:pt x="3317" y="1505"/>
                  <a:pt x="3317" y="1183"/>
                </a:cubicBezTo>
                <a:lnTo>
                  <a:pt x="3317" y="511"/>
                </a:lnTo>
                <a:lnTo>
                  <a:pt x="5348" y="511"/>
                </a:lnTo>
                <a:lnTo>
                  <a:pt x="5348" y="1943"/>
                </a:lnTo>
                <a:cubicBezTo>
                  <a:pt x="5333" y="2126"/>
                  <a:pt x="5468" y="2217"/>
                  <a:pt x="5603" y="2217"/>
                </a:cubicBezTo>
                <a:cubicBezTo>
                  <a:pt x="5739" y="2217"/>
                  <a:pt x="5874" y="2126"/>
                  <a:pt x="5859" y="1943"/>
                </a:cubicBezTo>
                <a:lnTo>
                  <a:pt x="5859" y="511"/>
                </a:lnTo>
                <a:lnTo>
                  <a:pt x="6955" y="511"/>
                </a:lnTo>
                <a:cubicBezTo>
                  <a:pt x="7422" y="511"/>
                  <a:pt x="7817" y="906"/>
                  <a:pt x="7817" y="1388"/>
                </a:cubicBezTo>
                <a:lnTo>
                  <a:pt x="7817" y="5362"/>
                </a:lnTo>
                <a:lnTo>
                  <a:pt x="5874" y="5362"/>
                </a:lnTo>
                <a:lnTo>
                  <a:pt x="5874" y="3141"/>
                </a:lnTo>
                <a:cubicBezTo>
                  <a:pt x="5888" y="2951"/>
                  <a:pt x="5753" y="2856"/>
                  <a:pt x="5618" y="2856"/>
                </a:cubicBezTo>
                <a:cubicBezTo>
                  <a:pt x="5483" y="2856"/>
                  <a:pt x="5348" y="2951"/>
                  <a:pt x="5362" y="3141"/>
                </a:cubicBezTo>
                <a:lnTo>
                  <a:pt x="5362" y="5625"/>
                </a:lnTo>
                <a:lnTo>
                  <a:pt x="5362" y="7027"/>
                </a:lnTo>
                <a:lnTo>
                  <a:pt x="5362" y="8313"/>
                </a:lnTo>
                <a:cubicBezTo>
                  <a:pt x="1666" y="9306"/>
                  <a:pt x="643" y="14069"/>
                  <a:pt x="3624" y="16494"/>
                </a:cubicBezTo>
                <a:cubicBezTo>
                  <a:pt x="4517" y="17220"/>
                  <a:pt x="5547" y="17549"/>
                  <a:pt x="6555" y="17549"/>
                </a:cubicBezTo>
                <a:cubicBezTo>
                  <a:pt x="8895" y="17549"/>
                  <a:pt x="11122" y="15780"/>
                  <a:pt x="11265" y="13105"/>
                </a:cubicBezTo>
                <a:lnTo>
                  <a:pt x="15063" y="13105"/>
                </a:lnTo>
                <a:lnTo>
                  <a:pt x="15063" y="15048"/>
                </a:lnTo>
                <a:cubicBezTo>
                  <a:pt x="13573" y="15355"/>
                  <a:pt x="13807" y="17546"/>
                  <a:pt x="15326" y="17546"/>
                </a:cubicBezTo>
                <a:cubicBezTo>
                  <a:pt x="15969" y="17546"/>
                  <a:pt x="16510" y="17049"/>
                  <a:pt x="16583" y="16407"/>
                </a:cubicBezTo>
                <a:cubicBezTo>
                  <a:pt x="16641" y="15764"/>
                  <a:pt x="16217" y="15179"/>
                  <a:pt x="15589" y="15048"/>
                </a:cubicBezTo>
                <a:lnTo>
                  <a:pt x="15574" y="15048"/>
                </a:lnTo>
                <a:lnTo>
                  <a:pt x="15574" y="13105"/>
                </a:lnTo>
                <a:cubicBezTo>
                  <a:pt x="15606" y="13109"/>
                  <a:pt x="15639" y="13110"/>
                  <a:pt x="15671" y="13110"/>
                </a:cubicBezTo>
                <a:cubicBezTo>
                  <a:pt x="16023" y="13110"/>
                  <a:pt x="16377" y="12894"/>
                  <a:pt x="16363" y="12506"/>
                </a:cubicBezTo>
                <a:lnTo>
                  <a:pt x="16363" y="10212"/>
                </a:lnTo>
                <a:cubicBezTo>
                  <a:pt x="16363" y="9467"/>
                  <a:pt x="15779" y="8853"/>
                  <a:pt x="15034" y="8839"/>
                </a:cubicBezTo>
                <a:lnTo>
                  <a:pt x="15034" y="7173"/>
                </a:lnTo>
                <a:cubicBezTo>
                  <a:pt x="15019" y="6180"/>
                  <a:pt x="14216" y="5376"/>
                  <a:pt x="13208" y="5362"/>
                </a:cubicBezTo>
                <a:lnTo>
                  <a:pt x="8328" y="5362"/>
                </a:lnTo>
                <a:lnTo>
                  <a:pt x="8328" y="1388"/>
                </a:lnTo>
                <a:cubicBezTo>
                  <a:pt x="8328" y="614"/>
                  <a:pt x="7715" y="0"/>
                  <a:pt x="69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15"/>
          <p:cNvSpPr/>
          <p:nvPr/>
        </p:nvSpPr>
        <p:spPr>
          <a:xfrm>
            <a:off x="3363496" y="1352201"/>
            <a:ext cx="405716" cy="396702"/>
          </a:xfrm>
          <a:custGeom>
            <a:rect b="b" l="l" r="r" t="t"/>
            <a:pathLst>
              <a:path extrusionOk="0" h="17559" w="17958">
                <a:moveTo>
                  <a:pt x="14157" y="2062"/>
                </a:moveTo>
                <a:lnTo>
                  <a:pt x="15603" y="3509"/>
                </a:lnTo>
                <a:lnTo>
                  <a:pt x="14274" y="4838"/>
                </a:lnTo>
                <a:lnTo>
                  <a:pt x="12827" y="3406"/>
                </a:lnTo>
                <a:lnTo>
                  <a:pt x="14157" y="2062"/>
                </a:lnTo>
                <a:close/>
                <a:moveTo>
                  <a:pt x="10890" y="2329"/>
                </a:moveTo>
                <a:cubicBezTo>
                  <a:pt x="10977" y="2329"/>
                  <a:pt x="11067" y="2362"/>
                  <a:pt x="11147" y="2442"/>
                </a:cubicBezTo>
                <a:lnTo>
                  <a:pt x="15238" y="6533"/>
                </a:lnTo>
                <a:cubicBezTo>
                  <a:pt x="15519" y="6803"/>
                  <a:pt x="15264" y="7193"/>
                  <a:pt x="14965" y="7193"/>
                </a:cubicBezTo>
                <a:cubicBezTo>
                  <a:pt x="14875" y="7193"/>
                  <a:pt x="14782" y="7158"/>
                  <a:pt x="14697" y="7073"/>
                </a:cubicBezTo>
                <a:lnTo>
                  <a:pt x="10607" y="2983"/>
                </a:lnTo>
                <a:cubicBezTo>
                  <a:pt x="10336" y="2712"/>
                  <a:pt x="10596" y="2329"/>
                  <a:pt x="10890" y="2329"/>
                </a:cubicBezTo>
                <a:close/>
                <a:moveTo>
                  <a:pt x="4704" y="11529"/>
                </a:moveTo>
                <a:lnTo>
                  <a:pt x="6136" y="12990"/>
                </a:lnTo>
                <a:lnTo>
                  <a:pt x="5669" y="13443"/>
                </a:lnTo>
                <a:cubicBezTo>
                  <a:pt x="5654" y="13465"/>
                  <a:pt x="5632" y="13476"/>
                  <a:pt x="5608" y="13476"/>
                </a:cubicBezTo>
                <a:cubicBezTo>
                  <a:pt x="5585" y="13476"/>
                  <a:pt x="5559" y="13465"/>
                  <a:pt x="5537" y="13443"/>
                </a:cubicBezTo>
                <a:lnTo>
                  <a:pt x="4222" y="12143"/>
                </a:lnTo>
                <a:cubicBezTo>
                  <a:pt x="4193" y="12099"/>
                  <a:pt x="4193" y="12041"/>
                  <a:pt x="4222" y="12012"/>
                </a:cubicBezTo>
                <a:lnTo>
                  <a:pt x="4704" y="11529"/>
                </a:lnTo>
                <a:close/>
                <a:moveTo>
                  <a:pt x="14288" y="0"/>
                </a:moveTo>
                <a:cubicBezTo>
                  <a:pt x="13592" y="0"/>
                  <a:pt x="12995" y="897"/>
                  <a:pt x="13645" y="1536"/>
                </a:cubicBezTo>
                <a:lnTo>
                  <a:pt x="13806" y="1712"/>
                </a:lnTo>
                <a:lnTo>
                  <a:pt x="12477" y="3041"/>
                </a:lnTo>
                <a:lnTo>
                  <a:pt x="11512" y="2077"/>
                </a:lnTo>
                <a:cubicBezTo>
                  <a:pt x="11316" y="1884"/>
                  <a:pt x="11099" y="1804"/>
                  <a:pt x="10890" y="1804"/>
                </a:cubicBezTo>
                <a:cubicBezTo>
                  <a:pt x="10196" y="1804"/>
                  <a:pt x="9605" y="2697"/>
                  <a:pt x="10256" y="3348"/>
                </a:cubicBezTo>
                <a:lnTo>
                  <a:pt x="10417" y="3509"/>
                </a:lnTo>
                <a:lnTo>
                  <a:pt x="8284" y="5642"/>
                </a:lnTo>
                <a:cubicBezTo>
                  <a:pt x="8094" y="5832"/>
                  <a:pt x="8263" y="6090"/>
                  <a:pt x="8464" y="6090"/>
                </a:cubicBezTo>
                <a:cubicBezTo>
                  <a:pt x="8526" y="6090"/>
                  <a:pt x="8590" y="6065"/>
                  <a:pt x="8649" y="6007"/>
                </a:cubicBezTo>
                <a:lnTo>
                  <a:pt x="10782" y="3874"/>
                </a:lnTo>
                <a:lnTo>
                  <a:pt x="13806" y="6913"/>
                </a:lnTo>
                <a:lnTo>
                  <a:pt x="12944" y="7760"/>
                </a:lnTo>
                <a:lnTo>
                  <a:pt x="12725" y="7541"/>
                </a:lnTo>
                <a:cubicBezTo>
                  <a:pt x="12667" y="7483"/>
                  <a:pt x="12602" y="7458"/>
                  <a:pt x="12540" y="7458"/>
                </a:cubicBezTo>
                <a:cubicBezTo>
                  <a:pt x="12339" y="7458"/>
                  <a:pt x="12170" y="7716"/>
                  <a:pt x="12360" y="7906"/>
                </a:cubicBezTo>
                <a:lnTo>
                  <a:pt x="12579" y="8125"/>
                </a:lnTo>
                <a:lnTo>
                  <a:pt x="11834" y="8870"/>
                </a:lnTo>
                <a:lnTo>
                  <a:pt x="11615" y="8637"/>
                </a:lnTo>
                <a:cubicBezTo>
                  <a:pt x="11558" y="8584"/>
                  <a:pt x="11496" y="8562"/>
                  <a:pt x="11437" y="8562"/>
                </a:cubicBezTo>
                <a:cubicBezTo>
                  <a:pt x="11232" y="8562"/>
                  <a:pt x="11057" y="8821"/>
                  <a:pt x="11249" y="9002"/>
                </a:cubicBezTo>
                <a:lnTo>
                  <a:pt x="11469" y="9236"/>
                </a:lnTo>
                <a:lnTo>
                  <a:pt x="10738" y="9981"/>
                </a:lnTo>
                <a:lnTo>
                  <a:pt x="10504" y="9747"/>
                </a:lnTo>
                <a:cubicBezTo>
                  <a:pt x="10448" y="9694"/>
                  <a:pt x="10386" y="9672"/>
                  <a:pt x="10326" y="9672"/>
                </a:cubicBezTo>
                <a:cubicBezTo>
                  <a:pt x="10122" y="9672"/>
                  <a:pt x="9947" y="9931"/>
                  <a:pt x="10139" y="10112"/>
                </a:cubicBezTo>
                <a:lnTo>
                  <a:pt x="10373" y="10346"/>
                </a:lnTo>
                <a:lnTo>
                  <a:pt x="9628" y="11091"/>
                </a:lnTo>
                <a:lnTo>
                  <a:pt x="9394" y="10857"/>
                </a:lnTo>
                <a:cubicBezTo>
                  <a:pt x="9336" y="10799"/>
                  <a:pt x="9271" y="10774"/>
                  <a:pt x="9209" y="10774"/>
                </a:cubicBezTo>
                <a:cubicBezTo>
                  <a:pt x="9008" y="10774"/>
                  <a:pt x="8839" y="11033"/>
                  <a:pt x="9029" y="11223"/>
                </a:cubicBezTo>
                <a:lnTo>
                  <a:pt x="9263" y="11456"/>
                </a:lnTo>
                <a:lnTo>
                  <a:pt x="8517" y="12201"/>
                </a:lnTo>
                <a:lnTo>
                  <a:pt x="8284" y="11968"/>
                </a:lnTo>
                <a:cubicBezTo>
                  <a:pt x="8229" y="11909"/>
                  <a:pt x="8166" y="11885"/>
                  <a:pt x="8106" y="11885"/>
                </a:cubicBezTo>
                <a:cubicBezTo>
                  <a:pt x="7911" y="11885"/>
                  <a:pt x="7740" y="12143"/>
                  <a:pt x="7918" y="12333"/>
                </a:cubicBezTo>
                <a:lnTo>
                  <a:pt x="8152" y="12567"/>
                </a:lnTo>
                <a:lnTo>
                  <a:pt x="7363" y="13356"/>
                </a:lnTo>
                <a:cubicBezTo>
                  <a:pt x="7349" y="13370"/>
                  <a:pt x="7327" y="13378"/>
                  <a:pt x="7303" y="13378"/>
                </a:cubicBezTo>
                <a:cubicBezTo>
                  <a:pt x="7279" y="13378"/>
                  <a:pt x="7254" y="13370"/>
                  <a:pt x="7232" y="13356"/>
                </a:cubicBezTo>
                <a:lnTo>
                  <a:pt x="4339" y="10448"/>
                </a:lnTo>
                <a:cubicBezTo>
                  <a:pt x="4295" y="10404"/>
                  <a:pt x="4295" y="10346"/>
                  <a:pt x="4339" y="10317"/>
                </a:cubicBezTo>
                <a:lnTo>
                  <a:pt x="7787" y="6854"/>
                </a:lnTo>
                <a:cubicBezTo>
                  <a:pt x="7977" y="6664"/>
                  <a:pt x="7808" y="6406"/>
                  <a:pt x="7607" y="6406"/>
                </a:cubicBezTo>
                <a:cubicBezTo>
                  <a:pt x="7545" y="6406"/>
                  <a:pt x="7480" y="6431"/>
                  <a:pt x="7422" y="6489"/>
                </a:cubicBezTo>
                <a:lnTo>
                  <a:pt x="3974" y="9952"/>
                </a:lnTo>
                <a:cubicBezTo>
                  <a:pt x="3740" y="10185"/>
                  <a:pt x="3740" y="10565"/>
                  <a:pt x="3974" y="10799"/>
                </a:cubicBezTo>
                <a:lnTo>
                  <a:pt x="4339" y="11164"/>
                </a:lnTo>
                <a:lnTo>
                  <a:pt x="3872" y="11646"/>
                </a:lnTo>
                <a:cubicBezTo>
                  <a:pt x="3623" y="11880"/>
                  <a:pt x="3623" y="12260"/>
                  <a:pt x="3872" y="12494"/>
                </a:cubicBezTo>
                <a:lnTo>
                  <a:pt x="4339" y="12976"/>
                </a:lnTo>
                <a:lnTo>
                  <a:pt x="190" y="17110"/>
                </a:lnTo>
                <a:cubicBezTo>
                  <a:pt x="0" y="17300"/>
                  <a:pt x="169" y="17558"/>
                  <a:pt x="370" y="17558"/>
                </a:cubicBezTo>
                <a:cubicBezTo>
                  <a:pt x="432" y="17558"/>
                  <a:pt x="497" y="17534"/>
                  <a:pt x="555" y="17476"/>
                </a:cubicBezTo>
                <a:lnTo>
                  <a:pt x="4704" y="13356"/>
                </a:lnTo>
                <a:lnTo>
                  <a:pt x="5172" y="13823"/>
                </a:lnTo>
                <a:cubicBezTo>
                  <a:pt x="5289" y="13940"/>
                  <a:pt x="5446" y="13998"/>
                  <a:pt x="5603" y="13998"/>
                </a:cubicBezTo>
                <a:cubicBezTo>
                  <a:pt x="5760" y="13998"/>
                  <a:pt x="5917" y="13940"/>
                  <a:pt x="6034" y="13823"/>
                </a:cubicBezTo>
                <a:lnTo>
                  <a:pt x="6501" y="13356"/>
                </a:lnTo>
                <a:lnTo>
                  <a:pt x="6867" y="13721"/>
                </a:lnTo>
                <a:cubicBezTo>
                  <a:pt x="6983" y="13838"/>
                  <a:pt x="7140" y="13896"/>
                  <a:pt x="7298" y="13896"/>
                </a:cubicBezTo>
                <a:cubicBezTo>
                  <a:pt x="7455" y="13896"/>
                  <a:pt x="7612" y="13838"/>
                  <a:pt x="7728" y="13721"/>
                </a:cubicBezTo>
                <a:lnTo>
                  <a:pt x="14171" y="7263"/>
                </a:lnTo>
                <a:lnTo>
                  <a:pt x="14332" y="7424"/>
                </a:lnTo>
                <a:cubicBezTo>
                  <a:pt x="14529" y="7621"/>
                  <a:pt x="14749" y="7704"/>
                  <a:pt x="14958" y="7704"/>
                </a:cubicBezTo>
                <a:cubicBezTo>
                  <a:pt x="15651" y="7704"/>
                  <a:pt x="16242" y="6807"/>
                  <a:pt x="15603" y="6168"/>
                </a:cubicBezTo>
                <a:lnTo>
                  <a:pt x="14639" y="5203"/>
                </a:lnTo>
                <a:lnTo>
                  <a:pt x="15968" y="3874"/>
                </a:lnTo>
                <a:lnTo>
                  <a:pt x="16129" y="4035"/>
                </a:lnTo>
                <a:cubicBezTo>
                  <a:pt x="16317" y="4193"/>
                  <a:pt x="16519" y="4261"/>
                  <a:pt x="16712" y="4261"/>
                </a:cubicBezTo>
                <a:cubicBezTo>
                  <a:pt x="17390" y="4261"/>
                  <a:pt x="17957" y="3427"/>
                  <a:pt x="17400" y="2778"/>
                </a:cubicBezTo>
                <a:lnTo>
                  <a:pt x="17108" y="2486"/>
                </a:lnTo>
                <a:cubicBezTo>
                  <a:pt x="17053" y="2428"/>
                  <a:pt x="16991" y="2403"/>
                  <a:pt x="16931" y="2403"/>
                </a:cubicBezTo>
                <a:cubicBezTo>
                  <a:pt x="16735" y="2403"/>
                  <a:pt x="16564" y="2661"/>
                  <a:pt x="16743" y="2851"/>
                </a:cubicBezTo>
                <a:lnTo>
                  <a:pt x="17035" y="3129"/>
                </a:lnTo>
                <a:cubicBezTo>
                  <a:pt x="17243" y="3406"/>
                  <a:pt x="17003" y="3748"/>
                  <a:pt x="16720" y="3748"/>
                </a:cubicBezTo>
                <a:cubicBezTo>
                  <a:pt x="16645" y="3748"/>
                  <a:pt x="16567" y="3724"/>
                  <a:pt x="16494" y="3669"/>
                </a:cubicBezTo>
                <a:lnTo>
                  <a:pt x="14011" y="1186"/>
                </a:lnTo>
                <a:cubicBezTo>
                  <a:pt x="13700" y="909"/>
                  <a:pt x="13962" y="506"/>
                  <a:pt x="14265" y="506"/>
                </a:cubicBezTo>
                <a:cubicBezTo>
                  <a:pt x="14362" y="506"/>
                  <a:pt x="14463" y="546"/>
                  <a:pt x="14551" y="645"/>
                </a:cubicBezTo>
                <a:lnTo>
                  <a:pt x="15910" y="2019"/>
                </a:lnTo>
                <a:cubicBezTo>
                  <a:pt x="15966" y="2071"/>
                  <a:pt x="16028" y="2094"/>
                  <a:pt x="16088" y="2094"/>
                </a:cubicBezTo>
                <a:cubicBezTo>
                  <a:pt x="16292" y="2094"/>
                  <a:pt x="16467" y="1834"/>
                  <a:pt x="16275" y="1653"/>
                </a:cubicBezTo>
                <a:lnTo>
                  <a:pt x="14916" y="280"/>
                </a:lnTo>
                <a:cubicBezTo>
                  <a:pt x="14719" y="83"/>
                  <a:pt x="14499" y="0"/>
                  <a:pt x="14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15"/>
          <p:cNvSpPr/>
          <p:nvPr/>
        </p:nvSpPr>
        <p:spPr>
          <a:xfrm>
            <a:off x="2731728" y="1352585"/>
            <a:ext cx="321830" cy="396092"/>
          </a:xfrm>
          <a:custGeom>
            <a:rect b="b" l="l" r="r" t="t"/>
            <a:pathLst>
              <a:path extrusionOk="0" h="17532" w="14245">
                <a:moveTo>
                  <a:pt x="13616" y="2790"/>
                </a:moveTo>
                <a:cubicBezTo>
                  <a:pt x="13675" y="2790"/>
                  <a:pt x="13733" y="2849"/>
                  <a:pt x="13733" y="2922"/>
                </a:cubicBezTo>
                <a:lnTo>
                  <a:pt x="13733" y="5362"/>
                </a:lnTo>
                <a:cubicBezTo>
                  <a:pt x="13733" y="5435"/>
                  <a:pt x="13675" y="5479"/>
                  <a:pt x="13616" y="5479"/>
                </a:cubicBezTo>
                <a:lnTo>
                  <a:pt x="12681" y="5479"/>
                </a:lnTo>
                <a:lnTo>
                  <a:pt x="12681" y="2790"/>
                </a:lnTo>
                <a:close/>
                <a:moveTo>
                  <a:pt x="8196" y="3594"/>
                </a:moveTo>
                <a:lnTo>
                  <a:pt x="8196" y="4719"/>
                </a:lnTo>
                <a:cubicBezTo>
                  <a:pt x="8196" y="4923"/>
                  <a:pt x="8371" y="5084"/>
                  <a:pt x="8561" y="5084"/>
                </a:cubicBezTo>
                <a:lnTo>
                  <a:pt x="9701" y="5084"/>
                </a:lnTo>
                <a:lnTo>
                  <a:pt x="9701" y="5595"/>
                </a:lnTo>
                <a:lnTo>
                  <a:pt x="8561" y="5595"/>
                </a:lnTo>
                <a:cubicBezTo>
                  <a:pt x="8357" y="5595"/>
                  <a:pt x="8196" y="5771"/>
                  <a:pt x="8196" y="5961"/>
                </a:cubicBezTo>
                <a:lnTo>
                  <a:pt x="8196" y="7086"/>
                </a:lnTo>
                <a:lnTo>
                  <a:pt x="7685" y="7086"/>
                </a:lnTo>
                <a:lnTo>
                  <a:pt x="7685" y="5961"/>
                </a:lnTo>
                <a:cubicBezTo>
                  <a:pt x="7685" y="5756"/>
                  <a:pt x="7509" y="5595"/>
                  <a:pt x="7320" y="5595"/>
                </a:cubicBezTo>
                <a:lnTo>
                  <a:pt x="6180" y="5595"/>
                </a:lnTo>
                <a:lnTo>
                  <a:pt x="6195" y="5084"/>
                </a:lnTo>
                <a:lnTo>
                  <a:pt x="7320" y="5084"/>
                </a:lnTo>
                <a:cubicBezTo>
                  <a:pt x="7524" y="5084"/>
                  <a:pt x="7685" y="4923"/>
                  <a:pt x="7685" y="4719"/>
                </a:cubicBezTo>
                <a:lnTo>
                  <a:pt x="7685" y="3594"/>
                </a:lnTo>
                <a:close/>
                <a:moveTo>
                  <a:pt x="7641" y="3083"/>
                </a:moveTo>
                <a:cubicBezTo>
                  <a:pt x="7378" y="3083"/>
                  <a:pt x="7173" y="3287"/>
                  <a:pt x="7173" y="3536"/>
                </a:cubicBezTo>
                <a:lnTo>
                  <a:pt x="7173" y="4573"/>
                </a:lnTo>
                <a:lnTo>
                  <a:pt x="6151" y="4573"/>
                </a:lnTo>
                <a:cubicBezTo>
                  <a:pt x="5888" y="4573"/>
                  <a:pt x="5683" y="4777"/>
                  <a:pt x="5683" y="5026"/>
                </a:cubicBezTo>
                <a:lnTo>
                  <a:pt x="5683" y="5639"/>
                </a:lnTo>
                <a:cubicBezTo>
                  <a:pt x="5683" y="5902"/>
                  <a:pt x="5888" y="6107"/>
                  <a:pt x="6151" y="6107"/>
                </a:cubicBezTo>
                <a:lnTo>
                  <a:pt x="7173" y="6107"/>
                </a:lnTo>
                <a:lnTo>
                  <a:pt x="7173" y="7144"/>
                </a:lnTo>
                <a:cubicBezTo>
                  <a:pt x="7173" y="7392"/>
                  <a:pt x="7378" y="7597"/>
                  <a:pt x="7626" y="7597"/>
                </a:cubicBezTo>
                <a:lnTo>
                  <a:pt x="8255" y="7597"/>
                </a:lnTo>
                <a:cubicBezTo>
                  <a:pt x="8503" y="7597"/>
                  <a:pt x="8707" y="7392"/>
                  <a:pt x="8707" y="7144"/>
                </a:cubicBezTo>
                <a:lnTo>
                  <a:pt x="8707" y="6107"/>
                </a:lnTo>
                <a:lnTo>
                  <a:pt x="9745" y="6107"/>
                </a:lnTo>
                <a:cubicBezTo>
                  <a:pt x="9993" y="6107"/>
                  <a:pt x="10212" y="5902"/>
                  <a:pt x="10212" y="5654"/>
                </a:cubicBezTo>
                <a:lnTo>
                  <a:pt x="10212" y="5026"/>
                </a:lnTo>
                <a:cubicBezTo>
                  <a:pt x="10212" y="4785"/>
                  <a:pt x="10021" y="4572"/>
                  <a:pt x="9770" y="4572"/>
                </a:cubicBezTo>
                <a:cubicBezTo>
                  <a:pt x="9761" y="4572"/>
                  <a:pt x="9753" y="4572"/>
                  <a:pt x="9745" y="4573"/>
                </a:cubicBezTo>
                <a:lnTo>
                  <a:pt x="8722" y="4573"/>
                </a:lnTo>
                <a:lnTo>
                  <a:pt x="8722" y="3536"/>
                </a:lnTo>
                <a:cubicBezTo>
                  <a:pt x="8722" y="3287"/>
                  <a:pt x="8503" y="3083"/>
                  <a:pt x="8255" y="3083"/>
                </a:cubicBezTo>
                <a:close/>
                <a:moveTo>
                  <a:pt x="13616" y="7422"/>
                </a:moveTo>
                <a:cubicBezTo>
                  <a:pt x="13675" y="7422"/>
                  <a:pt x="13733" y="7480"/>
                  <a:pt x="13733" y="7539"/>
                </a:cubicBezTo>
                <a:lnTo>
                  <a:pt x="13733" y="9993"/>
                </a:lnTo>
                <a:cubicBezTo>
                  <a:pt x="13733" y="10066"/>
                  <a:pt x="13675" y="10110"/>
                  <a:pt x="13616" y="10110"/>
                </a:cubicBezTo>
                <a:lnTo>
                  <a:pt x="12681" y="10110"/>
                </a:lnTo>
                <a:lnTo>
                  <a:pt x="12681" y="7436"/>
                </a:lnTo>
                <a:lnTo>
                  <a:pt x="13616" y="7422"/>
                </a:lnTo>
                <a:close/>
                <a:moveTo>
                  <a:pt x="6034" y="11045"/>
                </a:moveTo>
                <a:cubicBezTo>
                  <a:pt x="5713" y="11059"/>
                  <a:pt x="5713" y="11527"/>
                  <a:pt x="6034" y="11556"/>
                </a:cubicBezTo>
                <a:lnTo>
                  <a:pt x="9847" y="11556"/>
                </a:lnTo>
                <a:cubicBezTo>
                  <a:pt x="10168" y="11527"/>
                  <a:pt x="10168" y="11059"/>
                  <a:pt x="9847" y="11045"/>
                </a:cubicBezTo>
                <a:close/>
                <a:moveTo>
                  <a:pt x="6034" y="12068"/>
                </a:moveTo>
                <a:cubicBezTo>
                  <a:pt x="5713" y="12097"/>
                  <a:pt x="5713" y="12550"/>
                  <a:pt x="6034" y="12579"/>
                </a:cubicBezTo>
                <a:lnTo>
                  <a:pt x="9847" y="12579"/>
                </a:lnTo>
                <a:cubicBezTo>
                  <a:pt x="10168" y="12550"/>
                  <a:pt x="10168" y="12097"/>
                  <a:pt x="9847" y="12068"/>
                </a:cubicBezTo>
                <a:close/>
                <a:moveTo>
                  <a:pt x="6034" y="13090"/>
                </a:moveTo>
                <a:cubicBezTo>
                  <a:pt x="5713" y="13119"/>
                  <a:pt x="5713" y="13587"/>
                  <a:pt x="6034" y="13616"/>
                </a:cubicBezTo>
                <a:lnTo>
                  <a:pt x="9847" y="13616"/>
                </a:lnTo>
                <a:cubicBezTo>
                  <a:pt x="10168" y="13587"/>
                  <a:pt x="10168" y="13119"/>
                  <a:pt x="9847" y="13090"/>
                </a:cubicBezTo>
                <a:close/>
                <a:moveTo>
                  <a:pt x="5216" y="10008"/>
                </a:moveTo>
                <a:cubicBezTo>
                  <a:pt x="4953" y="10008"/>
                  <a:pt x="4748" y="10212"/>
                  <a:pt x="4748" y="10475"/>
                </a:cubicBezTo>
                <a:lnTo>
                  <a:pt x="4748" y="14171"/>
                </a:lnTo>
                <a:cubicBezTo>
                  <a:pt x="4748" y="14434"/>
                  <a:pt x="4953" y="14639"/>
                  <a:pt x="5216" y="14639"/>
                </a:cubicBezTo>
                <a:lnTo>
                  <a:pt x="10680" y="14639"/>
                </a:lnTo>
                <a:cubicBezTo>
                  <a:pt x="10928" y="14639"/>
                  <a:pt x="11133" y="14434"/>
                  <a:pt x="11133" y="14171"/>
                </a:cubicBezTo>
                <a:lnTo>
                  <a:pt x="11133" y="10475"/>
                </a:lnTo>
                <a:cubicBezTo>
                  <a:pt x="11133" y="10212"/>
                  <a:pt x="10928" y="10008"/>
                  <a:pt x="10680" y="10008"/>
                </a:cubicBezTo>
                <a:lnTo>
                  <a:pt x="9862" y="10008"/>
                </a:lnTo>
                <a:cubicBezTo>
                  <a:pt x="9526" y="10008"/>
                  <a:pt x="9526" y="10534"/>
                  <a:pt x="9862" y="10534"/>
                </a:cubicBezTo>
                <a:lnTo>
                  <a:pt x="10621" y="10534"/>
                </a:lnTo>
                <a:lnTo>
                  <a:pt x="10621" y="14128"/>
                </a:lnTo>
                <a:lnTo>
                  <a:pt x="5260" y="14128"/>
                </a:lnTo>
                <a:lnTo>
                  <a:pt x="5260" y="10534"/>
                </a:lnTo>
                <a:lnTo>
                  <a:pt x="8664" y="10534"/>
                </a:lnTo>
                <a:cubicBezTo>
                  <a:pt x="9014" y="10534"/>
                  <a:pt x="9014" y="10008"/>
                  <a:pt x="8664" y="10008"/>
                </a:cubicBezTo>
                <a:close/>
                <a:moveTo>
                  <a:pt x="13616" y="12053"/>
                </a:moveTo>
                <a:cubicBezTo>
                  <a:pt x="13675" y="12053"/>
                  <a:pt x="13733" y="12111"/>
                  <a:pt x="13733" y="12170"/>
                </a:cubicBezTo>
                <a:lnTo>
                  <a:pt x="13733" y="14624"/>
                </a:lnTo>
                <a:cubicBezTo>
                  <a:pt x="13733" y="14697"/>
                  <a:pt x="13675" y="14741"/>
                  <a:pt x="13616" y="14741"/>
                </a:cubicBezTo>
                <a:lnTo>
                  <a:pt x="12681" y="14741"/>
                </a:lnTo>
                <a:lnTo>
                  <a:pt x="12681" y="12053"/>
                </a:lnTo>
                <a:close/>
                <a:moveTo>
                  <a:pt x="11396" y="511"/>
                </a:moveTo>
                <a:cubicBezTo>
                  <a:pt x="11819" y="511"/>
                  <a:pt x="12155" y="847"/>
                  <a:pt x="12170" y="1286"/>
                </a:cubicBezTo>
                <a:lnTo>
                  <a:pt x="12170" y="16261"/>
                </a:lnTo>
                <a:cubicBezTo>
                  <a:pt x="12170" y="16684"/>
                  <a:pt x="11819" y="17035"/>
                  <a:pt x="11396" y="17035"/>
                </a:cubicBezTo>
                <a:lnTo>
                  <a:pt x="3726" y="17035"/>
                </a:lnTo>
                <a:lnTo>
                  <a:pt x="3726" y="511"/>
                </a:lnTo>
                <a:close/>
                <a:moveTo>
                  <a:pt x="1286" y="0"/>
                </a:moveTo>
                <a:cubicBezTo>
                  <a:pt x="585" y="0"/>
                  <a:pt x="15" y="570"/>
                  <a:pt x="15" y="1286"/>
                </a:cubicBezTo>
                <a:lnTo>
                  <a:pt x="15" y="3813"/>
                </a:lnTo>
                <a:cubicBezTo>
                  <a:pt x="15" y="3981"/>
                  <a:pt x="143" y="4065"/>
                  <a:pt x="270" y="4065"/>
                </a:cubicBezTo>
                <a:cubicBezTo>
                  <a:pt x="398" y="4065"/>
                  <a:pt x="526" y="3981"/>
                  <a:pt x="526" y="3813"/>
                </a:cubicBezTo>
                <a:lnTo>
                  <a:pt x="526" y="1286"/>
                </a:lnTo>
                <a:cubicBezTo>
                  <a:pt x="526" y="847"/>
                  <a:pt x="862" y="511"/>
                  <a:pt x="1300" y="511"/>
                </a:cubicBezTo>
                <a:lnTo>
                  <a:pt x="3214" y="511"/>
                </a:lnTo>
                <a:lnTo>
                  <a:pt x="3214" y="17035"/>
                </a:lnTo>
                <a:lnTo>
                  <a:pt x="1286" y="17035"/>
                </a:lnTo>
                <a:cubicBezTo>
                  <a:pt x="862" y="17035"/>
                  <a:pt x="511" y="16684"/>
                  <a:pt x="511" y="16261"/>
                </a:cubicBezTo>
                <a:lnTo>
                  <a:pt x="511" y="5011"/>
                </a:lnTo>
                <a:cubicBezTo>
                  <a:pt x="511" y="4843"/>
                  <a:pt x="384" y="4759"/>
                  <a:pt x="256" y="4759"/>
                </a:cubicBezTo>
                <a:cubicBezTo>
                  <a:pt x="128" y="4759"/>
                  <a:pt x="0" y="4843"/>
                  <a:pt x="0" y="5011"/>
                </a:cubicBezTo>
                <a:lnTo>
                  <a:pt x="0" y="16261"/>
                </a:lnTo>
                <a:cubicBezTo>
                  <a:pt x="0" y="16962"/>
                  <a:pt x="570" y="17532"/>
                  <a:pt x="1286" y="17532"/>
                </a:cubicBezTo>
                <a:lnTo>
                  <a:pt x="11396" y="17532"/>
                </a:lnTo>
                <a:cubicBezTo>
                  <a:pt x="12097" y="17532"/>
                  <a:pt x="12667" y="16962"/>
                  <a:pt x="12667" y="16261"/>
                </a:cubicBezTo>
                <a:lnTo>
                  <a:pt x="12667" y="15252"/>
                </a:lnTo>
                <a:lnTo>
                  <a:pt x="13602" y="15252"/>
                </a:lnTo>
                <a:cubicBezTo>
                  <a:pt x="13952" y="15252"/>
                  <a:pt x="14230" y="14975"/>
                  <a:pt x="14230" y="14624"/>
                </a:cubicBezTo>
                <a:lnTo>
                  <a:pt x="14230" y="12184"/>
                </a:lnTo>
                <a:cubicBezTo>
                  <a:pt x="14230" y="11834"/>
                  <a:pt x="13952" y="11542"/>
                  <a:pt x="13602" y="11542"/>
                </a:cubicBezTo>
                <a:lnTo>
                  <a:pt x="12667" y="11542"/>
                </a:lnTo>
                <a:lnTo>
                  <a:pt x="12667" y="10636"/>
                </a:lnTo>
                <a:lnTo>
                  <a:pt x="13602" y="10636"/>
                </a:lnTo>
                <a:cubicBezTo>
                  <a:pt x="13952" y="10636"/>
                  <a:pt x="14230" y="10344"/>
                  <a:pt x="14230" y="9993"/>
                </a:cubicBezTo>
                <a:lnTo>
                  <a:pt x="14230" y="7553"/>
                </a:lnTo>
                <a:cubicBezTo>
                  <a:pt x="14230" y="7203"/>
                  <a:pt x="13952" y="6910"/>
                  <a:pt x="13602" y="6910"/>
                </a:cubicBezTo>
                <a:lnTo>
                  <a:pt x="12667" y="6910"/>
                </a:lnTo>
                <a:lnTo>
                  <a:pt x="12667" y="6005"/>
                </a:lnTo>
                <a:lnTo>
                  <a:pt x="13616" y="5990"/>
                </a:lnTo>
                <a:cubicBezTo>
                  <a:pt x="13952" y="5990"/>
                  <a:pt x="14245" y="5712"/>
                  <a:pt x="14245" y="5362"/>
                </a:cubicBezTo>
                <a:lnTo>
                  <a:pt x="14245" y="2922"/>
                </a:lnTo>
                <a:cubicBezTo>
                  <a:pt x="14245" y="2571"/>
                  <a:pt x="13952" y="2294"/>
                  <a:pt x="13616" y="2294"/>
                </a:cubicBezTo>
                <a:lnTo>
                  <a:pt x="12681" y="2294"/>
                </a:lnTo>
                <a:lnTo>
                  <a:pt x="12681" y="1286"/>
                </a:lnTo>
                <a:cubicBezTo>
                  <a:pt x="12667" y="570"/>
                  <a:pt x="12097" y="0"/>
                  <a:pt x="11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15"/>
          <p:cNvSpPr/>
          <p:nvPr/>
        </p:nvSpPr>
        <p:spPr>
          <a:xfrm>
            <a:off x="2022399" y="3958834"/>
            <a:ext cx="396431" cy="396114"/>
          </a:xfrm>
          <a:custGeom>
            <a:rect b="b" l="l" r="r" t="t"/>
            <a:pathLst>
              <a:path extrusionOk="0" h="17533" w="17547">
                <a:moveTo>
                  <a:pt x="4872" y="3064"/>
                </a:moveTo>
                <a:cubicBezTo>
                  <a:pt x="5235" y="3064"/>
                  <a:pt x="5548" y="3540"/>
                  <a:pt x="5201" y="3887"/>
                </a:cubicBezTo>
                <a:lnTo>
                  <a:pt x="4208" y="4880"/>
                </a:lnTo>
                <a:lnTo>
                  <a:pt x="3214" y="3887"/>
                </a:lnTo>
                <a:cubicBezTo>
                  <a:pt x="2867" y="3540"/>
                  <a:pt x="3180" y="3064"/>
                  <a:pt x="3543" y="3064"/>
                </a:cubicBezTo>
                <a:cubicBezTo>
                  <a:pt x="3654" y="3064"/>
                  <a:pt x="3769" y="3109"/>
                  <a:pt x="3872" y="3215"/>
                </a:cubicBezTo>
                <a:cubicBezTo>
                  <a:pt x="3959" y="3332"/>
                  <a:pt x="4076" y="3390"/>
                  <a:pt x="4208" y="3419"/>
                </a:cubicBezTo>
                <a:cubicBezTo>
                  <a:pt x="4368" y="3419"/>
                  <a:pt x="4441" y="3317"/>
                  <a:pt x="4544" y="3215"/>
                </a:cubicBezTo>
                <a:cubicBezTo>
                  <a:pt x="4646" y="3109"/>
                  <a:pt x="4762" y="3064"/>
                  <a:pt x="4872" y="3064"/>
                </a:cubicBezTo>
                <a:close/>
                <a:moveTo>
                  <a:pt x="4883" y="2529"/>
                </a:moveTo>
                <a:cubicBezTo>
                  <a:pt x="4658" y="2529"/>
                  <a:pt x="4422" y="2615"/>
                  <a:pt x="4208" y="2820"/>
                </a:cubicBezTo>
                <a:cubicBezTo>
                  <a:pt x="4023" y="2650"/>
                  <a:pt x="3788" y="2566"/>
                  <a:pt x="3552" y="2566"/>
                </a:cubicBezTo>
                <a:cubicBezTo>
                  <a:pt x="3302" y="2566"/>
                  <a:pt x="3052" y="2661"/>
                  <a:pt x="2864" y="2850"/>
                </a:cubicBezTo>
                <a:lnTo>
                  <a:pt x="2849" y="2850"/>
                </a:lnTo>
                <a:cubicBezTo>
                  <a:pt x="2469" y="3244"/>
                  <a:pt x="2469" y="3858"/>
                  <a:pt x="2849" y="4237"/>
                </a:cubicBezTo>
                <a:lnTo>
                  <a:pt x="3930" y="5319"/>
                </a:lnTo>
                <a:cubicBezTo>
                  <a:pt x="4010" y="5399"/>
                  <a:pt x="4113" y="5439"/>
                  <a:pt x="4213" y="5439"/>
                </a:cubicBezTo>
                <a:cubicBezTo>
                  <a:pt x="4314" y="5439"/>
                  <a:pt x="4412" y="5399"/>
                  <a:pt x="4485" y="5319"/>
                </a:cubicBezTo>
                <a:lnTo>
                  <a:pt x="5566" y="4237"/>
                </a:lnTo>
                <a:cubicBezTo>
                  <a:pt x="6301" y="3537"/>
                  <a:pt x="5654" y="2529"/>
                  <a:pt x="4883" y="2529"/>
                </a:cubicBezTo>
                <a:close/>
                <a:moveTo>
                  <a:pt x="9978" y="5304"/>
                </a:moveTo>
                <a:lnTo>
                  <a:pt x="11118" y="9526"/>
                </a:lnTo>
                <a:cubicBezTo>
                  <a:pt x="11174" y="9711"/>
                  <a:pt x="11341" y="9812"/>
                  <a:pt x="11506" y="9812"/>
                </a:cubicBezTo>
                <a:cubicBezTo>
                  <a:pt x="11641" y="9812"/>
                  <a:pt x="11776" y="9744"/>
                  <a:pt x="11848" y="9599"/>
                </a:cubicBezTo>
                <a:lnTo>
                  <a:pt x="12491" y="8299"/>
                </a:lnTo>
                <a:lnTo>
                  <a:pt x="12930" y="8299"/>
                </a:lnTo>
                <a:cubicBezTo>
                  <a:pt x="13076" y="8299"/>
                  <a:pt x="13207" y="8211"/>
                  <a:pt x="13280" y="8080"/>
                </a:cubicBezTo>
                <a:lnTo>
                  <a:pt x="13894" y="6911"/>
                </a:lnTo>
                <a:lnTo>
                  <a:pt x="14420" y="8065"/>
                </a:lnTo>
                <a:cubicBezTo>
                  <a:pt x="14493" y="8211"/>
                  <a:pt x="14639" y="8299"/>
                  <a:pt x="14785" y="8299"/>
                </a:cubicBezTo>
                <a:lnTo>
                  <a:pt x="15472" y="8299"/>
                </a:lnTo>
                <a:lnTo>
                  <a:pt x="15486" y="10447"/>
                </a:lnTo>
                <a:lnTo>
                  <a:pt x="2045" y="10447"/>
                </a:lnTo>
                <a:lnTo>
                  <a:pt x="2045" y="8299"/>
                </a:lnTo>
                <a:lnTo>
                  <a:pt x="4266" y="8299"/>
                </a:lnTo>
                <a:cubicBezTo>
                  <a:pt x="4427" y="8299"/>
                  <a:pt x="4573" y="8182"/>
                  <a:pt x="4631" y="8036"/>
                </a:cubicBezTo>
                <a:lnTo>
                  <a:pt x="5113" y="6677"/>
                </a:lnTo>
                <a:lnTo>
                  <a:pt x="6414" y="9643"/>
                </a:lnTo>
                <a:cubicBezTo>
                  <a:pt x="6487" y="9789"/>
                  <a:pt x="6618" y="9877"/>
                  <a:pt x="6764" y="9877"/>
                </a:cubicBezTo>
                <a:lnTo>
                  <a:pt x="6779" y="9877"/>
                </a:lnTo>
                <a:cubicBezTo>
                  <a:pt x="6925" y="9877"/>
                  <a:pt x="7071" y="9804"/>
                  <a:pt x="7130" y="9658"/>
                </a:cubicBezTo>
                <a:lnTo>
                  <a:pt x="7816" y="8299"/>
                </a:lnTo>
                <a:lnTo>
                  <a:pt x="8664" y="8299"/>
                </a:lnTo>
                <a:cubicBezTo>
                  <a:pt x="8824" y="8299"/>
                  <a:pt x="8970" y="8182"/>
                  <a:pt x="9029" y="8036"/>
                </a:cubicBezTo>
                <a:lnTo>
                  <a:pt x="9978" y="5304"/>
                </a:lnTo>
                <a:close/>
                <a:moveTo>
                  <a:pt x="1928" y="1535"/>
                </a:moveTo>
                <a:cubicBezTo>
                  <a:pt x="1709" y="1535"/>
                  <a:pt x="1534" y="1710"/>
                  <a:pt x="1534" y="1929"/>
                </a:cubicBezTo>
                <a:lnTo>
                  <a:pt x="1534" y="10563"/>
                </a:lnTo>
                <a:cubicBezTo>
                  <a:pt x="1534" y="10783"/>
                  <a:pt x="1709" y="10958"/>
                  <a:pt x="1928" y="10958"/>
                </a:cubicBezTo>
                <a:lnTo>
                  <a:pt x="15603" y="10958"/>
                </a:lnTo>
                <a:cubicBezTo>
                  <a:pt x="15822" y="10958"/>
                  <a:pt x="15998" y="10783"/>
                  <a:pt x="15998" y="10563"/>
                </a:cubicBezTo>
                <a:lnTo>
                  <a:pt x="15998" y="1929"/>
                </a:lnTo>
                <a:cubicBezTo>
                  <a:pt x="15998" y="1725"/>
                  <a:pt x="15822" y="1535"/>
                  <a:pt x="15603" y="1535"/>
                </a:cubicBezTo>
                <a:lnTo>
                  <a:pt x="4471" y="1535"/>
                </a:lnTo>
                <a:cubicBezTo>
                  <a:pt x="4149" y="1564"/>
                  <a:pt x="4149" y="2031"/>
                  <a:pt x="4471" y="2061"/>
                </a:cubicBezTo>
                <a:lnTo>
                  <a:pt x="15486" y="2061"/>
                </a:lnTo>
                <a:lnTo>
                  <a:pt x="15486" y="7788"/>
                </a:lnTo>
                <a:lnTo>
                  <a:pt x="14873" y="7788"/>
                </a:lnTo>
                <a:lnTo>
                  <a:pt x="14274" y="6473"/>
                </a:lnTo>
                <a:cubicBezTo>
                  <a:pt x="14215" y="6341"/>
                  <a:pt x="14084" y="6254"/>
                  <a:pt x="13938" y="6239"/>
                </a:cubicBezTo>
                <a:cubicBezTo>
                  <a:pt x="13777" y="6239"/>
                  <a:pt x="13631" y="6312"/>
                  <a:pt x="13572" y="6458"/>
                </a:cubicBezTo>
                <a:lnTo>
                  <a:pt x="12857" y="7788"/>
                </a:lnTo>
                <a:lnTo>
                  <a:pt x="12433" y="7788"/>
                </a:lnTo>
                <a:cubicBezTo>
                  <a:pt x="12272" y="7788"/>
                  <a:pt x="12141" y="7875"/>
                  <a:pt x="12068" y="8007"/>
                </a:cubicBezTo>
                <a:lnTo>
                  <a:pt x="11542" y="9088"/>
                </a:lnTo>
                <a:lnTo>
                  <a:pt x="10387" y="4807"/>
                </a:lnTo>
                <a:cubicBezTo>
                  <a:pt x="10335" y="4612"/>
                  <a:pt x="10170" y="4513"/>
                  <a:pt x="10006" y="4513"/>
                </a:cubicBezTo>
                <a:cubicBezTo>
                  <a:pt x="9852" y="4513"/>
                  <a:pt x="9699" y="4601"/>
                  <a:pt x="9642" y="4778"/>
                </a:cubicBezTo>
                <a:lnTo>
                  <a:pt x="8576" y="7788"/>
                </a:lnTo>
                <a:lnTo>
                  <a:pt x="7758" y="7788"/>
                </a:lnTo>
                <a:cubicBezTo>
                  <a:pt x="7597" y="7788"/>
                  <a:pt x="7466" y="7875"/>
                  <a:pt x="7392" y="8007"/>
                </a:cubicBezTo>
                <a:lnTo>
                  <a:pt x="6793" y="9219"/>
                </a:lnTo>
                <a:lnTo>
                  <a:pt x="5464" y="6195"/>
                </a:lnTo>
                <a:cubicBezTo>
                  <a:pt x="5393" y="6040"/>
                  <a:pt x="5248" y="5963"/>
                  <a:pt x="5103" y="5963"/>
                </a:cubicBezTo>
                <a:cubicBezTo>
                  <a:pt x="4948" y="5963"/>
                  <a:pt x="4794" y="6051"/>
                  <a:pt x="4734" y="6224"/>
                </a:cubicBezTo>
                <a:lnTo>
                  <a:pt x="4178" y="7788"/>
                </a:lnTo>
                <a:lnTo>
                  <a:pt x="2045" y="7788"/>
                </a:lnTo>
                <a:lnTo>
                  <a:pt x="2045" y="2046"/>
                </a:lnTo>
                <a:lnTo>
                  <a:pt x="3448" y="2046"/>
                </a:lnTo>
                <a:cubicBezTo>
                  <a:pt x="3755" y="2031"/>
                  <a:pt x="3755" y="1564"/>
                  <a:pt x="3448" y="1535"/>
                </a:cubicBezTo>
                <a:close/>
                <a:moveTo>
                  <a:pt x="6384" y="11995"/>
                </a:moveTo>
                <a:lnTo>
                  <a:pt x="6384" y="12638"/>
                </a:lnTo>
                <a:lnTo>
                  <a:pt x="4704" y="12638"/>
                </a:lnTo>
                <a:lnTo>
                  <a:pt x="4704" y="11995"/>
                </a:lnTo>
                <a:close/>
                <a:moveTo>
                  <a:pt x="9599" y="11995"/>
                </a:moveTo>
                <a:lnTo>
                  <a:pt x="9599" y="12638"/>
                </a:lnTo>
                <a:lnTo>
                  <a:pt x="7933" y="12638"/>
                </a:lnTo>
                <a:lnTo>
                  <a:pt x="7933" y="11995"/>
                </a:lnTo>
                <a:close/>
                <a:moveTo>
                  <a:pt x="12827" y="11995"/>
                </a:moveTo>
                <a:lnTo>
                  <a:pt x="12827" y="12638"/>
                </a:lnTo>
                <a:lnTo>
                  <a:pt x="11147" y="12638"/>
                </a:lnTo>
                <a:lnTo>
                  <a:pt x="11147" y="11995"/>
                </a:lnTo>
                <a:close/>
                <a:moveTo>
                  <a:pt x="15225" y="12125"/>
                </a:moveTo>
                <a:cubicBezTo>
                  <a:pt x="15357" y="12125"/>
                  <a:pt x="15486" y="12230"/>
                  <a:pt x="15486" y="12390"/>
                </a:cubicBezTo>
                <a:cubicBezTo>
                  <a:pt x="15486" y="12521"/>
                  <a:pt x="15369" y="12638"/>
                  <a:pt x="15223" y="12638"/>
                </a:cubicBezTo>
                <a:cubicBezTo>
                  <a:pt x="14990" y="12638"/>
                  <a:pt x="14887" y="12360"/>
                  <a:pt x="15048" y="12200"/>
                </a:cubicBezTo>
                <a:cubicBezTo>
                  <a:pt x="15099" y="12148"/>
                  <a:pt x="15162" y="12125"/>
                  <a:pt x="15225" y="12125"/>
                </a:cubicBezTo>
                <a:close/>
                <a:moveTo>
                  <a:pt x="2308" y="12127"/>
                </a:moveTo>
                <a:cubicBezTo>
                  <a:pt x="2454" y="12127"/>
                  <a:pt x="2571" y="12244"/>
                  <a:pt x="2571" y="12390"/>
                </a:cubicBezTo>
                <a:cubicBezTo>
                  <a:pt x="2571" y="12538"/>
                  <a:pt x="2444" y="12640"/>
                  <a:pt x="2312" y="12640"/>
                </a:cubicBezTo>
                <a:cubicBezTo>
                  <a:pt x="2249" y="12640"/>
                  <a:pt x="2185" y="12617"/>
                  <a:pt x="2133" y="12565"/>
                </a:cubicBezTo>
                <a:cubicBezTo>
                  <a:pt x="1958" y="12404"/>
                  <a:pt x="2075" y="12127"/>
                  <a:pt x="2308" y="12127"/>
                </a:cubicBezTo>
                <a:close/>
                <a:moveTo>
                  <a:pt x="4660" y="11469"/>
                </a:moveTo>
                <a:cubicBezTo>
                  <a:pt x="4398" y="11469"/>
                  <a:pt x="4193" y="11688"/>
                  <a:pt x="4193" y="11937"/>
                </a:cubicBezTo>
                <a:lnTo>
                  <a:pt x="4193" y="12696"/>
                </a:lnTo>
                <a:cubicBezTo>
                  <a:pt x="4193" y="12945"/>
                  <a:pt x="4398" y="13149"/>
                  <a:pt x="4660" y="13149"/>
                </a:cubicBezTo>
                <a:lnTo>
                  <a:pt x="6443" y="13149"/>
                </a:lnTo>
                <a:cubicBezTo>
                  <a:pt x="6691" y="13149"/>
                  <a:pt x="6910" y="12945"/>
                  <a:pt x="6910" y="12696"/>
                </a:cubicBezTo>
                <a:lnTo>
                  <a:pt x="6910" y="11937"/>
                </a:lnTo>
                <a:cubicBezTo>
                  <a:pt x="6910" y="11688"/>
                  <a:pt x="6691" y="11484"/>
                  <a:pt x="6443" y="11469"/>
                </a:cubicBezTo>
                <a:close/>
                <a:moveTo>
                  <a:pt x="7875" y="11469"/>
                </a:moveTo>
                <a:cubicBezTo>
                  <a:pt x="7626" y="11484"/>
                  <a:pt x="7407" y="11688"/>
                  <a:pt x="7407" y="11937"/>
                </a:cubicBezTo>
                <a:lnTo>
                  <a:pt x="7407" y="12696"/>
                </a:lnTo>
                <a:cubicBezTo>
                  <a:pt x="7407" y="12945"/>
                  <a:pt x="7626" y="13149"/>
                  <a:pt x="7875" y="13149"/>
                </a:cubicBezTo>
                <a:lnTo>
                  <a:pt x="9657" y="13149"/>
                </a:lnTo>
                <a:cubicBezTo>
                  <a:pt x="9920" y="13149"/>
                  <a:pt x="10124" y="12945"/>
                  <a:pt x="10124" y="12696"/>
                </a:cubicBezTo>
                <a:lnTo>
                  <a:pt x="10124" y="11937"/>
                </a:lnTo>
                <a:cubicBezTo>
                  <a:pt x="10124" y="11688"/>
                  <a:pt x="9920" y="11484"/>
                  <a:pt x="9657" y="11469"/>
                </a:cubicBezTo>
                <a:close/>
                <a:moveTo>
                  <a:pt x="11103" y="11469"/>
                </a:moveTo>
                <a:cubicBezTo>
                  <a:pt x="10840" y="11469"/>
                  <a:pt x="10636" y="11688"/>
                  <a:pt x="10636" y="11937"/>
                </a:cubicBezTo>
                <a:lnTo>
                  <a:pt x="10636" y="12696"/>
                </a:lnTo>
                <a:cubicBezTo>
                  <a:pt x="10636" y="12945"/>
                  <a:pt x="10840" y="13149"/>
                  <a:pt x="11103" y="13149"/>
                </a:cubicBezTo>
                <a:lnTo>
                  <a:pt x="12871" y="13149"/>
                </a:lnTo>
                <a:cubicBezTo>
                  <a:pt x="13134" y="13149"/>
                  <a:pt x="13339" y="12945"/>
                  <a:pt x="13339" y="12696"/>
                </a:cubicBezTo>
                <a:lnTo>
                  <a:pt x="13339" y="11937"/>
                </a:lnTo>
                <a:cubicBezTo>
                  <a:pt x="13339" y="11688"/>
                  <a:pt x="13134" y="11469"/>
                  <a:pt x="12871" y="11469"/>
                </a:cubicBezTo>
                <a:close/>
                <a:moveTo>
                  <a:pt x="2308" y="11615"/>
                </a:moveTo>
                <a:cubicBezTo>
                  <a:pt x="1885" y="11615"/>
                  <a:pt x="1534" y="11966"/>
                  <a:pt x="1534" y="12390"/>
                </a:cubicBezTo>
                <a:cubicBezTo>
                  <a:pt x="1534" y="12853"/>
                  <a:pt x="1914" y="13157"/>
                  <a:pt x="2313" y="13157"/>
                </a:cubicBezTo>
                <a:cubicBezTo>
                  <a:pt x="2505" y="13157"/>
                  <a:pt x="2702" y="13087"/>
                  <a:pt x="2864" y="12930"/>
                </a:cubicBezTo>
                <a:cubicBezTo>
                  <a:pt x="3346" y="12448"/>
                  <a:pt x="2995" y="11615"/>
                  <a:pt x="2308" y="11615"/>
                </a:cubicBezTo>
                <a:close/>
                <a:moveTo>
                  <a:pt x="15223" y="11615"/>
                </a:moveTo>
                <a:cubicBezTo>
                  <a:pt x="14537" y="11615"/>
                  <a:pt x="14186" y="12448"/>
                  <a:pt x="14683" y="12930"/>
                </a:cubicBezTo>
                <a:cubicBezTo>
                  <a:pt x="14839" y="13087"/>
                  <a:pt x="15033" y="13157"/>
                  <a:pt x="15223" y="13157"/>
                </a:cubicBezTo>
                <a:cubicBezTo>
                  <a:pt x="15618" y="13157"/>
                  <a:pt x="15998" y="12853"/>
                  <a:pt x="15998" y="12390"/>
                </a:cubicBezTo>
                <a:cubicBezTo>
                  <a:pt x="15998" y="11966"/>
                  <a:pt x="15647" y="11615"/>
                  <a:pt x="15223" y="11615"/>
                </a:cubicBezTo>
                <a:close/>
                <a:moveTo>
                  <a:pt x="4529" y="14187"/>
                </a:moveTo>
                <a:lnTo>
                  <a:pt x="4529" y="15238"/>
                </a:lnTo>
                <a:lnTo>
                  <a:pt x="3243" y="15238"/>
                </a:lnTo>
                <a:lnTo>
                  <a:pt x="3243" y="14187"/>
                </a:lnTo>
                <a:close/>
                <a:moveTo>
                  <a:pt x="13017" y="14187"/>
                </a:moveTo>
                <a:lnTo>
                  <a:pt x="13017" y="15238"/>
                </a:lnTo>
                <a:lnTo>
                  <a:pt x="5040" y="15238"/>
                </a:lnTo>
                <a:lnTo>
                  <a:pt x="5040" y="14187"/>
                </a:lnTo>
                <a:close/>
                <a:moveTo>
                  <a:pt x="14800" y="14187"/>
                </a:moveTo>
                <a:lnTo>
                  <a:pt x="14800" y="15238"/>
                </a:lnTo>
                <a:lnTo>
                  <a:pt x="13529" y="15238"/>
                </a:lnTo>
                <a:lnTo>
                  <a:pt x="13529" y="14187"/>
                </a:lnTo>
                <a:close/>
                <a:moveTo>
                  <a:pt x="16933" y="15750"/>
                </a:moveTo>
                <a:cubicBezTo>
                  <a:pt x="16976" y="15750"/>
                  <a:pt x="17020" y="15794"/>
                  <a:pt x="17020" y="15837"/>
                </a:cubicBezTo>
                <a:lnTo>
                  <a:pt x="17020" y="16948"/>
                </a:lnTo>
                <a:cubicBezTo>
                  <a:pt x="17020" y="16992"/>
                  <a:pt x="16976" y="17021"/>
                  <a:pt x="16933" y="17021"/>
                </a:cubicBezTo>
                <a:lnTo>
                  <a:pt x="599" y="17021"/>
                </a:lnTo>
                <a:cubicBezTo>
                  <a:pt x="555" y="17021"/>
                  <a:pt x="511" y="16992"/>
                  <a:pt x="511" y="16948"/>
                </a:cubicBezTo>
                <a:lnTo>
                  <a:pt x="511" y="15837"/>
                </a:lnTo>
                <a:cubicBezTo>
                  <a:pt x="511" y="15794"/>
                  <a:pt x="555" y="15750"/>
                  <a:pt x="599" y="15750"/>
                </a:cubicBezTo>
                <a:close/>
                <a:moveTo>
                  <a:pt x="1286" y="1"/>
                </a:moveTo>
                <a:cubicBezTo>
                  <a:pt x="570" y="1"/>
                  <a:pt x="0" y="570"/>
                  <a:pt x="0" y="1286"/>
                </a:cubicBezTo>
                <a:lnTo>
                  <a:pt x="0" y="12901"/>
                </a:lnTo>
                <a:cubicBezTo>
                  <a:pt x="0" y="13602"/>
                  <a:pt x="570" y="14172"/>
                  <a:pt x="1286" y="14172"/>
                </a:cubicBezTo>
                <a:lnTo>
                  <a:pt x="2732" y="14172"/>
                </a:lnTo>
                <a:lnTo>
                  <a:pt x="2732" y="15224"/>
                </a:lnTo>
                <a:lnTo>
                  <a:pt x="599" y="15224"/>
                </a:lnTo>
                <a:cubicBezTo>
                  <a:pt x="263" y="15224"/>
                  <a:pt x="0" y="15501"/>
                  <a:pt x="0" y="15823"/>
                </a:cubicBezTo>
                <a:lnTo>
                  <a:pt x="0" y="16933"/>
                </a:lnTo>
                <a:cubicBezTo>
                  <a:pt x="0" y="17269"/>
                  <a:pt x="263" y="17532"/>
                  <a:pt x="599" y="17532"/>
                </a:cubicBezTo>
                <a:lnTo>
                  <a:pt x="16947" y="17532"/>
                </a:lnTo>
                <a:cubicBezTo>
                  <a:pt x="17269" y="17532"/>
                  <a:pt x="17546" y="17269"/>
                  <a:pt x="17546" y="16933"/>
                </a:cubicBezTo>
                <a:lnTo>
                  <a:pt x="17546" y="15823"/>
                </a:lnTo>
                <a:cubicBezTo>
                  <a:pt x="17546" y="15501"/>
                  <a:pt x="17269" y="15224"/>
                  <a:pt x="16947" y="15224"/>
                </a:cubicBezTo>
                <a:lnTo>
                  <a:pt x="15311" y="15224"/>
                </a:lnTo>
                <a:lnTo>
                  <a:pt x="15311" y="14172"/>
                </a:lnTo>
                <a:lnTo>
                  <a:pt x="16261" y="14172"/>
                </a:lnTo>
                <a:cubicBezTo>
                  <a:pt x="16962" y="14172"/>
                  <a:pt x="17532" y="13602"/>
                  <a:pt x="17532" y="12901"/>
                </a:cubicBezTo>
                <a:lnTo>
                  <a:pt x="17532" y="10578"/>
                </a:lnTo>
                <a:cubicBezTo>
                  <a:pt x="17517" y="10417"/>
                  <a:pt x="17396" y="10337"/>
                  <a:pt x="17276" y="10337"/>
                </a:cubicBezTo>
                <a:cubicBezTo>
                  <a:pt x="17155" y="10337"/>
                  <a:pt x="17035" y="10417"/>
                  <a:pt x="17020" y="10578"/>
                </a:cubicBezTo>
                <a:lnTo>
                  <a:pt x="17020" y="12901"/>
                </a:lnTo>
                <a:cubicBezTo>
                  <a:pt x="17020" y="13325"/>
                  <a:pt x="16684" y="13675"/>
                  <a:pt x="16246" y="13675"/>
                </a:cubicBezTo>
                <a:lnTo>
                  <a:pt x="1271" y="13675"/>
                </a:lnTo>
                <a:cubicBezTo>
                  <a:pt x="847" y="13675"/>
                  <a:pt x="511" y="13325"/>
                  <a:pt x="511" y="12901"/>
                </a:cubicBezTo>
                <a:lnTo>
                  <a:pt x="511" y="1286"/>
                </a:lnTo>
                <a:cubicBezTo>
                  <a:pt x="511" y="863"/>
                  <a:pt x="847" y="512"/>
                  <a:pt x="1271" y="512"/>
                </a:cubicBezTo>
                <a:lnTo>
                  <a:pt x="16246" y="512"/>
                </a:lnTo>
                <a:cubicBezTo>
                  <a:pt x="16684" y="512"/>
                  <a:pt x="17020" y="863"/>
                  <a:pt x="17020" y="1286"/>
                </a:cubicBezTo>
                <a:lnTo>
                  <a:pt x="17020" y="9380"/>
                </a:lnTo>
                <a:cubicBezTo>
                  <a:pt x="17020" y="9512"/>
                  <a:pt x="17137" y="9628"/>
                  <a:pt x="17283" y="9628"/>
                </a:cubicBezTo>
                <a:cubicBezTo>
                  <a:pt x="17415" y="9628"/>
                  <a:pt x="17532" y="9512"/>
                  <a:pt x="17532" y="9380"/>
                </a:cubicBezTo>
                <a:lnTo>
                  <a:pt x="17532" y="1286"/>
                </a:lnTo>
                <a:cubicBezTo>
                  <a:pt x="17532" y="570"/>
                  <a:pt x="16962" y="1"/>
                  <a:pt x="16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15"/>
          <p:cNvSpPr/>
          <p:nvPr/>
        </p:nvSpPr>
        <p:spPr>
          <a:xfrm>
            <a:off x="2069595" y="3307277"/>
            <a:ext cx="302355" cy="396092"/>
          </a:xfrm>
          <a:custGeom>
            <a:rect b="b" l="l" r="r" t="t"/>
            <a:pathLst>
              <a:path extrusionOk="0" h="17532" w="13383">
                <a:moveTo>
                  <a:pt x="8050" y="3550"/>
                </a:moveTo>
                <a:lnTo>
                  <a:pt x="8050" y="4690"/>
                </a:lnTo>
                <a:cubicBezTo>
                  <a:pt x="8050" y="4880"/>
                  <a:pt x="8211" y="5055"/>
                  <a:pt x="8415" y="5055"/>
                </a:cubicBezTo>
                <a:lnTo>
                  <a:pt x="9555" y="5055"/>
                </a:lnTo>
                <a:lnTo>
                  <a:pt x="9555" y="5567"/>
                </a:lnTo>
                <a:lnTo>
                  <a:pt x="8415" y="5567"/>
                </a:lnTo>
                <a:cubicBezTo>
                  <a:pt x="8211" y="5567"/>
                  <a:pt x="8050" y="5727"/>
                  <a:pt x="8050" y="5932"/>
                </a:cubicBezTo>
                <a:lnTo>
                  <a:pt x="8050" y="7057"/>
                </a:lnTo>
                <a:lnTo>
                  <a:pt x="7539" y="7057"/>
                </a:lnTo>
                <a:lnTo>
                  <a:pt x="7539" y="5932"/>
                </a:lnTo>
                <a:cubicBezTo>
                  <a:pt x="7539" y="5727"/>
                  <a:pt x="7378" y="5567"/>
                  <a:pt x="7174" y="5567"/>
                </a:cubicBezTo>
                <a:lnTo>
                  <a:pt x="6049" y="5567"/>
                </a:lnTo>
                <a:lnTo>
                  <a:pt x="6049" y="5055"/>
                </a:lnTo>
                <a:lnTo>
                  <a:pt x="7174" y="5055"/>
                </a:lnTo>
                <a:cubicBezTo>
                  <a:pt x="7378" y="5055"/>
                  <a:pt x="7539" y="4880"/>
                  <a:pt x="7539" y="4690"/>
                </a:cubicBezTo>
                <a:lnTo>
                  <a:pt x="7539" y="3550"/>
                </a:lnTo>
                <a:close/>
                <a:moveTo>
                  <a:pt x="7495" y="3039"/>
                </a:moveTo>
                <a:cubicBezTo>
                  <a:pt x="7232" y="3039"/>
                  <a:pt x="7027" y="3244"/>
                  <a:pt x="7027" y="3507"/>
                </a:cubicBezTo>
                <a:lnTo>
                  <a:pt x="7027" y="4529"/>
                </a:lnTo>
                <a:lnTo>
                  <a:pt x="6005" y="4529"/>
                </a:lnTo>
                <a:cubicBezTo>
                  <a:pt x="5742" y="4529"/>
                  <a:pt x="5537" y="4734"/>
                  <a:pt x="5537" y="4997"/>
                </a:cubicBezTo>
                <a:lnTo>
                  <a:pt x="5537" y="5610"/>
                </a:lnTo>
                <a:cubicBezTo>
                  <a:pt x="5537" y="5859"/>
                  <a:pt x="5742" y="6078"/>
                  <a:pt x="6005" y="6078"/>
                </a:cubicBezTo>
                <a:lnTo>
                  <a:pt x="7027" y="6078"/>
                </a:lnTo>
                <a:lnTo>
                  <a:pt x="7027" y="7101"/>
                </a:lnTo>
                <a:cubicBezTo>
                  <a:pt x="7027" y="7349"/>
                  <a:pt x="7232" y="7568"/>
                  <a:pt x="7495" y="7568"/>
                </a:cubicBezTo>
                <a:lnTo>
                  <a:pt x="8109" y="7568"/>
                </a:lnTo>
                <a:cubicBezTo>
                  <a:pt x="8357" y="7568"/>
                  <a:pt x="8561" y="7349"/>
                  <a:pt x="8561" y="7101"/>
                </a:cubicBezTo>
                <a:lnTo>
                  <a:pt x="8561" y="6078"/>
                </a:lnTo>
                <a:lnTo>
                  <a:pt x="9599" y="6078"/>
                </a:lnTo>
                <a:cubicBezTo>
                  <a:pt x="9847" y="6078"/>
                  <a:pt x="10052" y="5859"/>
                  <a:pt x="10052" y="5610"/>
                </a:cubicBezTo>
                <a:lnTo>
                  <a:pt x="10052" y="4997"/>
                </a:lnTo>
                <a:cubicBezTo>
                  <a:pt x="10052" y="4734"/>
                  <a:pt x="9847" y="4529"/>
                  <a:pt x="9599" y="4529"/>
                </a:cubicBezTo>
                <a:lnTo>
                  <a:pt x="8576" y="4529"/>
                </a:lnTo>
                <a:lnTo>
                  <a:pt x="8576" y="3507"/>
                </a:lnTo>
                <a:cubicBezTo>
                  <a:pt x="8576" y="3244"/>
                  <a:pt x="8357" y="3039"/>
                  <a:pt x="8109" y="3039"/>
                </a:cubicBezTo>
                <a:close/>
                <a:moveTo>
                  <a:pt x="7790" y="2015"/>
                </a:moveTo>
                <a:cubicBezTo>
                  <a:pt x="7185" y="2015"/>
                  <a:pt x="6575" y="2182"/>
                  <a:pt x="6034" y="2528"/>
                </a:cubicBezTo>
                <a:cubicBezTo>
                  <a:pt x="5768" y="2673"/>
                  <a:pt x="5922" y="3017"/>
                  <a:pt x="6156" y="3017"/>
                </a:cubicBezTo>
                <a:cubicBezTo>
                  <a:pt x="6205" y="3017"/>
                  <a:pt x="6258" y="3002"/>
                  <a:pt x="6312" y="2966"/>
                </a:cubicBezTo>
                <a:cubicBezTo>
                  <a:pt x="6750" y="2674"/>
                  <a:pt x="7261" y="2528"/>
                  <a:pt x="7787" y="2528"/>
                </a:cubicBezTo>
                <a:cubicBezTo>
                  <a:pt x="9073" y="2528"/>
                  <a:pt x="10183" y="3404"/>
                  <a:pt x="10490" y="4646"/>
                </a:cubicBezTo>
                <a:cubicBezTo>
                  <a:pt x="10797" y="5888"/>
                  <a:pt x="10212" y="7174"/>
                  <a:pt x="9087" y="7773"/>
                </a:cubicBezTo>
                <a:cubicBezTo>
                  <a:pt x="8647" y="8003"/>
                  <a:pt x="8205" y="8105"/>
                  <a:pt x="7782" y="8105"/>
                </a:cubicBezTo>
                <a:cubicBezTo>
                  <a:pt x="5733" y="8105"/>
                  <a:pt x="4142" y="5700"/>
                  <a:pt x="5523" y="3726"/>
                </a:cubicBezTo>
                <a:cubicBezTo>
                  <a:pt x="5596" y="3609"/>
                  <a:pt x="5566" y="3434"/>
                  <a:pt x="5450" y="3360"/>
                </a:cubicBezTo>
                <a:lnTo>
                  <a:pt x="5464" y="3360"/>
                </a:lnTo>
                <a:cubicBezTo>
                  <a:pt x="5419" y="3327"/>
                  <a:pt x="5366" y="3310"/>
                  <a:pt x="5313" y="3310"/>
                </a:cubicBezTo>
                <a:cubicBezTo>
                  <a:pt x="5228" y="3310"/>
                  <a:pt x="5144" y="3353"/>
                  <a:pt x="5099" y="3434"/>
                </a:cubicBezTo>
                <a:cubicBezTo>
                  <a:pt x="4135" y="4807"/>
                  <a:pt x="4368" y="6706"/>
                  <a:pt x="5654" y="7802"/>
                </a:cubicBezTo>
                <a:cubicBezTo>
                  <a:pt x="6270" y="8327"/>
                  <a:pt x="7030" y="8587"/>
                  <a:pt x="7788" y="8587"/>
                </a:cubicBezTo>
                <a:cubicBezTo>
                  <a:pt x="8612" y="8587"/>
                  <a:pt x="9435" y="8279"/>
                  <a:pt x="10066" y="7670"/>
                </a:cubicBezTo>
                <a:cubicBezTo>
                  <a:pt x="11293" y="6502"/>
                  <a:pt x="11425" y="4602"/>
                  <a:pt x="10373" y="3273"/>
                </a:cubicBezTo>
                <a:cubicBezTo>
                  <a:pt x="9732" y="2451"/>
                  <a:pt x="8768" y="2015"/>
                  <a:pt x="7790" y="2015"/>
                </a:cubicBezTo>
                <a:close/>
                <a:moveTo>
                  <a:pt x="4020" y="9612"/>
                </a:moveTo>
                <a:cubicBezTo>
                  <a:pt x="3676" y="9612"/>
                  <a:pt x="3676" y="10140"/>
                  <a:pt x="4020" y="10140"/>
                </a:cubicBezTo>
                <a:cubicBezTo>
                  <a:pt x="4029" y="10140"/>
                  <a:pt x="4038" y="10140"/>
                  <a:pt x="4047" y="10139"/>
                </a:cubicBezTo>
                <a:lnTo>
                  <a:pt x="11556" y="10139"/>
                </a:lnTo>
                <a:cubicBezTo>
                  <a:pt x="11565" y="10140"/>
                  <a:pt x="11574" y="10140"/>
                  <a:pt x="11583" y="10140"/>
                </a:cubicBezTo>
                <a:cubicBezTo>
                  <a:pt x="11913" y="10140"/>
                  <a:pt x="11913" y="9612"/>
                  <a:pt x="11583" y="9612"/>
                </a:cubicBezTo>
                <a:cubicBezTo>
                  <a:pt x="11574" y="9612"/>
                  <a:pt x="11565" y="9613"/>
                  <a:pt x="11556" y="9613"/>
                </a:cubicBezTo>
                <a:lnTo>
                  <a:pt x="4047" y="9613"/>
                </a:lnTo>
                <a:cubicBezTo>
                  <a:pt x="4038" y="9613"/>
                  <a:pt x="4029" y="9612"/>
                  <a:pt x="4020" y="9612"/>
                </a:cubicBezTo>
                <a:close/>
                <a:moveTo>
                  <a:pt x="4019" y="11161"/>
                </a:moveTo>
                <a:cubicBezTo>
                  <a:pt x="3676" y="11161"/>
                  <a:pt x="3676" y="11674"/>
                  <a:pt x="4019" y="11674"/>
                </a:cubicBezTo>
                <a:cubicBezTo>
                  <a:pt x="4028" y="11674"/>
                  <a:pt x="4038" y="11674"/>
                  <a:pt x="4047" y="11673"/>
                </a:cubicBezTo>
                <a:lnTo>
                  <a:pt x="11556" y="11673"/>
                </a:lnTo>
                <a:cubicBezTo>
                  <a:pt x="11703" y="11673"/>
                  <a:pt x="11819" y="11556"/>
                  <a:pt x="11819" y="11425"/>
                </a:cubicBezTo>
                <a:cubicBezTo>
                  <a:pt x="11819" y="11279"/>
                  <a:pt x="11703" y="11162"/>
                  <a:pt x="11556" y="11162"/>
                </a:cubicBezTo>
                <a:lnTo>
                  <a:pt x="4047" y="11162"/>
                </a:lnTo>
                <a:cubicBezTo>
                  <a:pt x="4038" y="11161"/>
                  <a:pt x="4028" y="11161"/>
                  <a:pt x="4019" y="11161"/>
                </a:cubicBezTo>
                <a:close/>
                <a:moveTo>
                  <a:pt x="4020" y="12695"/>
                </a:moveTo>
                <a:cubicBezTo>
                  <a:pt x="3676" y="12695"/>
                  <a:pt x="3676" y="13223"/>
                  <a:pt x="4020" y="13223"/>
                </a:cubicBezTo>
                <a:cubicBezTo>
                  <a:pt x="4029" y="13223"/>
                  <a:pt x="4038" y="13223"/>
                  <a:pt x="4047" y="13222"/>
                </a:cubicBezTo>
                <a:lnTo>
                  <a:pt x="10022" y="13222"/>
                </a:lnTo>
                <a:cubicBezTo>
                  <a:pt x="10031" y="13223"/>
                  <a:pt x="10040" y="13223"/>
                  <a:pt x="10048" y="13223"/>
                </a:cubicBezTo>
                <a:cubicBezTo>
                  <a:pt x="10379" y="13223"/>
                  <a:pt x="10379" y="12695"/>
                  <a:pt x="10048" y="12695"/>
                </a:cubicBezTo>
                <a:cubicBezTo>
                  <a:pt x="10040" y="12695"/>
                  <a:pt x="10031" y="12695"/>
                  <a:pt x="10022" y="12696"/>
                </a:cubicBezTo>
                <a:lnTo>
                  <a:pt x="4047" y="12696"/>
                </a:lnTo>
                <a:cubicBezTo>
                  <a:pt x="4038" y="12695"/>
                  <a:pt x="4029" y="12695"/>
                  <a:pt x="4020" y="12695"/>
                </a:cubicBezTo>
                <a:close/>
                <a:moveTo>
                  <a:pt x="2250" y="526"/>
                </a:moveTo>
                <a:lnTo>
                  <a:pt x="2250" y="14727"/>
                </a:lnTo>
                <a:lnTo>
                  <a:pt x="1403" y="14727"/>
                </a:lnTo>
                <a:cubicBezTo>
                  <a:pt x="1385" y="14726"/>
                  <a:pt x="1367" y="14726"/>
                  <a:pt x="1349" y="14726"/>
                </a:cubicBezTo>
                <a:cubicBezTo>
                  <a:pt x="1046" y="14726"/>
                  <a:pt x="746" y="14841"/>
                  <a:pt x="512" y="15048"/>
                </a:cubicBezTo>
                <a:lnTo>
                  <a:pt x="512" y="1286"/>
                </a:lnTo>
                <a:cubicBezTo>
                  <a:pt x="512" y="862"/>
                  <a:pt x="848" y="526"/>
                  <a:pt x="1286" y="526"/>
                </a:cubicBezTo>
                <a:close/>
                <a:moveTo>
                  <a:pt x="12842" y="15238"/>
                </a:moveTo>
                <a:lnTo>
                  <a:pt x="12842" y="16772"/>
                </a:lnTo>
                <a:cubicBezTo>
                  <a:pt x="12842" y="16918"/>
                  <a:pt x="12725" y="17035"/>
                  <a:pt x="12579" y="17035"/>
                </a:cubicBezTo>
                <a:lnTo>
                  <a:pt x="1403" y="17035"/>
                </a:lnTo>
                <a:cubicBezTo>
                  <a:pt x="205" y="17035"/>
                  <a:pt x="205" y="15238"/>
                  <a:pt x="1403" y="15238"/>
                </a:cubicBezTo>
                <a:close/>
                <a:moveTo>
                  <a:pt x="1286" y="0"/>
                </a:moveTo>
                <a:cubicBezTo>
                  <a:pt x="570" y="0"/>
                  <a:pt x="0" y="570"/>
                  <a:pt x="0" y="1286"/>
                </a:cubicBezTo>
                <a:lnTo>
                  <a:pt x="0" y="16129"/>
                </a:lnTo>
                <a:cubicBezTo>
                  <a:pt x="0" y="16904"/>
                  <a:pt x="628" y="17532"/>
                  <a:pt x="1417" y="17532"/>
                </a:cubicBezTo>
                <a:lnTo>
                  <a:pt x="12594" y="17532"/>
                </a:lnTo>
                <a:cubicBezTo>
                  <a:pt x="13017" y="17532"/>
                  <a:pt x="13368" y="17196"/>
                  <a:pt x="13368" y="16772"/>
                </a:cubicBezTo>
                <a:lnTo>
                  <a:pt x="13368" y="13470"/>
                </a:lnTo>
                <a:cubicBezTo>
                  <a:pt x="13383" y="13288"/>
                  <a:pt x="13244" y="13196"/>
                  <a:pt x="13105" y="13196"/>
                </a:cubicBezTo>
                <a:cubicBezTo>
                  <a:pt x="12966" y="13196"/>
                  <a:pt x="12827" y="13288"/>
                  <a:pt x="12842" y="13470"/>
                </a:cubicBezTo>
                <a:lnTo>
                  <a:pt x="12842" y="14712"/>
                </a:lnTo>
                <a:lnTo>
                  <a:pt x="2761" y="14712"/>
                </a:lnTo>
                <a:lnTo>
                  <a:pt x="2761" y="512"/>
                </a:lnTo>
                <a:lnTo>
                  <a:pt x="12579" y="512"/>
                </a:lnTo>
                <a:cubicBezTo>
                  <a:pt x="12725" y="512"/>
                  <a:pt x="12842" y="628"/>
                  <a:pt x="12842" y="775"/>
                </a:cubicBezTo>
                <a:lnTo>
                  <a:pt x="12842" y="12272"/>
                </a:lnTo>
                <a:cubicBezTo>
                  <a:pt x="12842" y="12418"/>
                  <a:pt x="12959" y="12535"/>
                  <a:pt x="13105" y="12535"/>
                </a:cubicBezTo>
                <a:cubicBezTo>
                  <a:pt x="13237" y="12535"/>
                  <a:pt x="13353" y="12418"/>
                  <a:pt x="13353" y="12272"/>
                </a:cubicBezTo>
                <a:lnTo>
                  <a:pt x="13353" y="775"/>
                </a:lnTo>
                <a:cubicBezTo>
                  <a:pt x="13353" y="351"/>
                  <a:pt x="13017" y="0"/>
                  <a:pt x="12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15"/>
          <p:cNvSpPr/>
          <p:nvPr/>
        </p:nvSpPr>
        <p:spPr>
          <a:xfrm>
            <a:off x="2034599" y="2655698"/>
            <a:ext cx="373341" cy="396679"/>
          </a:xfrm>
          <a:custGeom>
            <a:rect b="b" l="l" r="r" t="t"/>
            <a:pathLst>
              <a:path extrusionOk="0" h="17558" w="16525">
                <a:moveTo>
                  <a:pt x="9073" y="2674"/>
                </a:moveTo>
                <a:lnTo>
                  <a:pt x="9073" y="3186"/>
                </a:lnTo>
                <a:lnTo>
                  <a:pt x="6882" y="3186"/>
                </a:lnTo>
                <a:cubicBezTo>
                  <a:pt x="6882" y="3098"/>
                  <a:pt x="6896" y="3010"/>
                  <a:pt x="6896" y="2923"/>
                </a:cubicBezTo>
                <a:cubicBezTo>
                  <a:pt x="6896" y="2835"/>
                  <a:pt x="6896" y="2747"/>
                  <a:pt x="6882" y="2674"/>
                </a:cubicBezTo>
                <a:close/>
                <a:moveTo>
                  <a:pt x="3916" y="1535"/>
                </a:moveTo>
                <a:lnTo>
                  <a:pt x="3916" y="4311"/>
                </a:lnTo>
                <a:lnTo>
                  <a:pt x="1535" y="4311"/>
                </a:lnTo>
                <a:lnTo>
                  <a:pt x="1535" y="1535"/>
                </a:lnTo>
                <a:close/>
                <a:moveTo>
                  <a:pt x="1476" y="1023"/>
                </a:moveTo>
                <a:cubicBezTo>
                  <a:pt x="1228" y="1023"/>
                  <a:pt x="1023" y="1228"/>
                  <a:pt x="1023" y="1491"/>
                </a:cubicBezTo>
                <a:lnTo>
                  <a:pt x="1023" y="4369"/>
                </a:lnTo>
                <a:cubicBezTo>
                  <a:pt x="1023" y="4617"/>
                  <a:pt x="1228" y="4837"/>
                  <a:pt x="1476" y="4837"/>
                </a:cubicBezTo>
                <a:lnTo>
                  <a:pt x="3960" y="4837"/>
                </a:lnTo>
                <a:cubicBezTo>
                  <a:pt x="4208" y="4837"/>
                  <a:pt x="4427" y="4617"/>
                  <a:pt x="4427" y="4369"/>
                </a:cubicBezTo>
                <a:lnTo>
                  <a:pt x="4427" y="1491"/>
                </a:lnTo>
                <a:cubicBezTo>
                  <a:pt x="4427" y="1243"/>
                  <a:pt x="4208" y="1023"/>
                  <a:pt x="3960" y="1023"/>
                </a:cubicBezTo>
                <a:close/>
                <a:moveTo>
                  <a:pt x="3974" y="512"/>
                </a:moveTo>
                <a:cubicBezTo>
                  <a:pt x="5275" y="541"/>
                  <a:pt x="6312" y="1622"/>
                  <a:pt x="6312" y="2923"/>
                </a:cubicBezTo>
                <a:cubicBezTo>
                  <a:pt x="6312" y="4238"/>
                  <a:pt x="5275" y="5304"/>
                  <a:pt x="3974" y="5348"/>
                </a:cubicBezTo>
                <a:lnTo>
                  <a:pt x="1272" y="5348"/>
                </a:lnTo>
                <a:cubicBezTo>
                  <a:pt x="848" y="5333"/>
                  <a:pt x="497" y="4997"/>
                  <a:pt x="497" y="4574"/>
                </a:cubicBezTo>
                <a:lnTo>
                  <a:pt x="497" y="1286"/>
                </a:lnTo>
                <a:cubicBezTo>
                  <a:pt x="497" y="863"/>
                  <a:pt x="848" y="512"/>
                  <a:pt x="1272" y="512"/>
                </a:cubicBezTo>
                <a:close/>
                <a:moveTo>
                  <a:pt x="1272" y="1"/>
                </a:moveTo>
                <a:cubicBezTo>
                  <a:pt x="570" y="1"/>
                  <a:pt x="1" y="571"/>
                  <a:pt x="1" y="1272"/>
                </a:cubicBezTo>
                <a:lnTo>
                  <a:pt x="1" y="4559"/>
                </a:lnTo>
                <a:cubicBezTo>
                  <a:pt x="1" y="5275"/>
                  <a:pt x="570" y="5845"/>
                  <a:pt x="1272" y="5845"/>
                </a:cubicBezTo>
                <a:lnTo>
                  <a:pt x="3974" y="5845"/>
                </a:lnTo>
                <a:cubicBezTo>
                  <a:pt x="5289" y="5845"/>
                  <a:pt x="6443" y="4953"/>
                  <a:pt x="6794" y="3682"/>
                </a:cubicBezTo>
                <a:lnTo>
                  <a:pt x="9190" y="3682"/>
                </a:lnTo>
                <a:cubicBezTo>
                  <a:pt x="9409" y="3682"/>
                  <a:pt x="9584" y="3507"/>
                  <a:pt x="9584" y="3288"/>
                </a:cubicBezTo>
                <a:lnTo>
                  <a:pt x="9584" y="2528"/>
                </a:lnTo>
                <a:cubicBezTo>
                  <a:pt x="9584" y="2309"/>
                  <a:pt x="9409" y="2134"/>
                  <a:pt x="9190" y="2134"/>
                </a:cubicBezTo>
                <a:lnTo>
                  <a:pt x="8971" y="2134"/>
                </a:lnTo>
                <a:cubicBezTo>
                  <a:pt x="9013" y="1721"/>
                  <a:pt x="9326" y="1523"/>
                  <a:pt x="9643" y="1523"/>
                </a:cubicBezTo>
                <a:cubicBezTo>
                  <a:pt x="9988" y="1523"/>
                  <a:pt x="10337" y="1758"/>
                  <a:pt x="10344" y="2207"/>
                </a:cubicBezTo>
                <a:lnTo>
                  <a:pt x="10344" y="7466"/>
                </a:lnTo>
                <a:cubicBezTo>
                  <a:pt x="10344" y="7642"/>
                  <a:pt x="10472" y="7729"/>
                  <a:pt x="10600" y="7729"/>
                </a:cubicBezTo>
                <a:cubicBezTo>
                  <a:pt x="10728" y="7729"/>
                  <a:pt x="10856" y="7642"/>
                  <a:pt x="10856" y="7466"/>
                </a:cubicBezTo>
                <a:lnTo>
                  <a:pt x="10856" y="1199"/>
                </a:lnTo>
                <a:cubicBezTo>
                  <a:pt x="10856" y="746"/>
                  <a:pt x="11199" y="519"/>
                  <a:pt x="11542" y="519"/>
                </a:cubicBezTo>
                <a:cubicBezTo>
                  <a:pt x="11886" y="519"/>
                  <a:pt x="12229" y="746"/>
                  <a:pt x="12229" y="1199"/>
                </a:cubicBezTo>
                <a:lnTo>
                  <a:pt x="12229" y="7481"/>
                </a:lnTo>
                <a:cubicBezTo>
                  <a:pt x="12229" y="7656"/>
                  <a:pt x="12357" y="7744"/>
                  <a:pt x="12485" y="7744"/>
                </a:cubicBezTo>
                <a:cubicBezTo>
                  <a:pt x="12612" y="7744"/>
                  <a:pt x="12740" y="7656"/>
                  <a:pt x="12740" y="7481"/>
                </a:cubicBezTo>
                <a:lnTo>
                  <a:pt x="12740" y="2221"/>
                </a:lnTo>
                <a:cubicBezTo>
                  <a:pt x="12740" y="1769"/>
                  <a:pt x="13084" y="1542"/>
                  <a:pt x="13427" y="1542"/>
                </a:cubicBezTo>
                <a:cubicBezTo>
                  <a:pt x="13770" y="1542"/>
                  <a:pt x="14113" y="1769"/>
                  <a:pt x="14113" y="2221"/>
                </a:cubicBezTo>
                <a:lnTo>
                  <a:pt x="14113" y="7481"/>
                </a:lnTo>
                <a:cubicBezTo>
                  <a:pt x="14113" y="7649"/>
                  <a:pt x="14241" y="7733"/>
                  <a:pt x="14369" y="7733"/>
                </a:cubicBezTo>
                <a:cubicBezTo>
                  <a:pt x="14497" y="7733"/>
                  <a:pt x="14625" y="7649"/>
                  <a:pt x="14625" y="7481"/>
                </a:cubicBezTo>
                <a:lnTo>
                  <a:pt x="14625" y="3259"/>
                </a:lnTo>
                <a:cubicBezTo>
                  <a:pt x="14625" y="2799"/>
                  <a:pt x="14964" y="2568"/>
                  <a:pt x="15304" y="2568"/>
                </a:cubicBezTo>
                <a:cubicBezTo>
                  <a:pt x="15644" y="2568"/>
                  <a:pt x="15984" y="2799"/>
                  <a:pt x="15984" y="3259"/>
                </a:cubicBezTo>
                <a:lnTo>
                  <a:pt x="15984" y="7466"/>
                </a:lnTo>
                <a:cubicBezTo>
                  <a:pt x="15969" y="7656"/>
                  <a:pt x="16108" y="7751"/>
                  <a:pt x="16246" y="7751"/>
                </a:cubicBezTo>
                <a:cubicBezTo>
                  <a:pt x="16385" y="7751"/>
                  <a:pt x="16524" y="7656"/>
                  <a:pt x="16509" y="7466"/>
                </a:cubicBezTo>
                <a:lnTo>
                  <a:pt x="16509" y="3259"/>
                </a:lnTo>
                <a:cubicBezTo>
                  <a:pt x="16509" y="2587"/>
                  <a:pt x="15969" y="2061"/>
                  <a:pt x="15311" y="2061"/>
                </a:cubicBezTo>
                <a:cubicBezTo>
                  <a:pt x="15293" y="2060"/>
                  <a:pt x="15275" y="2059"/>
                  <a:pt x="15257" y="2059"/>
                </a:cubicBezTo>
                <a:cubicBezTo>
                  <a:pt x="15027" y="2059"/>
                  <a:pt x="14801" y="2143"/>
                  <a:pt x="14625" y="2265"/>
                </a:cubicBezTo>
                <a:cubicBezTo>
                  <a:pt x="14646" y="1546"/>
                  <a:pt x="14052" y="1024"/>
                  <a:pt x="13417" y="1024"/>
                </a:cubicBezTo>
                <a:cubicBezTo>
                  <a:pt x="13188" y="1024"/>
                  <a:pt x="12953" y="1092"/>
                  <a:pt x="12740" y="1243"/>
                </a:cubicBezTo>
                <a:cubicBezTo>
                  <a:pt x="12740" y="585"/>
                  <a:pt x="12200" y="45"/>
                  <a:pt x="11542" y="45"/>
                </a:cubicBezTo>
                <a:cubicBezTo>
                  <a:pt x="10870" y="45"/>
                  <a:pt x="10330" y="585"/>
                  <a:pt x="10330" y="1243"/>
                </a:cubicBezTo>
                <a:cubicBezTo>
                  <a:pt x="10140" y="1097"/>
                  <a:pt x="9891" y="1023"/>
                  <a:pt x="9658" y="1023"/>
                </a:cubicBezTo>
                <a:cubicBezTo>
                  <a:pt x="9015" y="1023"/>
                  <a:pt x="8489" y="1520"/>
                  <a:pt x="8460" y="2163"/>
                </a:cubicBezTo>
                <a:lnTo>
                  <a:pt x="6794" y="2163"/>
                </a:lnTo>
                <a:cubicBezTo>
                  <a:pt x="6443" y="877"/>
                  <a:pt x="5289" y="1"/>
                  <a:pt x="3974" y="1"/>
                </a:cubicBezTo>
                <a:close/>
                <a:moveTo>
                  <a:pt x="16222" y="8415"/>
                </a:moveTo>
                <a:cubicBezTo>
                  <a:pt x="16087" y="8415"/>
                  <a:pt x="15984" y="8527"/>
                  <a:pt x="15984" y="8664"/>
                </a:cubicBezTo>
                <a:lnTo>
                  <a:pt x="15984" y="11937"/>
                </a:lnTo>
                <a:cubicBezTo>
                  <a:pt x="15984" y="12317"/>
                  <a:pt x="15837" y="12697"/>
                  <a:pt x="15574" y="12974"/>
                </a:cubicBezTo>
                <a:cubicBezTo>
                  <a:pt x="15253" y="13325"/>
                  <a:pt x="15063" y="13778"/>
                  <a:pt x="15063" y="14245"/>
                </a:cubicBezTo>
                <a:lnTo>
                  <a:pt x="15063" y="17284"/>
                </a:lnTo>
                <a:cubicBezTo>
                  <a:pt x="15063" y="17452"/>
                  <a:pt x="15191" y="17536"/>
                  <a:pt x="15321" y="17536"/>
                </a:cubicBezTo>
                <a:cubicBezTo>
                  <a:pt x="15450" y="17536"/>
                  <a:pt x="15582" y="17452"/>
                  <a:pt x="15589" y="17284"/>
                </a:cubicBezTo>
                <a:lnTo>
                  <a:pt x="15589" y="14260"/>
                </a:lnTo>
                <a:cubicBezTo>
                  <a:pt x="15574" y="13909"/>
                  <a:pt x="15706" y="13573"/>
                  <a:pt x="15954" y="13325"/>
                </a:cubicBezTo>
                <a:cubicBezTo>
                  <a:pt x="16305" y="12945"/>
                  <a:pt x="16495" y="12448"/>
                  <a:pt x="16495" y="11937"/>
                </a:cubicBezTo>
                <a:lnTo>
                  <a:pt x="16495" y="8664"/>
                </a:lnTo>
                <a:cubicBezTo>
                  <a:pt x="16495" y="8518"/>
                  <a:pt x="16378" y="8416"/>
                  <a:pt x="16246" y="8416"/>
                </a:cubicBezTo>
                <a:cubicBezTo>
                  <a:pt x="16238" y="8415"/>
                  <a:pt x="16230" y="8415"/>
                  <a:pt x="16222" y="8415"/>
                </a:cubicBezTo>
                <a:close/>
                <a:moveTo>
                  <a:pt x="8708" y="4296"/>
                </a:moveTo>
                <a:cubicBezTo>
                  <a:pt x="8562" y="4296"/>
                  <a:pt x="8445" y="4413"/>
                  <a:pt x="8445" y="4559"/>
                </a:cubicBezTo>
                <a:lnTo>
                  <a:pt x="8445" y="6064"/>
                </a:lnTo>
                <a:cubicBezTo>
                  <a:pt x="8221" y="5898"/>
                  <a:pt x="7970" y="5823"/>
                  <a:pt x="7724" y="5823"/>
                </a:cubicBezTo>
                <a:cubicBezTo>
                  <a:pt x="7105" y="5823"/>
                  <a:pt x="6519" y="6302"/>
                  <a:pt x="6487" y="7013"/>
                </a:cubicBezTo>
                <a:lnTo>
                  <a:pt x="6341" y="9161"/>
                </a:lnTo>
                <a:cubicBezTo>
                  <a:pt x="6327" y="9439"/>
                  <a:pt x="6400" y="9731"/>
                  <a:pt x="6531" y="9979"/>
                </a:cubicBezTo>
                <a:lnTo>
                  <a:pt x="8299" y="13383"/>
                </a:lnTo>
                <a:cubicBezTo>
                  <a:pt x="8401" y="13573"/>
                  <a:pt x="8445" y="13792"/>
                  <a:pt x="8445" y="14011"/>
                </a:cubicBezTo>
                <a:lnTo>
                  <a:pt x="8445" y="17284"/>
                </a:lnTo>
                <a:cubicBezTo>
                  <a:pt x="8430" y="17467"/>
                  <a:pt x="8569" y="17558"/>
                  <a:pt x="8708" y="17558"/>
                </a:cubicBezTo>
                <a:cubicBezTo>
                  <a:pt x="8847" y="17558"/>
                  <a:pt x="8986" y="17467"/>
                  <a:pt x="8971" y="17284"/>
                </a:cubicBezTo>
                <a:lnTo>
                  <a:pt x="8971" y="14011"/>
                </a:lnTo>
                <a:cubicBezTo>
                  <a:pt x="8971" y="13719"/>
                  <a:pt x="8898" y="13412"/>
                  <a:pt x="8752" y="13149"/>
                </a:cubicBezTo>
                <a:lnTo>
                  <a:pt x="6984" y="9745"/>
                </a:lnTo>
                <a:cubicBezTo>
                  <a:pt x="6896" y="9570"/>
                  <a:pt x="6852" y="9380"/>
                  <a:pt x="6852" y="9190"/>
                </a:cubicBezTo>
                <a:lnTo>
                  <a:pt x="6999" y="7043"/>
                </a:lnTo>
                <a:cubicBezTo>
                  <a:pt x="7006" y="6566"/>
                  <a:pt x="7367" y="6329"/>
                  <a:pt x="7728" y="6329"/>
                </a:cubicBezTo>
                <a:cubicBezTo>
                  <a:pt x="8097" y="6329"/>
                  <a:pt x="8467" y="6577"/>
                  <a:pt x="8460" y="7072"/>
                </a:cubicBezTo>
                <a:lnTo>
                  <a:pt x="8460" y="8533"/>
                </a:lnTo>
                <a:cubicBezTo>
                  <a:pt x="8445" y="8715"/>
                  <a:pt x="8580" y="8807"/>
                  <a:pt x="8715" y="8807"/>
                </a:cubicBezTo>
                <a:cubicBezTo>
                  <a:pt x="8850" y="8807"/>
                  <a:pt x="8986" y="8715"/>
                  <a:pt x="8971" y="8533"/>
                </a:cubicBezTo>
                <a:lnTo>
                  <a:pt x="8971" y="4559"/>
                </a:lnTo>
                <a:cubicBezTo>
                  <a:pt x="8971" y="4413"/>
                  <a:pt x="8854" y="4296"/>
                  <a:pt x="8708" y="42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15"/>
          <p:cNvSpPr/>
          <p:nvPr/>
        </p:nvSpPr>
        <p:spPr>
          <a:xfrm>
            <a:off x="2070906" y="2004142"/>
            <a:ext cx="299057" cy="396521"/>
          </a:xfrm>
          <a:custGeom>
            <a:rect b="b" l="l" r="r" t="t"/>
            <a:pathLst>
              <a:path extrusionOk="0" h="17551" w="13237">
                <a:moveTo>
                  <a:pt x="8869" y="512"/>
                </a:moveTo>
                <a:cubicBezTo>
                  <a:pt x="9672" y="512"/>
                  <a:pt x="10330" y="1169"/>
                  <a:pt x="10330" y="1973"/>
                </a:cubicBezTo>
                <a:lnTo>
                  <a:pt x="10330" y="4106"/>
                </a:lnTo>
                <a:cubicBezTo>
                  <a:pt x="9862" y="4062"/>
                  <a:pt x="9409" y="3916"/>
                  <a:pt x="9000" y="3697"/>
                </a:cubicBezTo>
                <a:lnTo>
                  <a:pt x="9000" y="3711"/>
                </a:lnTo>
                <a:cubicBezTo>
                  <a:pt x="8606" y="3492"/>
                  <a:pt x="8255" y="3185"/>
                  <a:pt x="7992" y="2835"/>
                </a:cubicBezTo>
                <a:cubicBezTo>
                  <a:pt x="7894" y="2718"/>
                  <a:pt x="7757" y="2657"/>
                  <a:pt x="7619" y="2657"/>
                </a:cubicBezTo>
                <a:cubicBezTo>
                  <a:pt x="7531" y="2657"/>
                  <a:pt x="7443" y="2681"/>
                  <a:pt x="7364" y="2732"/>
                </a:cubicBezTo>
                <a:cubicBezTo>
                  <a:pt x="6049" y="3594"/>
                  <a:pt x="4530" y="4077"/>
                  <a:pt x="2952" y="4120"/>
                </a:cubicBezTo>
                <a:lnTo>
                  <a:pt x="2952" y="1973"/>
                </a:lnTo>
                <a:cubicBezTo>
                  <a:pt x="2952" y="1169"/>
                  <a:pt x="3609" y="512"/>
                  <a:pt x="4413" y="512"/>
                </a:cubicBezTo>
                <a:close/>
                <a:moveTo>
                  <a:pt x="2440" y="4632"/>
                </a:moveTo>
                <a:lnTo>
                  <a:pt x="2440" y="5640"/>
                </a:lnTo>
                <a:lnTo>
                  <a:pt x="2426" y="5640"/>
                </a:lnTo>
                <a:cubicBezTo>
                  <a:pt x="1754" y="5640"/>
                  <a:pt x="1768" y="4632"/>
                  <a:pt x="2440" y="4632"/>
                </a:cubicBezTo>
                <a:close/>
                <a:moveTo>
                  <a:pt x="10856" y="4632"/>
                </a:moveTo>
                <a:cubicBezTo>
                  <a:pt x="11528" y="4632"/>
                  <a:pt x="11528" y="5640"/>
                  <a:pt x="10856" y="5640"/>
                </a:cubicBezTo>
                <a:lnTo>
                  <a:pt x="10841" y="5640"/>
                </a:lnTo>
                <a:lnTo>
                  <a:pt x="10841" y="4632"/>
                </a:lnTo>
                <a:close/>
                <a:moveTo>
                  <a:pt x="4836" y="4895"/>
                </a:moveTo>
                <a:cubicBezTo>
                  <a:pt x="4705" y="4895"/>
                  <a:pt x="4573" y="4982"/>
                  <a:pt x="4573" y="5158"/>
                </a:cubicBezTo>
                <a:lnTo>
                  <a:pt x="4573" y="5786"/>
                </a:lnTo>
                <a:cubicBezTo>
                  <a:pt x="4573" y="5961"/>
                  <a:pt x="4705" y="6049"/>
                  <a:pt x="4836" y="6049"/>
                </a:cubicBezTo>
                <a:cubicBezTo>
                  <a:pt x="4968" y="6049"/>
                  <a:pt x="5099" y="5961"/>
                  <a:pt x="5099" y="5786"/>
                </a:cubicBezTo>
                <a:lnTo>
                  <a:pt x="5099" y="5158"/>
                </a:lnTo>
                <a:cubicBezTo>
                  <a:pt x="5099" y="4982"/>
                  <a:pt x="4968" y="4895"/>
                  <a:pt x="4836" y="4895"/>
                </a:cubicBezTo>
                <a:close/>
                <a:moveTo>
                  <a:pt x="8438" y="4895"/>
                </a:moveTo>
                <a:cubicBezTo>
                  <a:pt x="8310" y="4895"/>
                  <a:pt x="8182" y="4982"/>
                  <a:pt x="8182" y="5158"/>
                </a:cubicBezTo>
                <a:lnTo>
                  <a:pt x="8182" y="5786"/>
                </a:lnTo>
                <a:cubicBezTo>
                  <a:pt x="8182" y="5961"/>
                  <a:pt x="8310" y="6049"/>
                  <a:pt x="8438" y="6049"/>
                </a:cubicBezTo>
                <a:cubicBezTo>
                  <a:pt x="8566" y="6049"/>
                  <a:pt x="8693" y="5961"/>
                  <a:pt x="8693" y="5786"/>
                </a:cubicBezTo>
                <a:lnTo>
                  <a:pt x="8693" y="5158"/>
                </a:lnTo>
                <a:cubicBezTo>
                  <a:pt x="8693" y="4982"/>
                  <a:pt x="8566" y="4895"/>
                  <a:pt x="8438" y="4895"/>
                </a:cubicBezTo>
                <a:close/>
                <a:moveTo>
                  <a:pt x="6085" y="8001"/>
                </a:moveTo>
                <a:cubicBezTo>
                  <a:pt x="5864" y="8001"/>
                  <a:pt x="5717" y="8306"/>
                  <a:pt x="5932" y="8474"/>
                </a:cubicBezTo>
                <a:cubicBezTo>
                  <a:pt x="6137" y="8605"/>
                  <a:pt x="6385" y="8693"/>
                  <a:pt x="6633" y="8693"/>
                </a:cubicBezTo>
                <a:lnTo>
                  <a:pt x="6677" y="8693"/>
                </a:lnTo>
                <a:cubicBezTo>
                  <a:pt x="6926" y="8679"/>
                  <a:pt x="7145" y="8605"/>
                  <a:pt x="7349" y="8474"/>
                </a:cubicBezTo>
                <a:cubicBezTo>
                  <a:pt x="7565" y="8306"/>
                  <a:pt x="7407" y="8001"/>
                  <a:pt x="7191" y="8001"/>
                </a:cubicBezTo>
                <a:cubicBezTo>
                  <a:pt x="7143" y="8001"/>
                  <a:pt x="7093" y="8016"/>
                  <a:pt x="7042" y="8050"/>
                </a:cubicBezTo>
                <a:cubicBezTo>
                  <a:pt x="6940" y="8123"/>
                  <a:pt x="6809" y="8167"/>
                  <a:pt x="6663" y="8182"/>
                </a:cubicBezTo>
                <a:cubicBezTo>
                  <a:pt x="6517" y="8182"/>
                  <a:pt x="6356" y="8138"/>
                  <a:pt x="6239" y="8050"/>
                </a:cubicBezTo>
                <a:cubicBezTo>
                  <a:pt x="6186" y="8016"/>
                  <a:pt x="6134" y="8001"/>
                  <a:pt x="6085" y="8001"/>
                </a:cubicBezTo>
                <a:close/>
                <a:moveTo>
                  <a:pt x="7919" y="10476"/>
                </a:moveTo>
                <a:cubicBezTo>
                  <a:pt x="7948" y="10724"/>
                  <a:pt x="8080" y="10943"/>
                  <a:pt x="8284" y="11089"/>
                </a:cubicBezTo>
                <a:lnTo>
                  <a:pt x="6677" y="12696"/>
                </a:lnTo>
                <a:lnTo>
                  <a:pt x="5041" y="11060"/>
                </a:lnTo>
                <a:cubicBezTo>
                  <a:pt x="5216" y="10914"/>
                  <a:pt x="5333" y="10695"/>
                  <a:pt x="5362" y="10476"/>
                </a:cubicBezTo>
                <a:cubicBezTo>
                  <a:pt x="5771" y="10607"/>
                  <a:pt x="6195" y="10665"/>
                  <a:pt x="6619" y="10665"/>
                </a:cubicBezTo>
                <a:lnTo>
                  <a:pt x="6633" y="10665"/>
                </a:lnTo>
                <a:cubicBezTo>
                  <a:pt x="7072" y="10665"/>
                  <a:pt x="7495" y="10607"/>
                  <a:pt x="7919" y="10476"/>
                </a:cubicBezTo>
                <a:close/>
                <a:moveTo>
                  <a:pt x="6633" y="13938"/>
                </a:moveTo>
                <a:cubicBezTo>
                  <a:pt x="6414" y="13938"/>
                  <a:pt x="6297" y="14216"/>
                  <a:pt x="6458" y="14376"/>
                </a:cubicBezTo>
                <a:cubicBezTo>
                  <a:pt x="6512" y="14435"/>
                  <a:pt x="6578" y="14461"/>
                  <a:pt x="6643" y="14461"/>
                </a:cubicBezTo>
                <a:cubicBezTo>
                  <a:pt x="6773" y="14461"/>
                  <a:pt x="6896" y="14357"/>
                  <a:pt x="6896" y="14201"/>
                </a:cubicBezTo>
                <a:cubicBezTo>
                  <a:pt x="6896" y="14055"/>
                  <a:pt x="6780" y="13938"/>
                  <a:pt x="6633" y="13938"/>
                </a:cubicBezTo>
                <a:close/>
                <a:moveTo>
                  <a:pt x="6633" y="15487"/>
                </a:moveTo>
                <a:cubicBezTo>
                  <a:pt x="6414" y="15487"/>
                  <a:pt x="6297" y="15764"/>
                  <a:pt x="6458" y="15925"/>
                </a:cubicBezTo>
                <a:cubicBezTo>
                  <a:pt x="6509" y="15976"/>
                  <a:pt x="6572" y="15999"/>
                  <a:pt x="6635" y="15999"/>
                </a:cubicBezTo>
                <a:cubicBezTo>
                  <a:pt x="6768" y="15999"/>
                  <a:pt x="6896" y="15894"/>
                  <a:pt x="6896" y="15735"/>
                </a:cubicBezTo>
                <a:cubicBezTo>
                  <a:pt x="6896" y="15603"/>
                  <a:pt x="6780" y="15487"/>
                  <a:pt x="6633" y="15487"/>
                </a:cubicBezTo>
                <a:close/>
                <a:moveTo>
                  <a:pt x="6658" y="17034"/>
                </a:moveTo>
                <a:cubicBezTo>
                  <a:pt x="6650" y="17034"/>
                  <a:pt x="6642" y="17034"/>
                  <a:pt x="6633" y="17035"/>
                </a:cubicBezTo>
                <a:cubicBezTo>
                  <a:pt x="6414" y="17035"/>
                  <a:pt x="6297" y="17313"/>
                  <a:pt x="6458" y="17474"/>
                </a:cubicBezTo>
                <a:cubicBezTo>
                  <a:pt x="6509" y="17525"/>
                  <a:pt x="6572" y="17548"/>
                  <a:pt x="6635" y="17548"/>
                </a:cubicBezTo>
                <a:cubicBezTo>
                  <a:pt x="6768" y="17548"/>
                  <a:pt x="6896" y="17443"/>
                  <a:pt x="6896" y="17284"/>
                </a:cubicBezTo>
                <a:cubicBezTo>
                  <a:pt x="6896" y="17146"/>
                  <a:pt x="6792" y="17034"/>
                  <a:pt x="6658" y="17034"/>
                </a:cubicBezTo>
                <a:close/>
                <a:moveTo>
                  <a:pt x="4413" y="0"/>
                </a:moveTo>
                <a:cubicBezTo>
                  <a:pt x="3317" y="0"/>
                  <a:pt x="2440" y="877"/>
                  <a:pt x="2440" y="1973"/>
                </a:cubicBezTo>
                <a:lnTo>
                  <a:pt x="2440" y="4106"/>
                </a:lnTo>
                <a:cubicBezTo>
                  <a:pt x="2431" y="4105"/>
                  <a:pt x="2422" y="4105"/>
                  <a:pt x="2413" y="4105"/>
                </a:cubicBezTo>
                <a:cubicBezTo>
                  <a:pt x="1841" y="4105"/>
                  <a:pt x="1374" y="4553"/>
                  <a:pt x="1374" y="5128"/>
                </a:cubicBezTo>
                <a:cubicBezTo>
                  <a:pt x="1374" y="5695"/>
                  <a:pt x="1828" y="6152"/>
                  <a:pt x="2389" y="6152"/>
                </a:cubicBezTo>
                <a:cubicBezTo>
                  <a:pt x="2406" y="6152"/>
                  <a:pt x="2423" y="6152"/>
                  <a:pt x="2440" y="6151"/>
                </a:cubicBezTo>
                <a:lnTo>
                  <a:pt x="2440" y="6429"/>
                </a:lnTo>
                <a:cubicBezTo>
                  <a:pt x="2440" y="6969"/>
                  <a:pt x="2543" y="7510"/>
                  <a:pt x="2747" y="8021"/>
                </a:cubicBezTo>
                <a:cubicBezTo>
                  <a:pt x="2767" y="8115"/>
                  <a:pt x="2844" y="8154"/>
                  <a:pt x="2931" y="8154"/>
                </a:cubicBezTo>
                <a:cubicBezTo>
                  <a:pt x="3103" y="8154"/>
                  <a:pt x="3316" y="8005"/>
                  <a:pt x="3229" y="7831"/>
                </a:cubicBezTo>
                <a:cubicBezTo>
                  <a:pt x="3039" y="7393"/>
                  <a:pt x="2952" y="6911"/>
                  <a:pt x="2952" y="6443"/>
                </a:cubicBezTo>
                <a:lnTo>
                  <a:pt x="2952" y="4632"/>
                </a:lnTo>
                <a:cubicBezTo>
                  <a:pt x="4018" y="4602"/>
                  <a:pt x="5070" y="4398"/>
                  <a:pt x="6064" y="3989"/>
                </a:cubicBezTo>
                <a:cubicBezTo>
                  <a:pt x="6604" y="3770"/>
                  <a:pt x="7116" y="3507"/>
                  <a:pt x="7612" y="3185"/>
                </a:cubicBezTo>
                <a:cubicBezTo>
                  <a:pt x="7919" y="3580"/>
                  <a:pt x="8314" y="3916"/>
                  <a:pt x="8752" y="4150"/>
                </a:cubicBezTo>
                <a:cubicBezTo>
                  <a:pt x="9234" y="4427"/>
                  <a:pt x="9774" y="4588"/>
                  <a:pt x="10330" y="4632"/>
                </a:cubicBezTo>
                <a:lnTo>
                  <a:pt x="10330" y="6487"/>
                </a:lnTo>
                <a:cubicBezTo>
                  <a:pt x="10330" y="8036"/>
                  <a:pt x="9351" y="9438"/>
                  <a:pt x="7875" y="9950"/>
                </a:cubicBezTo>
                <a:cubicBezTo>
                  <a:pt x="7475" y="10094"/>
                  <a:pt x="7060" y="10163"/>
                  <a:pt x="6649" y="10163"/>
                </a:cubicBezTo>
                <a:cubicBezTo>
                  <a:pt x="5560" y="10163"/>
                  <a:pt x="4495" y="9676"/>
                  <a:pt x="3785" y="8795"/>
                </a:cubicBezTo>
                <a:cubicBezTo>
                  <a:pt x="3735" y="8737"/>
                  <a:pt x="3661" y="8703"/>
                  <a:pt x="3585" y="8703"/>
                </a:cubicBezTo>
                <a:cubicBezTo>
                  <a:pt x="3528" y="8703"/>
                  <a:pt x="3470" y="8722"/>
                  <a:pt x="3419" y="8766"/>
                </a:cubicBezTo>
                <a:cubicBezTo>
                  <a:pt x="3317" y="8854"/>
                  <a:pt x="3302" y="9015"/>
                  <a:pt x="3390" y="9131"/>
                </a:cubicBezTo>
                <a:cubicBezTo>
                  <a:pt x="3785" y="9614"/>
                  <a:pt x="4281" y="10008"/>
                  <a:pt x="4851" y="10286"/>
                </a:cubicBezTo>
                <a:cubicBezTo>
                  <a:pt x="4880" y="10490"/>
                  <a:pt x="4749" y="10695"/>
                  <a:pt x="4559" y="10768"/>
                </a:cubicBezTo>
                <a:lnTo>
                  <a:pt x="1578" y="11776"/>
                </a:lnTo>
                <a:cubicBezTo>
                  <a:pt x="643" y="12083"/>
                  <a:pt x="1" y="12974"/>
                  <a:pt x="1" y="13967"/>
                </a:cubicBezTo>
                <a:lnTo>
                  <a:pt x="1" y="17298"/>
                </a:lnTo>
                <a:cubicBezTo>
                  <a:pt x="1" y="17466"/>
                  <a:pt x="132" y="17550"/>
                  <a:pt x="264" y="17550"/>
                </a:cubicBezTo>
                <a:cubicBezTo>
                  <a:pt x="395" y="17550"/>
                  <a:pt x="527" y="17466"/>
                  <a:pt x="527" y="17298"/>
                </a:cubicBezTo>
                <a:lnTo>
                  <a:pt x="527" y="13953"/>
                </a:lnTo>
                <a:cubicBezTo>
                  <a:pt x="512" y="13178"/>
                  <a:pt x="1009" y="12492"/>
                  <a:pt x="1739" y="12243"/>
                </a:cubicBezTo>
                <a:lnTo>
                  <a:pt x="2192" y="12097"/>
                </a:lnTo>
                <a:lnTo>
                  <a:pt x="2192" y="12097"/>
                </a:lnTo>
                <a:cubicBezTo>
                  <a:pt x="2061" y="12623"/>
                  <a:pt x="2075" y="13178"/>
                  <a:pt x="2236" y="13690"/>
                </a:cubicBezTo>
                <a:cubicBezTo>
                  <a:pt x="1725" y="13850"/>
                  <a:pt x="1374" y="14318"/>
                  <a:pt x="1374" y="14858"/>
                </a:cubicBezTo>
                <a:lnTo>
                  <a:pt x="1374" y="15910"/>
                </a:lnTo>
                <a:cubicBezTo>
                  <a:pt x="1374" y="16159"/>
                  <a:pt x="1578" y="16378"/>
                  <a:pt x="1841" y="16378"/>
                </a:cubicBezTo>
                <a:lnTo>
                  <a:pt x="2134" y="16378"/>
                </a:lnTo>
                <a:cubicBezTo>
                  <a:pt x="2440" y="16349"/>
                  <a:pt x="2440" y="15881"/>
                  <a:pt x="2134" y="15866"/>
                </a:cubicBezTo>
                <a:lnTo>
                  <a:pt x="1885" y="15866"/>
                </a:lnTo>
                <a:lnTo>
                  <a:pt x="1885" y="14858"/>
                </a:lnTo>
                <a:cubicBezTo>
                  <a:pt x="1885" y="14479"/>
                  <a:pt x="2192" y="14157"/>
                  <a:pt x="2587" y="14157"/>
                </a:cubicBezTo>
                <a:cubicBezTo>
                  <a:pt x="2966" y="14157"/>
                  <a:pt x="3288" y="14479"/>
                  <a:pt x="3288" y="14858"/>
                </a:cubicBezTo>
                <a:lnTo>
                  <a:pt x="3288" y="15866"/>
                </a:lnTo>
                <a:lnTo>
                  <a:pt x="3039" y="15866"/>
                </a:lnTo>
                <a:cubicBezTo>
                  <a:pt x="3026" y="15865"/>
                  <a:pt x="3012" y="15864"/>
                  <a:pt x="3000" y="15864"/>
                </a:cubicBezTo>
                <a:cubicBezTo>
                  <a:pt x="2669" y="15864"/>
                  <a:pt x="2673" y="16379"/>
                  <a:pt x="3012" y="16379"/>
                </a:cubicBezTo>
                <a:cubicBezTo>
                  <a:pt x="3021" y="16379"/>
                  <a:pt x="3030" y="16379"/>
                  <a:pt x="3039" y="16378"/>
                </a:cubicBezTo>
                <a:lnTo>
                  <a:pt x="3332" y="16378"/>
                </a:lnTo>
                <a:cubicBezTo>
                  <a:pt x="3580" y="16378"/>
                  <a:pt x="3799" y="16159"/>
                  <a:pt x="3799" y="15910"/>
                </a:cubicBezTo>
                <a:lnTo>
                  <a:pt x="3799" y="14858"/>
                </a:lnTo>
                <a:cubicBezTo>
                  <a:pt x="3799" y="14259"/>
                  <a:pt x="3361" y="13748"/>
                  <a:pt x="2762" y="13660"/>
                </a:cubicBezTo>
                <a:cubicBezTo>
                  <a:pt x="2674" y="13412"/>
                  <a:pt x="2630" y="13164"/>
                  <a:pt x="2616" y="12901"/>
                </a:cubicBezTo>
                <a:cubicBezTo>
                  <a:pt x="2601" y="12565"/>
                  <a:pt x="2660" y="12214"/>
                  <a:pt x="2791" y="11893"/>
                </a:cubicBezTo>
                <a:lnTo>
                  <a:pt x="4544" y="11308"/>
                </a:lnTo>
                <a:lnTo>
                  <a:pt x="6385" y="13149"/>
                </a:lnTo>
                <a:cubicBezTo>
                  <a:pt x="6458" y="13222"/>
                  <a:pt x="6557" y="13259"/>
                  <a:pt x="6655" y="13259"/>
                </a:cubicBezTo>
                <a:cubicBezTo>
                  <a:pt x="6754" y="13259"/>
                  <a:pt x="6853" y="13222"/>
                  <a:pt x="6926" y="13149"/>
                </a:cubicBezTo>
                <a:lnTo>
                  <a:pt x="8752" y="11323"/>
                </a:lnTo>
                <a:lnTo>
                  <a:pt x="10315" y="11849"/>
                </a:lnTo>
                <a:cubicBezTo>
                  <a:pt x="10549" y="12419"/>
                  <a:pt x="10549" y="13076"/>
                  <a:pt x="10330" y="13660"/>
                </a:cubicBezTo>
                <a:cubicBezTo>
                  <a:pt x="9862" y="13719"/>
                  <a:pt x="9453" y="14026"/>
                  <a:pt x="9263" y="14449"/>
                </a:cubicBezTo>
                <a:cubicBezTo>
                  <a:pt x="9177" y="14659"/>
                  <a:pt x="9347" y="14820"/>
                  <a:pt x="9512" y="14820"/>
                </a:cubicBezTo>
                <a:cubicBezTo>
                  <a:pt x="9599" y="14820"/>
                  <a:pt x="9685" y="14775"/>
                  <a:pt x="9731" y="14668"/>
                </a:cubicBezTo>
                <a:cubicBezTo>
                  <a:pt x="9877" y="14362"/>
                  <a:pt x="10184" y="14157"/>
                  <a:pt x="10520" y="14157"/>
                </a:cubicBezTo>
                <a:cubicBezTo>
                  <a:pt x="11133" y="14157"/>
                  <a:pt x="11542" y="14815"/>
                  <a:pt x="11279" y="15370"/>
                </a:cubicBezTo>
                <a:cubicBezTo>
                  <a:pt x="11124" y="15688"/>
                  <a:pt x="10819" y="15855"/>
                  <a:pt x="10512" y="15855"/>
                </a:cubicBezTo>
                <a:cubicBezTo>
                  <a:pt x="10268" y="15855"/>
                  <a:pt x="10022" y="15750"/>
                  <a:pt x="9848" y="15530"/>
                </a:cubicBezTo>
                <a:cubicBezTo>
                  <a:pt x="9790" y="15461"/>
                  <a:pt x="9720" y="15433"/>
                  <a:pt x="9653" y="15433"/>
                </a:cubicBezTo>
                <a:cubicBezTo>
                  <a:pt x="9463" y="15433"/>
                  <a:pt x="9292" y="15658"/>
                  <a:pt x="9453" y="15852"/>
                </a:cubicBezTo>
                <a:cubicBezTo>
                  <a:pt x="9723" y="16198"/>
                  <a:pt x="10117" y="16367"/>
                  <a:pt x="10510" y="16367"/>
                </a:cubicBezTo>
                <a:cubicBezTo>
                  <a:pt x="10947" y="16367"/>
                  <a:pt x="11383" y="16157"/>
                  <a:pt x="11645" y="15750"/>
                </a:cubicBezTo>
                <a:cubicBezTo>
                  <a:pt x="12156" y="14975"/>
                  <a:pt x="11761" y="13923"/>
                  <a:pt x="10870" y="13690"/>
                </a:cubicBezTo>
                <a:cubicBezTo>
                  <a:pt x="11031" y="13164"/>
                  <a:pt x="11060" y="12594"/>
                  <a:pt x="10929" y="12039"/>
                </a:cubicBezTo>
                <a:lnTo>
                  <a:pt x="10929" y="12039"/>
                </a:lnTo>
                <a:lnTo>
                  <a:pt x="11498" y="12243"/>
                </a:lnTo>
                <a:cubicBezTo>
                  <a:pt x="12229" y="12492"/>
                  <a:pt x="12726" y="13178"/>
                  <a:pt x="12726" y="13953"/>
                </a:cubicBezTo>
                <a:lnTo>
                  <a:pt x="12726" y="17284"/>
                </a:lnTo>
                <a:cubicBezTo>
                  <a:pt x="12726" y="17452"/>
                  <a:pt x="12853" y="17536"/>
                  <a:pt x="12981" y="17536"/>
                </a:cubicBezTo>
                <a:cubicBezTo>
                  <a:pt x="13109" y="17536"/>
                  <a:pt x="13237" y="17452"/>
                  <a:pt x="13237" y="17284"/>
                </a:cubicBezTo>
                <a:lnTo>
                  <a:pt x="13237" y="13953"/>
                </a:lnTo>
                <a:cubicBezTo>
                  <a:pt x="13237" y="12959"/>
                  <a:pt x="12609" y="12068"/>
                  <a:pt x="11674" y="11761"/>
                </a:cubicBezTo>
                <a:lnTo>
                  <a:pt x="11688" y="11761"/>
                </a:lnTo>
                <a:lnTo>
                  <a:pt x="8708" y="10753"/>
                </a:lnTo>
                <a:cubicBezTo>
                  <a:pt x="8518" y="10680"/>
                  <a:pt x="8387" y="10490"/>
                  <a:pt x="8416" y="10271"/>
                </a:cubicBezTo>
                <a:cubicBezTo>
                  <a:pt x="8854" y="10066"/>
                  <a:pt x="9263" y="9789"/>
                  <a:pt x="9599" y="9453"/>
                </a:cubicBezTo>
                <a:cubicBezTo>
                  <a:pt x="10403" y="8664"/>
                  <a:pt x="10841" y="7583"/>
                  <a:pt x="10841" y="6472"/>
                </a:cubicBezTo>
                <a:lnTo>
                  <a:pt x="10856" y="6151"/>
                </a:lnTo>
                <a:cubicBezTo>
                  <a:pt x="10864" y="6151"/>
                  <a:pt x="10873" y="6151"/>
                  <a:pt x="10882" y="6151"/>
                </a:cubicBezTo>
                <a:cubicBezTo>
                  <a:pt x="11440" y="6151"/>
                  <a:pt x="11907" y="5689"/>
                  <a:pt x="11907" y="5128"/>
                </a:cubicBezTo>
                <a:cubicBezTo>
                  <a:pt x="11907" y="4561"/>
                  <a:pt x="11454" y="4104"/>
                  <a:pt x="10893" y="4104"/>
                </a:cubicBezTo>
                <a:cubicBezTo>
                  <a:pt x="10876" y="4104"/>
                  <a:pt x="10858" y="4105"/>
                  <a:pt x="10841" y="4106"/>
                </a:cubicBezTo>
                <a:lnTo>
                  <a:pt x="10841" y="1973"/>
                </a:lnTo>
                <a:cubicBezTo>
                  <a:pt x="10841" y="877"/>
                  <a:pt x="9950" y="0"/>
                  <a:pt x="88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15"/>
          <p:cNvSpPr/>
          <p:nvPr/>
        </p:nvSpPr>
        <p:spPr>
          <a:xfrm>
            <a:off x="2112838" y="1352585"/>
            <a:ext cx="216527" cy="396092"/>
          </a:xfrm>
          <a:custGeom>
            <a:rect b="b" l="l" r="r" t="t"/>
            <a:pathLst>
              <a:path extrusionOk="0" h="17532" w="9584">
                <a:moveTo>
                  <a:pt x="6672" y="1862"/>
                </a:moveTo>
                <a:cubicBezTo>
                  <a:pt x="6803" y="1862"/>
                  <a:pt x="6939" y="1892"/>
                  <a:pt x="7071" y="1958"/>
                </a:cubicBezTo>
                <a:lnTo>
                  <a:pt x="5917" y="3112"/>
                </a:lnTo>
                <a:cubicBezTo>
                  <a:pt x="5844" y="2995"/>
                  <a:pt x="5815" y="2863"/>
                  <a:pt x="5815" y="2717"/>
                </a:cubicBezTo>
                <a:cubicBezTo>
                  <a:pt x="5815" y="2219"/>
                  <a:pt x="6218" y="1862"/>
                  <a:pt x="6672" y="1862"/>
                </a:cubicBezTo>
                <a:close/>
                <a:moveTo>
                  <a:pt x="3652" y="2323"/>
                </a:moveTo>
                <a:lnTo>
                  <a:pt x="3652" y="2323"/>
                </a:lnTo>
                <a:cubicBezTo>
                  <a:pt x="3959" y="2893"/>
                  <a:pt x="3536" y="3579"/>
                  <a:pt x="2893" y="3579"/>
                </a:cubicBezTo>
                <a:cubicBezTo>
                  <a:pt x="2761" y="3579"/>
                  <a:pt x="2630" y="3550"/>
                  <a:pt x="2498" y="3477"/>
                </a:cubicBezTo>
                <a:lnTo>
                  <a:pt x="3652" y="2323"/>
                </a:lnTo>
                <a:close/>
                <a:moveTo>
                  <a:pt x="7422" y="2323"/>
                </a:moveTo>
                <a:cubicBezTo>
                  <a:pt x="7729" y="2893"/>
                  <a:pt x="7305" y="3579"/>
                  <a:pt x="6662" y="3579"/>
                </a:cubicBezTo>
                <a:cubicBezTo>
                  <a:pt x="6531" y="3579"/>
                  <a:pt x="6399" y="3536"/>
                  <a:pt x="6268" y="3477"/>
                </a:cubicBezTo>
                <a:lnTo>
                  <a:pt x="7422" y="2323"/>
                </a:lnTo>
                <a:close/>
                <a:moveTo>
                  <a:pt x="2893" y="1344"/>
                </a:moveTo>
                <a:cubicBezTo>
                  <a:pt x="2703" y="1344"/>
                  <a:pt x="2513" y="1388"/>
                  <a:pt x="2338" y="1461"/>
                </a:cubicBezTo>
                <a:cubicBezTo>
                  <a:pt x="2046" y="1575"/>
                  <a:pt x="2172" y="1974"/>
                  <a:pt x="2420" y="1974"/>
                </a:cubicBezTo>
                <a:cubicBezTo>
                  <a:pt x="2458" y="1974"/>
                  <a:pt x="2499" y="1965"/>
                  <a:pt x="2542" y="1943"/>
                </a:cubicBezTo>
                <a:cubicBezTo>
                  <a:pt x="2659" y="1888"/>
                  <a:pt x="2781" y="1862"/>
                  <a:pt x="2903" y="1862"/>
                </a:cubicBezTo>
                <a:cubicBezTo>
                  <a:pt x="3041" y="1862"/>
                  <a:pt x="3178" y="1896"/>
                  <a:pt x="3302" y="1958"/>
                </a:cubicBezTo>
                <a:lnTo>
                  <a:pt x="2148" y="3112"/>
                </a:lnTo>
                <a:cubicBezTo>
                  <a:pt x="2075" y="2995"/>
                  <a:pt x="2045" y="2863"/>
                  <a:pt x="2045" y="2717"/>
                </a:cubicBezTo>
                <a:cubicBezTo>
                  <a:pt x="2045" y="2557"/>
                  <a:pt x="2060" y="2352"/>
                  <a:pt x="1826" y="2323"/>
                </a:cubicBezTo>
                <a:cubicBezTo>
                  <a:pt x="1819" y="2322"/>
                  <a:pt x="1812" y="2322"/>
                  <a:pt x="1804" y="2322"/>
                </a:cubicBezTo>
                <a:cubicBezTo>
                  <a:pt x="1589" y="2322"/>
                  <a:pt x="1534" y="2534"/>
                  <a:pt x="1534" y="2717"/>
                </a:cubicBezTo>
                <a:cubicBezTo>
                  <a:pt x="1534" y="3545"/>
                  <a:pt x="2206" y="4094"/>
                  <a:pt x="2908" y="4094"/>
                </a:cubicBezTo>
                <a:cubicBezTo>
                  <a:pt x="3246" y="4094"/>
                  <a:pt x="3591" y="3967"/>
                  <a:pt x="3872" y="3682"/>
                </a:cubicBezTo>
                <a:cubicBezTo>
                  <a:pt x="4734" y="2820"/>
                  <a:pt x="4120" y="1344"/>
                  <a:pt x="2893" y="1344"/>
                </a:cubicBezTo>
                <a:close/>
                <a:moveTo>
                  <a:pt x="6662" y="1344"/>
                </a:moveTo>
                <a:cubicBezTo>
                  <a:pt x="5449" y="1344"/>
                  <a:pt x="4836" y="2820"/>
                  <a:pt x="5698" y="3682"/>
                </a:cubicBezTo>
                <a:cubicBezTo>
                  <a:pt x="5978" y="3967"/>
                  <a:pt x="6323" y="4094"/>
                  <a:pt x="6662" y="4094"/>
                </a:cubicBezTo>
                <a:cubicBezTo>
                  <a:pt x="7364" y="4094"/>
                  <a:pt x="8035" y="3545"/>
                  <a:pt x="8035" y="2717"/>
                </a:cubicBezTo>
                <a:cubicBezTo>
                  <a:pt x="8035" y="1958"/>
                  <a:pt x="7422" y="1344"/>
                  <a:pt x="6662" y="1344"/>
                </a:cubicBezTo>
                <a:close/>
                <a:moveTo>
                  <a:pt x="2902" y="5631"/>
                </a:moveTo>
                <a:cubicBezTo>
                  <a:pt x="3034" y="5631"/>
                  <a:pt x="3170" y="5661"/>
                  <a:pt x="3302" y="5727"/>
                </a:cubicBezTo>
                <a:lnTo>
                  <a:pt x="2148" y="6881"/>
                </a:lnTo>
                <a:cubicBezTo>
                  <a:pt x="2075" y="6764"/>
                  <a:pt x="2045" y="6633"/>
                  <a:pt x="2045" y="6487"/>
                </a:cubicBezTo>
                <a:cubicBezTo>
                  <a:pt x="2045" y="5989"/>
                  <a:pt x="2449" y="5631"/>
                  <a:pt x="2902" y="5631"/>
                </a:cubicBezTo>
                <a:close/>
                <a:moveTo>
                  <a:pt x="6672" y="5631"/>
                </a:moveTo>
                <a:cubicBezTo>
                  <a:pt x="6803" y="5631"/>
                  <a:pt x="6939" y="5661"/>
                  <a:pt x="7071" y="5727"/>
                </a:cubicBezTo>
                <a:lnTo>
                  <a:pt x="5917" y="6881"/>
                </a:lnTo>
                <a:cubicBezTo>
                  <a:pt x="5844" y="6764"/>
                  <a:pt x="5815" y="6633"/>
                  <a:pt x="5815" y="6487"/>
                </a:cubicBezTo>
                <a:cubicBezTo>
                  <a:pt x="5815" y="5989"/>
                  <a:pt x="6218" y="5631"/>
                  <a:pt x="6672" y="5631"/>
                </a:cubicBezTo>
                <a:close/>
                <a:moveTo>
                  <a:pt x="3652" y="6092"/>
                </a:moveTo>
                <a:cubicBezTo>
                  <a:pt x="3726" y="6209"/>
                  <a:pt x="3755" y="6355"/>
                  <a:pt x="3755" y="6487"/>
                </a:cubicBezTo>
                <a:cubicBezTo>
                  <a:pt x="3755" y="6954"/>
                  <a:pt x="3375" y="7349"/>
                  <a:pt x="2893" y="7349"/>
                </a:cubicBezTo>
                <a:cubicBezTo>
                  <a:pt x="2761" y="7349"/>
                  <a:pt x="2630" y="7305"/>
                  <a:pt x="2498" y="7246"/>
                </a:cubicBezTo>
                <a:lnTo>
                  <a:pt x="3652" y="6092"/>
                </a:lnTo>
                <a:close/>
                <a:moveTo>
                  <a:pt x="7422" y="6092"/>
                </a:moveTo>
                <a:cubicBezTo>
                  <a:pt x="7495" y="6209"/>
                  <a:pt x="7524" y="6355"/>
                  <a:pt x="7524" y="6487"/>
                </a:cubicBezTo>
                <a:cubicBezTo>
                  <a:pt x="7524" y="6954"/>
                  <a:pt x="7144" y="7349"/>
                  <a:pt x="6662" y="7349"/>
                </a:cubicBezTo>
                <a:cubicBezTo>
                  <a:pt x="6531" y="7349"/>
                  <a:pt x="6399" y="7305"/>
                  <a:pt x="6268" y="7246"/>
                </a:cubicBezTo>
                <a:lnTo>
                  <a:pt x="7422" y="6092"/>
                </a:lnTo>
                <a:close/>
                <a:moveTo>
                  <a:pt x="2893" y="5113"/>
                </a:moveTo>
                <a:cubicBezTo>
                  <a:pt x="1680" y="5113"/>
                  <a:pt x="1067" y="6589"/>
                  <a:pt x="1929" y="7451"/>
                </a:cubicBezTo>
                <a:cubicBezTo>
                  <a:pt x="2209" y="7736"/>
                  <a:pt x="2554" y="7863"/>
                  <a:pt x="2892" y="7863"/>
                </a:cubicBezTo>
                <a:cubicBezTo>
                  <a:pt x="3594" y="7863"/>
                  <a:pt x="4266" y="7315"/>
                  <a:pt x="4266" y="6487"/>
                </a:cubicBezTo>
                <a:cubicBezTo>
                  <a:pt x="4266" y="5727"/>
                  <a:pt x="3652" y="5113"/>
                  <a:pt x="2893" y="5113"/>
                </a:cubicBezTo>
                <a:close/>
                <a:moveTo>
                  <a:pt x="6662" y="5113"/>
                </a:moveTo>
                <a:cubicBezTo>
                  <a:pt x="5449" y="5113"/>
                  <a:pt x="4836" y="6589"/>
                  <a:pt x="5698" y="7451"/>
                </a:cubicBezTo>
                <a:cubicBezTo>
                  <a:pt x="5978" y="7736"/>
                  <a:pt x="6323" y="7863"/>
                  <a:pt x="6662" y="7863"/>
                </a:cubicBezTo>
                <a:cubicBezTo>
                  <a:pt x="7364" y="7863"/>
                  <a:pt x="8035" y="7315"/>
                  <a:pt x="8035" y="6487"/>
                </a:cubicBezTo>
                <a:cubicBezTo>
                  <a:pt x="8035" y="5727"/>
                  <a:pt x="7422" y="5113"/>
                  <a:pt x="6662" y="5113"/>
                </a:cubicBezTo>
                <a:close/>
                <a:moveTo>
                  <a:pt x="2908" y="9795"/>
                </a:moveTo>
                <a:cubicBezTo>
                  <a:pt x="3039" y="9795"/>
                  <a:pt x="3173" y="9825"/>
                  <a:pt x="3302" y="9891"/>
                </a:cubicBezTo>
                <a:lnTo>
                  <a:pt x="2148" y="11045"/>
                </a:lnTo>
                <a:cubicBezTo>
                  <a:pt x="2075" y="10928"/>
                  <a:pt x="2045" y="10797"/>
                  <a:pt x="2045" y="10650"/>
                </a:cubicBezTo>
                <a:cubicBezTo>
                  <a:pt x="2045" y="10152"/>
                  <a:pt x="2458" y="9795"/>
                  <a:pt x="2908" y="9795"/>
                </a:cubicBezTo>
                <a:close/>
                <a:moveTo>
                  <a:pt x="6677" y="9795"/>
                </a:moveTo>
                <a:cubicBezTo>
                  <a:pt x="6809" y="9795"/>
                  <a:pt x="6943" y="9825"/>
                  <a:pt x="7071" y="9891"/>
                </a:cubicBezTo>
                <a:lnTo>
                  <a:pt x="5917" y="11045"/>
                </a:lnTo>
                <a:cubicBezTo>
                  <a:pt x="5844" y="10928"/>
                  <a:pt x="5815" y="10797"/>
                  <a:pt x="5815" y="10650"/>
                </a:cubicBezTo>
                <a:cubicBezTo>
                  <a:pt x="5815" y="10152"/>
                  <a:pt x="6227" y="9795"/>
                  <a:pt x="6677" y="9795"/>
                </a:cubicBezTo>
                <a:close/>
                <a:moveTo>
                  <a:pt x="3652" y="10256"/>
                </a:moveTo>
                <a:cubicBezTo>
                  <a:pt x="3726" y="10373"/>
                  <a:pt x="3755" y="10504"/>
                  <a:pt x="3755" y="10650"/>
                </a:cubicBezTo>
                <a:cubicBezTo>
                  <a:pt x="3755" y="11118"/>
                  <a:pt x="3375" y="11512"/>
                  <a:pt x="2893" y="11512"/>
                </a:cubicBezTo>
                <a:cubicBezTo>
                  <a:pt x="2761" y="11512"/>
                  <a:pt x="2630" y="11469"/>
                  <a:pt x="2498" y="11410"/>
                </a:cubicBezTo>
                <a:lnTo>
                  <a:pt x="3652" y="10256"/>
                </a:lnTo>
                <a:close/>
                <a:moveTo>
                  <a:pt x="7436" y="10256"/>
                </a:moveTo>
                <a:cubicBezTo>
                  <a:pt x="7495" y="10387"/>
                  <a:pt x="7524" y="10519"/>
                  <a:pt x="7524" y="10650"/>
                </a:cubicBezTo>
                <a:cubicBezTo>
                  <a:pt x="7524" y="11133"/>
                  <a:pt x="7144" y="11512"/>
                  <a:pt x="6662" y="11512"/>
                </a:cubicBezTo>
                <a:cubicBezTo>
                  <a:pt x="6531" y="11512"/>
                  <a:pt x="6399" y="11469"/>
                  <a:pt x="6282" y="11410"/>
                </a:cubicBezTo>
                <a:lnTo>
                  <a:pt x="7436" y="10256"/>
                </a:lnTo>
                <a:close/>
                <a:moveTo>
                  <a:pt x="2919" y="9291"/>
                </a:moveTo>
                <a:cubicBezTo>
                  <a:pt x="2910" y="9291"/>
                  <a:pt x="2902" y="9292"/>
                  <a:pt x="2893" y="9292"/>
                </a:cubicBezTo>
                <a:cubicBezTo>
                  <a:pt x="1680" y="9292"/>
                  <a:pt x="1067" y="10767"/>
                  <a:pt x="1929" y="11629"/>
                </a:cubicBezTo>
                <a:cubicBezTo>
                  <a:pt x="2206" y="11907"/>
                  <a:pt x="2548" y="12032"/>
                  <a:pt x="2884" y="12032"/>
                </a:cubicBezTo>
                <a:cubicBezTo>
                  <a:pt x="3589" y="12032"/>
                  <a:pt x="4266" y="11482"/>
                  <a:pt x="4266" y="10650"/>
                </a:cubicBezTo>
                <a:cubicBezTo>
                  <a:pt x="4266" y="9900"/>
                  <a:pt x="3667" y="9291"/>
                  <a:pt x="2919" y="9291"/>
                </a:cubicBezTo>
                <a:close/>
                <a:moveTo>
                  <a:pt x="6644" y="9292"/>
                </a:moveTo>
                <a:cubicBezTo>
                  <a:pt x="5444" y="9292"/>
                  <a:pt x="4840" y="10771"/>
                  <a:pt x="5698" y="11629"/>
                </a:cubicBezTo>
                <a:cubicBezTo>
                  <a:pt x="5976" y="11907"/>
                  <a:pt x="6317" y="12032"/>
                  <a:pt x="6653" y="12032"/>
                </a:cubicBezTo>
                <a:cubicBezTo>
                  <a:pt x="7358" y="12032"/>
                  <a:pt x="8035" y="11482"/>
                  <a:pt x="8035" y="10650"/>
                </a:cubicBezTo>
                <a:cubicBezTo>
                  <a:pt x="8035" y="9905"/>
                  <a:pt x="7422" y="9292"/>
                  <a:pt x="6662" y="9292"/>
                </a:cubicBezTo>
                <a:cubicBezTo>
                  <a:pt x="6656" y="9292"/>
                  <a:pt x="6650" y="9292"/>
                  <a:pt x="6644" y="9292"/>
                </a:cubicBezTo>
                <a:close/>
                <a:moveTo>
                  <a:pt x="2891" y="13965"/>
                </a:moveTo>
                <a:cubicBezTo>
                  <a:pt x="3026" y="13965"/>
                  <a:pt x="3166" y="13998"/>
                  <a:pt x="3302" y="14069"/>
                </a:cubicBezTo>
                <a:lnTo>
                  <a:pt x="2148" y="15223"/>
                </a:lnTo>
                <a:cubicBezTo>
                  <a:pt x="2076" y="15094"/>
                  <a:pt x="2046" y="14965"/>
                  <a:pt x="2045" y="14822"/>
                </a:cubicBezTo>
                <a:lnTo>
                  <a:pt x="2045" y="14822"/>
                </a:lnTo>
                <a:cubicBezTo>
                  <a:pt x="2049" y="14320"/>
                  <a:pt x="2444" y="13965"/>
                  <a:pt x="2891" y="13965"/>
                </a:cubicBezTo>
                <a:close/>
                <a:moveTo>
                  <a:pt x="6660" y="13965"/>
                </a:moveTo>
                <a:cubicBezTo>
                  <a:pt x="6795" y="13965"/>
                  <a:pt x="6936" y="13998"/>
                  <a:pt x="7071" y="14069"/>
                </a:cubicBezTo>
                <a:lnTo>
                  <a:pt x="5917" y="15223"/>
                </a:lnTo>
                <a:cubicBezTo>
                  <a:pt x="5844" y="15092"/>
                  <a:pt x="5815" y="14960"/>
                  <a:pt x="5815" y="14829"/>
                </a:cubicBezTo>
                <a:cubicBezTo>
                  <a:pt x="5815" y="14324"/>
                  <a:pt x="6211" y="13965"/>
                  <a:pt x="6660" y="13965"/>
                </a:cubicBezTo>
                <a:close/>
                <a:moveTo>
                  <a:pt x="3652" y="14434"/>
                </a:moveTo>
                <a:cubicBezTo>
                  <a:pt x="3726" y="14551"/>
                  <a:pt x="3755" y="14683"/>
                  <a:pt x="3755" y="14829"/>
                </a:cubicBezTo>
                <a:cubicBezTo>
                  <a:pt x="3755" y="15296"/>
                  <a:pt x="3375" y="15676"/>
                  <a:pt x="2893" y="15676"/>
                </a:cubicBezTo>
                <a:cubicBezTo>
                  <a:pt x="2761" y="15676"/>
                  <a:pt x="2630" y="15647"/>
                  <a:pt x="2498" y="15588"/>
                </a:cubicBezTo>
                <a:lnTo>
                  <a:pt x="3652" y="14434"/>
                </a:lnTo>
                <a:close/>
                <a:moveTo>
                  <a:pt x="7422" y="14434"/>
                </a:moveTo>
                <a:cubicBezTo>
                  <a:pt x="7495" y="14551"/>
                  <a:pt x="7524" y="14683"/>
                  <a:pt x="7524" y="14829"/>
                </a:cubicBezTo>
                <a:cubicBezTo>
                  <a:pt x="7524" y="15296"/>
                  <a:pt x="7144" y="15676"/>
                  <a:pt x="6662" y="15676"/>
                </a:cubicBezTo>
                <a:cubicBezTo>
                  <a:pt x="6531" y="15676"/>
                  <a:pt x="6399" y="15647"/>
                  <a:pt x="6268" y="15588"/>
                </a:cubicBezTo>
                <a:lnTo>
                  <a:pt x="7422" y="14434"/>
                </a:lnTo>
                <a:close/>
                <a:moveTo>
                  <a:pt x="2893" y="13455"/>
                </a:moveTo>
                <a:cubicBezTo>
                  <a:pt x="1680" y="13455"/>
                  <a:pt x="1067" y="14931"/>
                  <a:pt x="1929" y="15793"/>
                </a:cubicBezTo>
                <a:cubicBezTo>
                  <a:pt x="2207" y="16072"/>
                  <a:pt x="2550" y="16196"/>
                  <a:pt x="2886" y="16196"/>
                </a:cubicBezTo>
                <a:cubicBezTo>
                  <a:pt x="3590" y="16196"/>
                  <a:pt x="4266" y="15650"/>
                  <a:pt x="4266" y="14829"/>
                </a:cubicBezTo>
                <a:cubicBezTo>
                  <a:pt x="4266" y="14069"/>
                  <a:pt x="3652" y="13455"/>
                  <a:pt x="2893" y="13455"/>
                </a:cubicBezTo>
                <a:close/>
                <a:moveTo>
                  <a:pt x="6662" y="13455"/>
                </a:moveTo>
                <a:cubicBezTo>
                  <a:pt x="5449" y="13455"/>
                  <a:pt x="4836" y="14931"/>
                  <a:pt x="5698" y="15793"/>
                </a:cubicBezTo>
                <a:cubicBezTo>
                  <a:pt x="5976" y="16072"/>
                  <a:pt x="6319" y="16196"/>
                  <a:pt x="6655" y="16196"/>
                </a:cubicBezTo>
                <a:cubicBezTo>
                  <a:pt x="7359" y="16196"/>
                  <a:pt x="8035" y="15650"/>
                  <a:pt x="8035" y="14829"/>
                </a:cubicBezTo>
                <a:cubicBezTo>
                  <a:pt x="8035" y="14069"/>
                  <a:pt x="7422" y="13455"/>
                  <a:pt x="6662" y="13455"/>
                </a:cubicBezTo>
                <a:close/>
                <a:moveTo>
                  <a:pt x="1271" y="0"/>
                </a:moveTo>
                <a:cubicBezTo>
                  <a:pt x="570" y="0"/>
                  <a:pt x="0" y="570"/>
                  <a:pt x="0" y="1286"/>
                </a:cubicBezTo>
                <a:lnTo>
                  <a:pt x="0" y="16261"/>
                </a:lnTo>
                <a:cubicBezTo>
                  <a:pt x="0" y="16962"/>
                  <a:pt x="570" y="17532"/>
                  <a:pt x="1271" y="17532"/>
                </a:cubicBezTo>
                <a:lnTo>
                  <a:pt x="8298" y="17532"/>
                </a:lnTo>
                <a:cubicBezTo>
                  <a:pt x="9000" y="17532"/>
                  <a:pt x="9569" y="16962"/>
                  <a:pt x="9569" y="16261"/>
                </a:cubicBezTo>
                <a:lnTo>
                  <a:pt x="9569" y="11805"/>
                </a:lnTo>
                <a:cubicBezTo>
                  <a:pt x="9569" y="11629"/>
                  <a:pt x="9442" y="11542"/>
                  <a:pt x="9314" y="11542"/>
                </a:cubicBezTo>
                <a:cubicBezTo>
                  <a:pt x="9186" y="11542"/>
                  <a:pt x="9058" y="11629"/>
                  <a:pt x="9058" y="11805"/>
                </a:cubicBezTo>
                <a:lnTo>
                  <a:pt x="9058" y="16261"/>
                </a:lnTo>
                <a:cubicBezTo>
                  <a:pt x="9058" y="16684"/>
                  <a:pt x="8707" y="17020"/>
                  <a:pt x="8284" y="17020"/>
                </a:cubicBezTo>
                <a:lnTo>
                  <a:pt x="1271" y="17020"/>
                </a:lnTo>
                <a:cubicBezTo>
                  <a:pt x="847" y="17020"/>
                  <a:pt x="497" y="16684"/>
                  <a:pt x="497" y="16261"/>
                </a:cubicBezTo>
                <a:lnTo>
                  <a:pt x="497" y="1286"/>
                </a:lnTo>
                <a:cubicBezTo>
                  <a:pt x="497" y="847"/>
                  <a:pt x="847" y="511"/>
                  <a:pt x="1271" y="511"/>
                </a:cubicBezTo>
                <a:lnTo>
                  <a:pt x="8298" y="511"/>
                </a:lnTo>
                <a:cubicBezTo>
                  <a:pt x="8722" y="511"/>
                  <a:pt x="9073" y="847"/>
                  <a:pt x="9073" y="1286"/>
                </a:cubicBezTo>
                <a:lnTo>
                  <a:pt x="9073" y="10592"/>
                </a:lnTo>
                <a:cubicBezTo>
                  <a:pt x="9073" y="10738"/>
                  <a:pt x="9175" y="10855"/>
                  <a:pt x="9321" y="10855"/>
                </a:cubicBezTo>
                <a:cubicBezTo>
                  <a:pt x="9467" y="10855"/>
                  <a:pt x="9584" y="10738"/>
                  <a:pt x="9584" y="10592"/>
                </a:cubicBezTo>
                <a:lnTo>
                  <a:pt x="9584" y="1286"/>
                </a:lnTo>
                <a:cubicBezTo>
                  <a:pt x="9569" y="570"/>
                  <a:pt x="9000" y="0"/>
                  <a:pt x="82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15"/>
          <p:cNvSpPr/>
          <p:nvPr/>
        </p:nvSpPr>
        <p:spPr>
          <a:xfrm>
            <a:off x="1351025" y="3958517"/>
            <a:ext cx="396431" cy="396995"/>
          </a:xfrm>
          <a:custGeom>
            <a:rect b="b" l="l" r="r" t="t"/>
            <a:pathLst>
              <a:path extrusionOk="0" h="17572" w="17547">
                <a:moveTo>
                  <a:pt x="16377" y="3419"/>
                </a:moveTo>
                <a:cubicBezTo>
                  <a:pt x="16380" y="3419"/>
                  <a:pt x="16382" y="3419"/>
                  <a:pt x="16385" y="3419"/>
                </a:cubicBezTo>
                <a:lnTo>
                  <a:pt x="16385" y="3419"/>
                </a:lnTo>
                <a:cubicBezTo>
                  <a:pt x="16387" y="3419"/>
                  <a:pt x="16390" y="3419"/>
                  <a:pt x="16392" y="3419"/>
                </a:cubicBezTo>
                <a:close/>
                <a:moveTo>
                  <a:pt x="8759" y="2317"/>
                </a:moveTo>
                <a:cubicBezTo>
                  <a:pt x="9219" y="2317"/>
                  <a:pt x="9657" y="2673"/>
                  <a:pt x="9657" y="3214"/>
                </a:cubicBezTo>
                <a:cubicBezTo>
                  <a:pt x="9657" y="3711"/>
                  <a:pt x="9263" y="4105"/>
                  <a:pt x="8766" y="4105"/>
                </a:cubicBezTo>
                <a:cubicBezTo>
                  <a:pt x="7962" y="4105"/>
                  <a:pt x="7568" y="3141"/>
                  <a:pt x="8123" y="2586"/>
                </a:cubicBezTo>
                <a:cubicBezTo>
                  <a:pt x="8309" y="2400"/>
                  <a:pt x="8536" y="2317"/>
                  <a:pt x="8759" y="2317"/>
                </a:cubicBezTo>
                <a:close/>
                <a:moveTo>
                  <a:pt x="8766" y="1797"/>
                </a:moveTo>
                <a:cubicBezTo>
                  <a:pt x="7509" y="1797"/>
                  <a:pt x="6881" y="3316"/>
                  <a:pt x="7772" y="4208"/>
                </a:cubicBezTo>
                <a:cubicBezTo>
                  <a:pt x="8061" y="4496"/>
                  <a:pt x="8416" y="4626"/>
                  <a:pt x="8764" y="4626"/>
                </a:cubicBezTo>
                <a:cubicBezTo>
                  <a:pt x="9489" y="4626"/>
                  <a:pt x="10183" y="4063"/>
                  <a:pt x="10183" y="3214"/>
                </a:cubicBezTo>
                <a:cubicBezTo>
                  <a:pt x="10183" y="2440"/>
                  <a:pt x="9540" y="1797"/>
                  <a:pt x="8766" y="1797"/>
                </a:cubicBezTo>
                <a:close/>
                <a:moveTo>
                  <a:pt x="11176" y="877"/>
                </a:moveTo>
                <a:cubicBezTo>
                  <a:pt x="11469" y="964"/>
                  <a:pt x="11775" y="1081"/>
                  <a:pt x="12053" y="1213"/>
                </a:cubicBezTo>
                <a:cubicBezTo>
                  <a:pt x="13017" y="1622"/>
                  <a:pt x="13865" y="2250"/>
                  <a:pt x="14566" y="3039"/>
                </a:cubicBezTo>
                <a:cubicBezTo>
                  <a:pt x="14595" y="3083"/>
                  <a:pt x="14595" y="3156"/>
                  <a:pt x="14566" y="3200"/>
                </a:cubicBezTo>
                <a:cubicBezTo>
                  <a:pt x="13865" y="3988"/>
                  <a:pt x="13017" y="4617"/>
                  <a:pt x="12053" y="5026"/>
                </a:cubicBezTo>
                <a:cubicBezTo>
                  <a:pt x="11823" y="5141"/>
                  <a:pt x="11564" y="5228"/>
                  <a:pt x="11319" y="5314"/>
                </a:cubicBezTo>
                <a:lnTo>
                  <a:pt x="11319" y="5314"/>
                </a:lnTo>
                <a:cubicBezTo>
                  <a:pt x="12126" y="3929"/>
                  <a:pt x="12078" y="2200"/>
                  <a:pt x="11176" y="877"/>
                </a:cubicBezTo>
                <a:close/>
                <a:moveTo>
                  <a:pt x="8766" y="511"/>
                </a:moveTo>
                <a:cubicBezTo>
                  <a:pt x="9277" y="511"/>
                  <a:pt x="9788" y="570"/>
                  <a:pt x="10300" y="657"/>
                </a:cubicBezTo>
                <a:cubicBezTo>
                  <a:pt x="11001" y="1315"/>
                  <a:pt x="11396" y="2235"/>
                  <a:pt x="11381" y="3200"/>
                </a:cubicBezTo>
                <a:cubicBezTo>
                  <a:pt x="11381" y="4062"/>
                  <a:pt x="11074" y="4909"/>
                  <a:pt x="10504" y="5552"/>
                </a:cubicBezTo>
                <a:cubicBezTo>
                  <a:pt x="9935" y="5669"/>
                  <a:pt x="9350" y="5742"/>
                  <a:pt x="8766" y="5742"/>
                </a:cubicBezTo>
                <a:cubicBezTo>
                  <a:pt x="8181" y="5742"/>
                  <a:pt x="7597" y="5669"/>
                  <a:pt x="7027" y="5552"/>
                </a:cubicBezTo>
                <a:cubicBezTo>
                  <a:pt x="6457" y="4909"/>
                  <a:pt x="6136" y="4062"/>
                  <a:pt x="6151" y="3200"/>
                </a:cubicBezTo>
                <a:cubicBezTo>
                  <a:pt x="6136" y="2235"/>
                  <a:pt x="6531" y="1315"/>
                  <a:pt x="7232" y="657"/>
                </a:cubicBezTo>
                <a:cubicBezTo>
                  <a:pt x="7743" y="570"/>
                  <a:pt x="8254" y="511"/>
                  <a:pt x="8766" y="511"/>
                </a:cubicBezTo>
                <a:close/>
                <a:moveTo>
                  <a:pt x="8766" y="0"/>
                </a:moveTo>
                <a:cubicBezTo>
                  <a:pt x="7203" y="0"/>
                  <a:pt x="6326" y="234"/>
                  <a:pt x="5157" y="789"/>
                </a:cubicBezTo>
                <a:cubicBezTo>
                  <a:pt x="4900" y="931"/>
                  <a:pt x="5028" y="1277"/>
                  <a:pt x="5262" y="1277"/>
                </a:cubicBezTo>
                <a:cubicBezTo>
                  <a:pt x="5294" y="1277"/>
                  <a:pt x="5327" y="1270"/>
                  <a:pt x="5362" y="1256"/>
                </a:cubicBezTo>
                <a:cubicBezTo>
                  <a:pt x="5683" y="1110"/>
                  <a:pt x="6019" y="979"/>
                  <a:pt x="6355" y="877"/>
                </a:cubicBezTo>
                <a:lnTo>
                  <a:pt x="6355" y="877"/>
                </a:lnTo>
                <a:cubicBezTo>
                  <a:pt x="5449" y="2221"/>
                  <a:pt x="5406" y="3945"/>
                  <a:pt x="6224" y="5333"/>
                </a:cubicBezTo>
                <a:cubicBezTo>
                  <a:pt x="5975" y="5260"/>
                  <a:pt x="5727" y="5157"/>
                  <a:pt x="5479" y="5055"/>
                </a:cubicBezTo>
                <a:cubicBezTo>
                  <a:pt x="4529" y="4631"/>
                  <a:pt x="3667" y="4018"/>
                  <a:pt x="2980" y="3229"/>
                </a:cubicBezTo>
                <a:cubicBezTo>
                  <a:pt x="2937" y="3170"/>
                  <a:pt x="2937" y="3112"/>
                  <a:pt x="2980" y="3053"/>
                </a:cubicBezTo>
                <a:cubicBezTo>
                  <a:pt x="3389" y="2586"/>
                  <a:pt x="3842" y="2177"/>
                  <a:pt x="4368" y="1841"/>
                </a:cubicBezTo>
                <a:cubicBezTo>
                  <a:pt x="4587" y="1683"/>
                  <a:pt x="4432" y="1374"/>
                  <a:pt x="4215" y="1374"/>
                </a:cubicBezTo>
                <a:cubicBezTo>
                  <a:pt x="4170" y="1374"/>
                  <a:pt x="4123" y="1387"/>
                  <a:pt x="4076" y="1417"/>
                </a:cubicBezTo>
                <a:cubicBezTo>
                  <a:pt x="3521" y="1782"/>
                  <a:pt x="3024" y="2221"/>
                  <a:pt x="2586" y="2717"/>
                </a:cubicBezTo>
                <a:cubicBezTo>
                  <a:pt x="2381" y="2966"/>
                  <a:pt x="2381" y="3316"/>
                  <a:pt x="2586" y="3565"/>
                </a:cubicBezTo>
                <a:cubicBezTo>
                  <a:pt x="3331" y="4412"/>
                  <a:pt x="4237" y="5070"/>
                  <a:pt x="5274" y="5537"/>
                </a:cubicBezTo>
                <a:cubicBezTo>
                  <a:pt x="6384" y="6019"/>
                  <a:pt x="7575" y="6260"/>
                  <a:pt x="8768" y="6260"/>
                </a:cubicBezTo>
                <a:cubicBezTo>
                  <a:pt x="9960" y="6260"/>
                  <a:pt x="11154" y="6019"/>
                  <a:pt x="12272" y="5537"/>
                </a:cubicBezTo>
                <a:cubicBezTo>
                  <a:pt x="13309" y="5084"/>
                  <a:pt x="14215" y="4412"/>
                  <a:pt x="14960" y="3565"/>
                </a:cubicBezTo>
                <a:lnTo>
                  <a:pt x="14946" y="3550"/>
                </a:lnTo>
                <a:cubicBezTo>
                  <a:pt x="15150" y="3302"/>
                  <a:pt x="15150" y="2951"/>
                  <a:pt x="14946" y="2703"/>
                </a:cubicBezTo>
                <a:cubicBezTo>
                  <a:pt x="14215" y="1855"/>
                  <a:pt x="13295" y="1183"/>
                  <a:pt x="12272" y="731"/>
                </a:cubicBezTo>
                <a:cubicBezTo>
                  <a:pt x="11162" y="248"/>
                  <a:pt x="9978" y="0"/>
                  <a:pt x="8766" y="0"/>
                </a:cubicBezTo>
                <a:close/>
                <a:moveTo>
                  <a:pt x="9379" y="14595"/>
                </a:moveTo>
                <a:cubicBezTo>
                  <a:pt x="9248" y="14595"/>
                  <a:pt x="9131" y="14712"/>
                  <a:pt x="9131" y="14858"/>
                </a:cubicBezTo>
                <a:lnTo>
                  <a:pt x="9131" y="17298"/>
                </a:lnTo>
                <a:cubicBezTo>
                  <a:pt x="9131" y="17466"/>
                  <a:pt x="9259" y="17550"/>
                  <a:pt x="9387" y="17550"/>
                </a:cubicBezTo>
                <a:cubicBezTo>
                  <a:pt x="9515" y="17550"/>
                  <a:pt x="9642" y="17466"/>
                  <a:pt x="9642" y="17298"/>
                </a:cubicBezTo>
                <a:lnTo>
                  <a:pt x="9642" y="14858"/>
                </a:lnTo>
                <a:cubicBezTo>
                  <a:pt x="9642" y="14712"/>
                  <a:pt x="9525" y="14595"/>
                  <a:pt x="9379" y="14595"/>
                </a:cubicBezTo>
                <a:close/>
                <a:moveTo>
                  <a:pt x="16385" y="3419"/>
                </a:moveTo>
                <a:cubicBezTo>
                  <a:pt x="15804" y="3422"/>
                  <a:pt x="15311" y="3859"/>
                  <a:pt x="15238" y="4427"/>
                </a:cubicBezTo>
                <a:lnTo>
                  <a:pt x="14829" y="7509"/>
                </a:lnTo>
                <a:cubicBezTo>
                  <a:pt x="14800" y="7685"/>
                  <a:pt x="14727" y="7860"/>
                  <a:pt x="14595" y="7992"/>
                </a:cubicBezTo>
                <a:lnTo>
                  <a:pt x="14040" y="8517"/>
                </a:lnTo>
                <a:cubicBezTo>
                  <a:pt x="13996" y="8298"/>
                  <a:pt x="13894" y="8094"/>
                  <a:pt x="13733" y="7948"/>
                </a:cubicBezTo>
                <a:cubicBezTo>
                  <a:pt x="13514" y="7729"/>
                  <a:pt x="13225" y="7619"/>
                  <a:pt x="12937" y="7619"/>
                </a:cubicBezTo>
                <a:cubicBezTo>
                  <a:pt x="12648" y="7619"/>
                  <a:pt x="12360" y="7729"/>
                  <a:pt x="12141" y="7948"/>
                </a:cubicBezTo>
                <a:lnTo>
                  <a:pt x="9759" y="10373"/>
                </a:lnTo>
                <a:cubicBezTo>
                  <a:pt x="9350" y="10797"/>
                  <a:pt x="9131" y="11352"/>
                  <a:pt x="9131" y="11951"/>
                </a:cubicBezTo>
                <a:lnTo>
                  <a:pt x="9131" y="13660"/>
                </a:lnTo>
                <a:cubicBezTo>
                  <a:pt x="9131" y="13828"/>
                  <a:pt x="9259" y="13912"/>
                  <a:pt x="9387" y="13912"/>
                </a:cubicBezTo>
                <a:cubicBezTo>
                  <a:pt x="9515" y="13912"/>
                  <a:pt x="9642" y="13828"/>
                  <a:pt x="9642" y="13660"/>
                </a:cubicBezTo>
                <a:lnTo>
                  <a:pt x="9642" y="11951"/>
                </a:lnTo>
                <a:cubicBezTo>
                  <a:pt x="9642" y="11498"/>
                  <a:pt x="9818" y="11060"/>
                  <a:pt x="10139" y="10738"/>
                </a:cubicBezTo>
                <a:lnTo>
                  <a:pt x="12506" y="8313"/>
                </a:lnTo>
                <a:cubicBezTo>
                  <a:pt x="12623" y="8196"/>
                  <a:pt x="12783" y="8138"/>
                  <a:pt x="12944" y="8138"/>
                </a:cubicBezTo>
                <a:cubicBezTo>
                  <a:pt x="13499" y="8138"/>
                  <a:pt x="13762" y="8795"/>
                  <a:pt x="13368" y="9175"/>
                </a:cubicBezTo>
                <a:lnTo>
                  <a:pt x="12214" y="10300"/>
                </a:lnTo>
                <a:cubicBezTo>
                  <a:pt x="12035" y="10490"/>
                  <a:pt x="12206" y="10748"/>
                  <a:pt x="12402" y="10748"/>
                </a:cubicBezTo>
                <a:cubicBezTo>
                  <a:pt x="12462" y="10748"/>
                  <a:pt x="12524" y="10724"/>
                  <a:pt x="12579" y="10665"/>
                </a:cubicBezTo>
                <a:lnTo>
                  <a:pt x="14960" y="8342"/>
                </a:lnTo>
                <a:cubicBezTo>
                  <a:pt x="15165" y="8138"/>
                  <a:pt x="15296" y="7860"/>
                  <a:pt x="15340" y="7568"/>
                </a:cubicBezTo>
                <a:lnTo>
                  <a:pt x="15749" y="4500"/>
                </a:lnTo>
                <a:cubicBezTo>
                  <a:pt x="15805" y="4124"/>
                  <a:pt x="16097" y="3943"/>
                  <a:pt x="16388" y="3943"/>
                </a:cubicBezTo>
                <a:cubicBezTo>
                  <a:pt x="16708" y="3943"/>
                  <a:pt x="17027" y="4160"/>
                  <a:pt x="17035" y="4573"/>
                </a:cubicBezTo>
                <a:lnTo>
                  <a:pt x="17035" y="9000"/>
                </a:lnTo>
                <a:cubicBezTo>
                  <a:pt x="17020" y="9306"/>
                  <a:pt x="16918" y="9584"/>
                  <a:pt x="16728" y="9818"/>
                </a:cubicBezTo>
                <a:lnTo>
                  <a:pt x="13251" y="13923"/>
                </a:lnTo>
                <a:cubicBezTo>
                  <a:pt x="13046" y="14171"/>
                  <a:pt x="12930" y="14478"/>
                  <a:pt x="12930" y="14814"/>
                </a:cubicBezTo>
                <a:lnTo>
                  <a:pt x="12930" y="17298"/>
                </a:lnTo>
                <a:cubicBezTo>
                  <a:pt x="12930" y="17466"/>
                  <a:pt x="13057" y="17550"/>
                  <a:pt x="13185" y="17550"/>
                </a:cubicBezTo>
                <a:cubicBezTo>
                  <a:pt x="13313" y="17550"/>
                  <a:pt x="13441" y="17466"/>
                  <a:pt x="13441" y="17298"/>
                </a:cubicBezTo>
                <a:lnTo>
                  <a:pt x="13441" y="14814"/>
                </a:lnTo>
                <a:cubicBezTo>
                  <a:pt x="13441" y="14610"/>
                  <a:pt x="13514" y="14405"/>
                  <a:pt x="13645" y="14259"/>
                </a:cubicBezTo>
                <a:lnTo>
                  <a:pt x="17123" y="10154"/>
                </a:lnTo>
                <a:cubicBezTo>
                  <a:pt x="17385" y="9832"/>
                  <a:pt x="17532" y="9423"/>
                  <a:pt x="17546" y="9000"/>
                </a:cubicBezTo>
                <a:lnTo>
                  <a:pt x="17546" y="4573"/>
                </a:lnTo>
                <a:cubicBezTo>
                  <a:pt x="17532" y="3947"/>
                  <a:pt x="17024" y="3423"/>
                  <a:pt x="16385" y="3419"/>
                </a:cubicBezTo>
                <a:close/>
                <a:moveTo>
                  <a:pt x="1163" y="3429"/>
                </a:moveTo>
                <a:cubicBezTo>
                  <a:pt x="586" y="3429"/>
                  <a:pt x="8" y="3822"/>
                  <a:pt x="0" y="4573"/>
                </a:cubicBezTo>
                <a:lnTo>
                  <a:pt x="0" y="9000"/>
                </a:lnTo>
                <a:cubicBezTo>
                  <a:pt x="0" y="9423"/>
                  <a:pt x="146" y="9832"/>
                  <a:pt x="424" y="10154"/>
                </a:cubicBezTo>
                <a:lnTo>
                  <a:pt x="3901" y="14259"/>
                </a:lnTo>
                <a:cubicBezTo>
                  <a:pt x="4032" y="14405"/>
                  <a:pt x="4105" y="14610"/>
                  <a:pt x="4105" y="14814"/>
                </a:cubicBezTo>
                <a:lnTo>
                  <a:pt x="4105" y="17298"/>
                </a:lnTo>
                <a:cubicBezTo>
                  <a:pt x="4083" y="17480"/>
                  <a:pt x="4219" y="17572"/>
                  <a:pt x="4356" y="17572"/>
                </a:cubicBezTo>
                <a:cubicBezTo>
                  <a:pt x="4492" y="17572"/>
                  <a:pt x="4631" y="17480"/>
                  <a:pt x="4617" y="17298"/>
                </a:cubicBezTo>
                <a:lnTo>
                  <a:pt x="4617" y="14814"/>
                </a:lnTo>
                <a:cubicBezTo>
                  <a:pt x="4617" y="14493"/>
                  <a:pt x="4500" y="14171"/>
                  <a:pt x="4281" y="13923"/>
                </a:cubicBezTo>
                <a:lnTo>
                  <a:pt x="818" y="9818"/>
                </a:lnTo>
                <a:cubicBezTo>
                  <a:pt x="628" y="9584"/>
                  <a:pt x="511" y="9306"/>
                  <a:pt x="511" y="9000"/>
                </a:cubicBezTo>
                <a:lnTo>
                  <a:pt x="511" y="4573"/>
                </a:lnTo>
                <a:cubicBezTo>
                  <a:pt x="519" y="4160"/>
                  <a:pt x="838" y="3943"/>
                  <a:pt x="1158" y="3943"/>
                </a:cubicBezTo>
                <a:cubicBezTo>
                  <a:pt x="1450" y="3943"/>
                  <a:pt x="1741" y="4124"/>
                  <a:pt x="1797" y="4500"/>
                </a:cubicBezTo>
                <a:lnTo>
                  <a:pt x="2206" y="7568"/>
                </a:lnTo>
                <a:cubicBezTo>
                  <a:pt x="2235" y="7875"/>
                  <a:pt x="2381" y="8138"/>
                  <a:pt x="2586" y="8357"/>
                </a:cubicBezTo>
                <a:lnTo>
                  <a:pt x="4339" y="10066"/>
                </a:lnTo>
                <a:lnTo>
                  <a:pt x="4967" y="10665"/>
                </a:lnTo>
                <a:cubicBezTo>
                  <a:pt x="5022" y="10724"/>
                  <a:pt x="5085" y="10748"/>
                  <a:pt x="5145" y="10748"/>
                </a:cubicBezTo>
                <a:cubicBezTo>
                  <a:pt x="5340" y="10748"/>
                  <a:pt x="5511" y="10490"/>
                  <a:pt x="5333" y="10300"/>
                </a:cubicBezTo>
                <a:lnTo>
                  <a:pt x="4178" y="9175"/>
                </a:lnTo>
                <a:cubicBezTo>
                  <a:pt x="4061" y="9058"/>
                  <a:pt x="3988" y="8897"/>
                  <a:pt x="3988" y="8737"/>
                </a:cubicBezTo>
                <a:cubicBezTo>
                  <a:pt x="3988" y="8401"/>
                  <a:pt x="4266" y="8123"/>
                  <a:pt x="4602" y="8123"/>
                </a:cubicBezTo>
                <a:cubicBezTo>
                  <a:pt x="4763" y="8123"/>
                  <a:pt x="4923" y="8196"/>
                  <a:pt x="5040" y="8313"/>
                </a:cubicBezTo>
                <a:lnTo>
                  <a:pt x="7407" y="10724"/>
                </a:lnTo>
                <a:cubicBezTo>
                  <a:pt x="7729" y="11045"/>
                  <a:pt x="7904" y="11483"/>
                  <a:pt x="7904" y="11936"/>
                </a:cubicBezTo>
                <a:lnTo>
                  <a:pt x="7904" y="17298"/>
                </a:lnTo>
                <a:cubicBezTo>
                  <a:pt x="7889" y="17480"/>
                  <a:pt x="8024" y="17572"/>
                  <a:pt x="8159" y="17572"/>
                </a:cubicBezTo>
                <a:cubicBezTo>
                  <a:pt x="8295" y="17572"/>
                  <a:pt x="8430" y="17480"/>
                  <a:pt x="8415" y="17298"/>
                </a:cubicBezTo>
                <a:lnTo>
                  <a:pt x="8415" y="11951"/>
                </a:lnTo>
                <a:cubicBezTo>
                  <a:pt x="8415" y="11352"/>
                  <a:pt x="8196" y="10797"/>
                  <a:pt x="7787" y="10373"/>
                </a:cubicBezTo>
                <a:lnTo>
                  <a:pt x="5391" y="7948"/>
                </a:lnTo>
                <a:cubicBezTo>
                  <a:pt x="5186" y="7729"/>
                  <a:pt x="4894" y="7612"/>
                  <a:pt x="4602" y="7612"/>
                </a:cubicBezTo>
                <a:lnTo>
                  <a:pt x="4587" y="7612"/>
                </a:lnTo>
                <a:cubicBezTo>
                  <a:pt x="4061" y="7612"/>
                  <a:pt x="3594" y="7992"/>
                  <a:pt x="3492" y="8503"/>
                </a:cubicBezTo>
                <a:lnTo>
                  <a:pt x="2951" y="7977"/>
                </a:lnTo>
                <a:cubicBezTo>
                  <a:pt x="2820" y="7845"/>
                  <a:pt x="2732" y="7670"/>
                  <a:pt x="2703" y="7495"/>
                </a:cubicBezTo>
                <a:lnTo>
                  <a:pt x="2308" y="4427"/>
                </a:lnTo>
                <a:cubicBezTo>
                  <a:pt x="2211" y="3753"/>
                  <a:pt x="1687" y="3429"/>
                  <a:pt x="1163" y="3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15"/>
          <p:cNvSpPr/>
          <p:nvPr/>
        </p:nvSpPr>
        <p:spPr>
          <a:xfrm>
            <a:off x="1351025" y="3307277"/>
            <a:ext cx="396431" cy="396114"/>
          </a:xfrm>
          <a:custGeom>
            <a:rect b="b" l="l" r="r" t="t"/>
            <a:pathLst>
              <a:path extrusionOk="0" h="17533" w="17547">
                <a:moveTo>
                  <a:pt x="9793" y="5430"/>
                </a:moveTo>
                <a:cubicBezTo>
                  <a:pt x="9663" y="5430"/>
                  <a:pt x="9540" y="5528"/>
                  <a:pt x="9540" y="5683"/>
                </a:cubicBezTo>
                <a:cubicBezTo>
                  <a:pt x="9540" y="5829"/>
                  <a:pt x="9657" y="5946"/>
                  <a:pt x="9803" y="5946"/>
                </a:cubicBezTo>
                <a:cubicBezTo>
                  <a:pt x="10022" y="5946"/>
                  <a:pt x="10139" y="5669"/>
                  <a:pt x="9978" y="5508"/>
                </a:cubicBezTo>
                <a:cubicBezTo>
                  <a:pt x="9925" y="5455"/>
                  <a:pt x="9858" y="5430"/>
                  <a:pt x="9793" y="5430"/>
                </a:cubicBezTo>
                <a:close/>
                <a:moveTo>
                  <a:pt x="7743" y="5435"/>
                </a:moveTo>
                <a:cubicBezTo>
                  <a:pt x="7597" y="5435"/>
                  <a:pt x="7495" y="5537"/>
                  <a:pt x="7495" y="5683"/>
                </a:cubicBezTo>
                <a:cubicBezTo>
                  <a:pt x="7485" y="5843"/>
                  <a:pt x="7610" y="5948"/>
                  <a:pt x="7747" y="5948"/>
                </a:cubicBezTo>
                <a:cubicBezTo>
                  <a:pt x="7811" y="5948"/>
                  <a:pt x="7877" y="5925"/>
                  <a:pt x="7933" y="5873"/>
                </a:cubicBezTo>
                <a:cubicBezTo>
                  <a:pt x="8094" y="5713"/>
                  <a:pt x="7977" y="5435"/>
                  <a:pt x="7743" y="5435"/>
                </a:cubicBezTo>
                <a:close/>
                <a:moveTo>
                  <a:pt x="8764" y="6456"/>
                </a:moveTo>
                <a:cubicBezTo>
                  <a:pt x="8632" y="6456"/>
                  <a:pt x="8503" y="6561"/>
                  <a:pt x="8503" y="6721"/>
                </a:cubicBezTo>
                <a:cubicBezTo>
                  <a:pt x="8503" y="6852"/>
                  <a:pt x="8620" y="6969"/>
                  <a:pt x="8766" y="6969"/>
                </a:cubicBezTo>
                <a:cubicBezTo>
                  <a:pt x="9000" y="6969"/>
                  <a:pt x="9116" y="6691"/>
                  <a:pt x="8941" y="6531"/>
                </a:cubicBezTo>
                <a:cubicBezTo>
                  <a:pt x="8890" y="6479"/>
                  <a:pt x="8827" y="6456"/>
                  <a:pt x="8764" y="6456"/>
                </a:cubicBezTo>
                <a:close/>
                <a:moveTo>
                  <a:pt x="10839" y="6456"/>
                </a:moveTo>
                <a:cubicBezTo>
                  <a:pt x="10706" y="6456"/>
                  <a:pt x="10577" y="6561"/>
                  <a:pt x="10577" y="6721"/>
                </a:cubicBezTo>
                <a:cubicBezTo>
                  <a:pt x="10563" y="6852"/>
                  <a:pt x="10680" y="6969"/>
                  <a:pt x="10826" y="6969"/>
                </a:cubicBezTo>
                <a:cubicBezTo>
                  <a:pt x="11060" y="6969"/>
                  <a:pt x="11176" y="6691"/>
                  <a:pt x="11016" y="6531"/>
                </a:cubicBezTo>
                <a:cubicBezTo>
                  <a:pt x="10964" y="6479"/>
                  <a:pt x="10901" y="6456"/>
                  <a:pt x="10839" y="6456"/>
                </a:cubicBezTo>
                <a:close/>
                <a:moveTo>
                  <a:pt x="6720" y="6458"/>
                </a:moveTo>
                <a:cubicBezTo>
                  <a:pt x="6487" y="6458"/>
                  <a:pt x="6370" y="6735"/>
                  <a:pt x="6531" y="6896"/>
                </a:cubicBezTo>
                <a:cubicBezTo>
                  <a:pt x="6582" y="6948"/>
                  <a:pt x="6646" y="6971"/>
                  <a:pt x="6709" y="6971"/>
                </a:cubicBezTo>
                <a:cubicBezTo>
                  <a:pt x="6841" y="6971"/>
                  <a:pt x="6969" y="6869"/>
                  <a:pt x="6969" y="6721"/>
                </a:cubicBezTo>
                <a:cubicBezTo>
                  <a:pt x="6969" y="6575"/>
                  <a:pt x="6852" y="6458"/>
                  <a:pt x="6720" y="6458"/>
                </a:cubicBezTo>
                <a:close/>
                <a:moveTo>
                  <a:pt x="9802" y="7479"/>
                </a:moveTo>
                <a:cubicBezTo>
                  <a:pt x="9669" y="7479"/>
                  <a:pt x="9540" y="7584"/>
                  <a:pt x="9540" y="7743"/>
                </a:cubicBezTo>
                <a:cubicBezTo>
                  <a:pt x="9540" y="7889"/>
                  <a:pt x="9657" y="7992"/>
                  <a:pt x="9803" y="7992"/>
                </a:cubicBezTo>
                <a:cubicBezTo>
                  <a:pt x="9809" y="7992"/>
                  <a:pt x="9814" y="7992"/>
                  <a:pt x="9820" y="7992"/>
                </a:cubicBezTo>
                <a:cubicBezTo>
                  <a:pt x="10028" y="7992"/>
                  <a:pt x="10135" y="7724"/>
                  <a:pt x="9978" y="7553"/>
                </a:cubicBezTo>
                <a:cubicBezTo>
                  <a:pt x="9927" y="7502"/>
                  <a:pt x="9864" y="7479"/>
                  <a:pt x="9802" y="7479"/>
                </a:cubicBezTo>
                <a:close/>
                <a:moveTo>
                  <a:pt x="7743" y="7480"/>
                </a:moveTo>
                <a:cubicBezTo>
                  <a:pt x="7509" y="7480"/>
                  <a:pt x="7392" y="7758"/>
                  <a:pt x="7568" y="7919"/>
                </a:cubicBezTo>
                <a:cubicBezTo>
                  <a:pt x="7621" y="7972"/>
                  <a:pt x="7688" y="7997"/>
                  <a:pt x="7753" y="7997"/>
                </a:cubicBezTo>
                <a:cubicBezTo>
                  <a:pt x="7883" y="7997"/>
                  <a:pt x="8006" y="7899"/>
                  <a:pt x="8006" y="7743"/>
                </a:cubicBezTo>
                <a:cubicBezTo>
                  <a:pt x="8006" y="7597"/>
                  <a:pt x="7889" y="7480"/>
                  <a:pt x="7743" y="7480"/>
                </a:cubicBezTo>
                <a:close/>
                <a:moveTo>
                  <a:pt x="8763" y="8516"/>
                </a:moveTo>
                <a:cubicBezTo>
                  <a:pt x="8630" y="8516"/>
                  <a:pt x="8503" y="8617"/>
                  <a:pt x="8503" y="8766"/>
                </a:cubicBezTo>
                <a:cubicBezTo>
                  <a:pt x="8503" y="8912"/>
                  <a:pt x="8620" y="9029"/>
                  <a:pt x="8766" y="9029"/>
                </a:cubicBezTo>
                <a:cubicBezTo>
                  <a:pt x="9000" y="9029"/>
                  <a:pt x="9116" y="8751"/>
                  <a:pt x="8941" y="8591"/>
                </a:cubicBezTo>
                <a:cubicBezTo>
                  <a:pt x="8889" y="8539"/>
                  <a:pt x="8825" y="8516"/>
                  <a:pt x="8763" y="8516"/>
                </a:cubicBezTo>
                <a:close/>
                <a:moveTo>
                  <a:pt x="10821" y="8513"/>
                </a:moveTo>
                <a:cubicBezTo>
                  <a:pt x="10688" y="8513"/>
                  <a:pt x="10568" y="8610"/>
                  <a:pt x="10577" y="8766"/>
                </a:cubicBezTo>
                <a:cubicBezTo>
                  <a:pt x="10577" y="8912"/>
                  <a:pt x="10680" y="9029"/>
                  <a:pt x="10826" y="9029"/>
                </a:cubicBezTo>
                <a:cubicBezTo>
                  <a:pt x="11060" y="9029"/>
                  <a:pt x="11176" y="8751"/>
                  <a:pt x="11016" y="8591"/>
                </a:cubicBezTo>
                <a:cubicBezTo>
                  <a:pt x="10957" y="8537"/>
                  <a:pt x="10887" y="8513"/>
                  <a:pt x="10821" y="8513"/>
                </a:cubicBezTo>
                <a:close/>
                <a:moveTo>
                  <a:pt x="6720" y="8518"/>
                </a:moveTo>
                <a:cubicBezTo>
                  <a:pt x="6487" y="8518"/>
                  <a:pt x="6370" y="8795"/>
                  <a:pt x="6531" y="8956"/>
                </a:cubicBezTo>
                <a:cubicBezTo>
                  <a:pt x="6582" y="9007"/>
                  <a:pt x="6645" y="9030"/>
                  <a:pt x="6707" y="9030"/>
                </a:cubicBezTo>
                <a:cubicBezTo>
                  <a:pt x="6840" y="9030"/>
                  <a:pt x="6969" y="8925"/>
                  <a:pt x="6969" y="8766"/>
                </a:cubicBezTo>
                <a:cubicBezTo>
                  <a:pt x="6969" y="8635"/>
                  <a:pt x="6852" y="8518"/>
                  <a:pt x="6720" y="8518"/>
                </a:cubicBezTo>
                <a:close/>
                <a:moveTo>
                  <a:pt x="9802" y="9539"/>
                </a:moveTo>
                <a:cubicBezTo>
                  <a:pt x="9669" y="9539"/>
                  <a:pt x="9540" y="9644"/>
                  <a:pt x="9540" y="9803"/>
                </a:cubicBezTo>
                <a:cubicBezTo>
                  <a:pt x="9540" y="9935"/>
                  <a:pt x="9657" y="10052"/>
                  <a:pt x="9803" y="10052"/>
                </a:cubicBezTo>
                <a:cubicBezTo>
                  <a:pt x="10022" y="10052"/>
                  <a:pt x="10139" y="9774"/>
                  <a:pt x="9978" y="9613"/>
                </a:cubicBezTo>
                <a:cubicBezTo>
                  <a:pt x="9927" y="9562"/>
                  <a:pt x="9864" y="9539"/>
                  <a:pt x="9802" y="9539"/>
                </a:cubicBezTo>
                <a:close/>
                <a:moveTo>
                  <a:pt x="7743" y="9540"/>
                </a:moveTo>
                <a:cubicBezTo>
                  <a:pt x="7509" y="9540"/>
                  <a:pt x="7392" y="9818"/>
                  <a:pt x="7568" y="9979"/>
                </a:cubicBezTo>
                <a:cubicBezTo>
                  <a:pt x="7620" y="10030"/>
                  <a:pt x="7684" y="10053"/>
                  <a:pt x="7746" y="10053"/>
                </a:cubicBezTo>
                <a:cubicBezTo>
                  <a:pt x="7879" y="10053"/>
                  <a:pt x="8006" y="9952"/>
                  <a:pt x="8006" y="9803"/>
                </a:cubicBezTo>
                <a:cubicBezTo>
                  <a:pt x="8006" y="9657"/>
                  <a:pt x="7889" y="9540"/>
                  <a:pt x="7743" y="9540"/>
                </a:cubicBezTo>
                <a:close/>
                <a:moveTo>
                  <a:pt x="8771" y="10566"/>
                </a:moveTo>
                <a:cubicBezTo>
                  <a:pt x="8641" y="10566"/>
                  <a:pt x="8517" y="10670"/>
                  <a:pt x="8517" y="10826"/>
                </a:cubicBezTo>
                <a:cubicBezTo>
                  <a:pt x="8517" y="10957"/>
                  <a:pt x="8620" y="11074"/>
                  <a:pt x="8766" y="11089"/>
                </a:cubicBezTo>
                <a:cubicBezTo>
                  <a:pt x="9000" y="11089"/>
                  <a:pt x="9116" y="10811"/>
                  <a:pt x="8956" y="10651"/>
                </a:cubicBezTo>
                <a:cubicBezTo>
                  <a:pt x="8902" y="10592"/>
                  <a:pt x="8836" y="10566"/>
                  <a:pt x="8771" y="10566"/>
                </a:cubicBezTo>
                <a:close/>
                <a:moveTo>
                  <a:pt x="10839" y="10562"/>
                </a:moveTo>
                <a:cubicBezTo>
                  <a:pt x="10706" y="10562"/>
                  <a:pt x="10577" y="10667"/>
                  <a:pt x="10577" y="10826"/>
                </a:cubicBezTo>
                <a:cubicBezTo>
                  <a:pt x="10563" y="10972"/>
                  <a:pt x="10680" y="11074"/>
                  <a:pt x="10826" y="11089"/>
                </a:cubicBezTo>
                <a:cubicBezTo>
                  <a:pt x="11060" y="11089"/>
                  <a:pt x="11176" y="10811"/>
                  <a:pt x="11016" y="10636"/>
                </a:cubicBezTo>
                <a:cubicBezTo>
                  <a:pt x="10964" y="10585"/>
                  <a:pt x="10901" y="10562"/>
                  <a:pt x="10839" y="10562"/>
                </a:cubicBezTo>
                <a:close/>
                <a:moveTo>
                  <a:pt x="6720" y="10563"/>
                </a:moveTo>
                <a:cubicBezTo>
                  <a:pt x="6487" y="10563"/>
                  <a:pt x="6370" y="10841"/>
                  <a:pt x="6531" y="11016"/>
                </a:cubicBezTo>
                <a:cubicBezTo>
                  <a:pt x="6582" y="11067"/>
                  <a:pt x="6645" y="11090"/>
                  <a:pt x="6707" y="11090"/>
                </a:cubicBezTo>
                <a:cubicBezTo>
                  <a:pt x="6840" y="11090"/>
                  <a:pt x="6969" y="10985"/>
                  <a:pt x="6969" y="10826"/>
                </a:cubicBezTo>
                <a:cubicBezTo>
                  <a:pt x="6969" y="10680"/>
                  <a:pt x="6852" y="10563"/>
                  <a:pt x="6720" y="10563"/>
                </a:cubicBezTo>
                <a:close/>
                <a:moveTo>
                  <a:pt x="4471" y="5903"/>
                </a:moveTo>
                <a:lnTo>
                  <a:pt x="4471" y="11630"/>
                </a:lnTo>
                <a:lnTo>
                  <a:pt x="1037" y="11630"/>
                </a:lnTo>
                <a:cubicBezTo>
                  <a:pt x="745" y="11630"/>
                  <a:pt x="511" y="11396"/>
                  <a:pt x="511" y="11118"/>
                </a:cubicBezTo>
                <a:lnTo>
                  <a:pt x="511" y="6428"/>
                </a:lnTo>
                <a:cubicBezTo>
                  <a:pt x="511" y="6136"/>
                  <a:pt x="745" y="5903"/>
                  <a:pt x="1037" y="5903"/>
                </a:cubicBezTo>
                <a:close/>
                <a:moveTo>
                  <a:pt x="5391" y="5903"/>
                </a:moveTo>
                <a:lnTo>
                  <a:pt x="5391" y="11630"/>
                </a:lnTo>
                <a:lnTo>
                  <a:pt x="4982" y="11630"/>
                </a:lnTo>
                <a:lnTo>
                  <a:pt x="4982" y="5903"/>
                </a:lnTo>
                <a:close/>
                <a:moveTo>
                  <a:pt x="12550" y="5903"/>
                </a:moveTo>
                <a:lnTo>
                  <a:pt x="12564" y="11630"/>
                </a:lnTo>
                <a:lnTo>
                  <a:pt x="12155" y="11630"/>
                </a:lnTo>
                <a:lnTo>
                  <a:pt x="12155" y="5903"/>
                </a:lnTo>
                <a:close/>
                <a:moveTo>
                  <a:pt x="9800" y="11599"/>
                </a:moveTo>
                <a:cubicBezTo>
                  <a:pt x="9668" y="11599"/>
                  <a:pt x="9540" y="11700"/>
                  <a:pt x="9540" y="11849"/>
                </a:cubicBezTo>
                <a:cubicBezTo>
                  <a:pt x="9540" y="11995"/>
                  <a:pt x="9657" y="12112"/>
                  <a:pt x="9803" y="12112"/>
                </a:cubicBezTo>
                <a:cubicBezTo>
                  <a:pt x="10022" y="12112"/>
                  <a:pt x="10139" y="11834"/>
                  <a:pt x="9978" y="11673"/>
                </a:cubicBezTo>
                <a:cubicBezTo>
                  <a:pt x="9927" y="11622"/>
                  <a:pt x="9863" y="11599"/>
                  <a:pt x="9800" y="11599"/>
                </a:cubicBezTo>
                <a:close/>
                <a:moveTo>
                  <a:pt x="7743" y="11600"/>
                </a:moveTo>
                <a:cubicBezTo>
                  <a:pt x="7509" y="11600"/>
                  <a:pt x="7392" y="11878"/>
                  <a:pt x="7568" y="12039"/>
                </a:cubicBezTo>
                <a:cubicBezTo>
                  <a:pt x="7619" y="12090"/>
                  <a:pt x="7682" y="12113"/>
                  <a:pt x="7744" y="12113"/>
                </a:cubicBezTo>
                <a:cubicBezTo>
                  <a:pt x="7877" y="12113"/>
                  <a:pt x="8006" y="12008"/>
                  <a:pt x="8006" y="11849"/>
                </a:cubicBezTo>
                <a:cubicBezTo>
                  <a:pt x="8006" y="11717"/>
                  <a:pt x="7889" y="11600"/>
                  <a:pt x="7743" y="11600"/>
                </a:cubicBezTo>
                <a:close/>
                <a:moveTo>
                  <a:pt x="11118" y="512"/>
                </a:moveTo>
                <a:cubicBezTo>
                  <a:pt x="11410" y="512"/>
                  <a:pt x="11629" y="745"/>
                  <a:pt x="11629" y="1023"/>
                </a:cubicBezTo>
                <a:lnTo>
                  <a:pt x="11629" y="4471"/>
                </a:lnTo>
                <a:lnTo>
                  <a:pt x="8006" y="4471"/>
                </a:lnTo>
                <a:cubicBezTo>
                  <a:pt x="7997" y="4470"/>
                  <a:pt x="7987" y="4470"/>
                  <a:pt x="7978" y="4470"/>
                </a:cubicBezTo>
                <a:cubicBezTo>
                  <a:pt x="7635" y="4470"/>
                  <a:pt x="7635" y="4983"/>
                  <a:pt x="7978" y="4983"/>
                </a:cubicBezTo>
                <a:cubicBezTo>
                  <a:pt x="7987" y="4983"/>
                  <a:pt x="7997" y="4983"/>
                  <a:pt x="8006" y="4982"/>
                </a:cubicBezTo>
                <a:lnTo>
                  <a:pt x="11629" y="4982"/>
                </a:lnTo>
                <a:lnTo>
                  <a:pt x="11629" y="12550"/>
                </a:lnTo>
                <a:lnTo>
                  <a:pt x="5902" y="12550"/>
                </a:lnTo>
                <a:lnTo>
                  <a:pt x="5902" y="4982"/>
                </a:lnTo>
                <a:lnTo>
                  <a:pt x="6808" y="4982"/>
                </a:lnTo>
                <a:cubicBezTo>
                  <a:pt x="6817" y="4983"/>
                  <a:pt x="6826" y="4983"/>
                  <a:pt x="6834" y="4983"/>
                </a:cubicBezTo>
                <a:cubicBezTo>
                  <a:pt x="7165" y="4983"/>
                  <a:pt x="7165" y="4455"/>
                  <a:pt x="6834" y="4455"/>
                </a:cubicBezTo>
                <a:cubicBezTo>
                  <a:pt x="6826" y="4455"/>
                  <a:pt x="6817" y="4455"/>
                  <a:pt x="6808" y="4456"/>
                </a:cubicBezTo>
                <a:lnTo>
                  <a:pt x="5902" y="4456"/>
                </a:lnTo>
                <a:lnTo>
                  <a:pt x="5902" y="1023"/>
                </a:lnTo>
                <a:cubicBezTo>
                  <a:pt x="5902" y="745"/>
                  <a:pt x="6136" y="512"/>
                  <a:pt x="6428" y="512"/>
                </a:cubicBezTo>
                <a:close/>
                <a:moveTo>
                  <a:pt x="11629" y="13076"/>
                </a:moveTo>
                <a:lnTo>
                  <a:pt x="11629" y="16509"/>
                </a:lnTo>
                <a:cubicBezTo>
                  <a:pt x="11629" y="16801"/>
                  <a:pt x="11410" y="17035"/>
                  <a:pt x="11118" y="17035"/>
                </a:cubicBezTo>
                <a:lnTo>
                  <a:pt x="6428" y="17035"/>
                </a:lnTo>
                <a:cubicBezTo>
                  <a:pt x="6136" y="17035"/>
                  <a:pt x="5902" y="16801"/>
                  <a:pt x="5902" y="16509"/>
                </a:cubicBezTo>
                <a:lnTo>
                  <a:pt x="5902" y="13076"/>
                </a:lnTo>
                <a:close/>
                <a:moveTo>
                  <a:pt x="6428" y="0"/>
                </a:moveTo>
                <a:cubicBezTo>
                  <a:pt x="5858" y="0"/>
                  <a:pt x="5391" y="453"/>
                  <a:pt x="5391" y="1023"/>
                </a:cubicBezTo>
                <a:lnTo>
                  <a:pt x="5391" y="5391"/>
                </a:lnTo>
                <a:lnTo>
                  <a:pt x="1037" y="5391"/>
                </a:lnTo>
                <a:cubicBezTo>
                  <a:pt x="468" y="5391"/>
                  <a:pt x="0" y="5859"/>
                  <a:pt x="0" y="6428"/>
                </a:cubicBezTo>
                <a:lnTo>
                  <a:pt x="0" y="11118"/>
                </a:lnTo>
                <a:cubicBezTo>
                  <a:pt x="0" y="11688"/>
                  <a:pt x="468" y="12141"/>
                  <a:pt x="1037" y="12141"/>
                </a:cubicBezTo>
                <a:lnTo>
                  <a:pt x="5391" y="12141"/>
                </a:lnTo>
                <a:lnTo>
                  <a:pt x="5391" y="16509"/>
                </a:lnTo>
                <a:cubicBezTo>
                  <a:pt x="5391" y="17070"/>
                  <a:pt x="5844" y="17532"/>
                  <a:pt x="6402" y="17532"/>
                </a:cubicBezTo>
                <a:cubicBezTo>
                  <a:pt x="6411" y="17532"/>
                  <a:pt x="6420" y="17532"/>
                  <a:pt x="6428" y="17532"/>
                </a:cubicBezTo>
                <a:lnTo>
                  <a:pt x="11118" y="17532"/>
                </a:lnTo>
                <a:cubicBezTo>
                  <a:pt x="11127" y="17532"/>
                  <a:pt x="11135" y="17532"/>
                  <a:pt x="11144" y="17532"/>
                </a:cubicBezTo>
                <a:cubicBezTo>
                  <a:pt x="11701" y="17532"/>
                  <a:pt x="12141" y="17070"/>
                  <a:pt x="12155" y="16509"/>
                </a:cubicBezTo>
                <a:lnTo>
                  <a:pt x="12155" y="12141"/>
                </a:lnTo>
                <a:lnTo>
                  <a:pt x="14522" y="12141"/>
                </a:lnTo>
                <a:cubicBezTo>
                  <a:pt x="14858" y="12141"/>
                  <a:pt x="14858" y="11630"/>
                  <a:pt x="14522" y="11630"/>
                </a:cubicBezTo>
                <a:lnTo>
                  <a:pt x="13076" y="11630"/>
                </a:lnTo>
                <a:lnTo>
                  <a:pt x="13076" y="5903"/>
                </a:lnTo>
                <a:lnTo>
                  <a:pt x="16509" y="5903"/>
                </a:lnTo>
                <a:cubicBezTo>
                  <a:pt x="16801" y="5903"/>
                  <a:pt x="17035" y="6136"/>
                  <a:pt x="17035" y="6428"/>
                </a:cubicBezTo>
                <a:lnTo>
                  <a:pt x="17035" y="11118"/>
                </a:lnTo>
                <a:cubicBezTo>
                  <a:pt x="17020" y="11396"/>
                  <a:pt x="16801" y="11630"/>
                  <a:pt x="16509" y="11630"/>
                </a:cubicBezTo>
                <a:lnTo>
                  <a:pt x="15720" y="11630"/>
                </a:lnTo>
                <a:cubicBezTo>
                  <a:pt x="15369" y="11630"/>
                  <a:pt x="15369" y="12141"/>
                  <a:pt x="15720" y="12141"/>
                </a:cubicBezTo>
                <a:lnTo>
                  <a:pt x="16509" y="12141"/>
                </a:lnTo>
                <a:cubicBezTo>
                  <a:pt x="17079" y="12141"/>
                  <a:pt x="17546" y="11688"/>
                  <a:pt x="17546" y="11118"/>
                </a:cubicBezTo>
                <a:lnTo>
                  <a:pt x="17546" y="6428"/>
                </a:lnTo>
                <a:cubicBezTo>
                  <a:pt x="17546" y="5859"/>
                  <a:pt x="17079" y="5391"/>
                  <a:pt x="16509" y="5391"/>
                </a:cubicBezTo>
                <a:lnTo>
                  <a:pt x="12155" y="5391"/>
                </a:lnTo>
                <a:lnTo>
                  <a:pt x="12155" y="1023"/>
                </a:lnTo>
                <a:cubicBezTo>
                  <a:pt x="12141" y="453"/>
                  <a:pt x="11688" y="0"/>
                  <a:pt x="11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5"/>
          <p:cNvSpPr/>
          <p:nvPr/>
        </p:nvSpPr>
        <p:spPr>
          <a:xfrm>
            <a:off x="1383039" y="2655698"/>
            <a:ext cx="332403" cy="396114"/>
          </a:xfrm>
          <a:custGeom>
            <a:rect b="b" l="l" r="r" t="t"/>
            <a:pathLst>
              <a:path extrusionOk="0" h="17533" w="14713">
                <a:moveTo>
                  <a:pt x="10563" y="2061"/>
                </a:moveTo>
                <a:cubicBezTo>
                  <a:pt x="10607" y="2061"/>
                  <a:pt x="10636" y="2090"/>
                  <a:pt x="10636" y="2148"/>
                </a:cubicBezTo>
                <a:lnTo>
                  <a:pt x="10636" y="2762"/>
                </a:lnTo>
                <a:cubicBezTo>
                  <a:pt x="10636" y="2806"/>
                  <a:pt x="10592" y="2850"/>
                  <a:pt x="10548" y="2850"/>
                </a:cubicBezTo>
                <a:lnTo>
                  <a:pt x="4149" y="2850"/>
                </a:lnTo>
                <a:cubicBezTo>
                  <a:pt x="4105" y="2850"/>
                  <a:pt x="4062" y="2806"/>
                  <a:pt x="4062" y="2762"/>
                </a:cubicBezTo>
                <a:lnTo>
                  <a:pt x="4062" y="2148"/>
                </a:lnTo>
                <a:cubicBezTo>
                  <a:pt x="4062" y="2090"/>
                  <a:pt x="4105" y="2061"/>
                  <a:pt x="4149" y="2061"/>
                </a:cubicBezTo>
                <a:close/>
                <a:moveTo>
                  <a:pt x="4149" y="1549"/>
                </a:moveTo>
                <a:cubicBezTo>
                  <a:pt x="3813" y="1549"/>
                  <a:pt x="3550" y="1812"/>
                  <a:pt x="3550" y="2148"/>
                </a:cubicBezTo>
                <a:lnTo>
                  <a:pt x="3550" y="2762"/>
                </a:lnTo>
                <a:cubicBezTo>
                  <a:pt x="3550" y="3098"/>
                  <a:pt x="3813" y="3361"/>
                  <a:pt x="4149" y="3361"/>
                </a:cubicBezTo>
                <a:lnTo>
                  <a:pt x="10563" y="3361"/>
                </a:lnTo>
                <a:cubicBezTo>
                  <a:pt x="10884" y="3361"/>
                  <a:pt x="11162" y="3098"/>
                  <a:pt x="11162" y="2762"/>
                </a:cubicBezTo>
                <a:lnTo>
                  <a:pt x="11162" y="2148"/>
                </a:lnTo>
                <a:cubicBezTo>
                  <a:pt x="11162" y="1812"/>
                  <a:pt x="10884" y="1549"/>
                  <a:pt x="10563" y="1549"/>
                </a:cubicBezTo>
                <a:close/>
                <a:moveTo>
                  <a:pt x="3785" y="4383"/>
                </a:moveTo>
                <a:cubicBezTo>
                  <a:pt x="3443" y="4383"/>
                  <a:pt x="3443" y="4896"/>
                  <a:pt x="3785" y="4896"/>
                </a:cubicBezTo>
                <a:cubicBezTo>
                  <a:pt x="3794" y="4896"/>
                  <a:pt x="3804" y="4896"/>
                  <a:pt x="3813" y="4895"/>
                </a:cubicBezTo>
                <a:lnTo>
                  <a:pt x="10899" y="4895"/>
                </a:lnTo>
                <a:cubicBezTo>
                  <a:pt x="10908" y="4896"/>
                  <a:pt x="10917" y="4896"/>
                  <a:pt x="10926" y="4896"/>
                </a:cubicBezTo>
                <a:cubicBezTo>
                  <a:pt x="11255" y="4896"/>
                  <a:pt x="11255" y="4383"/>
                  <a:pt x="10926" y="4383"/>
                </a:cubicBezTo>
                <a:cubicBezTo>
                  <a:pt x="10917" y="4383"/>
                  <a:pt x="10908" y="4383"/>
                  <a:pt x="10899" y="4384"/>
                </a:cubicBezTo>
                <a:lnTo>
                  <a:pt x="3813" y="4384"/>
                </a:lnTo>
                <a:cubicBezTo>
                  <a:pt x="3804" y="4383"/>
                  <a:pt x="3794" y="4383"/>
                  <a:pt x="3785" y="4383"/>
                </a:cubicBezTo>
                <a:close/>
                <a:moveTo>
                  <a:pt x="3774" y="5419"/>
                </a:moveTo>
                <a:cubicBezTo>
                  <a:pt x="3443" y="5419"/>
                  <a:pt x="3447" y="5933"/>
                  <a:pt x="3786" y="5933"/>
                </a:cubicBezTo>
                <a:cubicBezTo>
                  <a:pt x="3795" y="5933"/>
                  <a:pt x="3804" y="5933"/>
                  <a:pt x="3813" y="5932"/>
                </a:cubicBezTo>
                <a:lnTo>
                  <a:pt x="10899" y="5932"/>
                </a:lnTo>
                <a:cubicBezTo>
                  <a:pt x="10908" y="5933"/>
                  <a:pt x="10917" y="5933"/>
                  <a:pt x="10925" y="5933"/>
                </a:cubicBezTo>
                <a:cubicBezTo>
                  <a:pt x="11251" y="5933"/>
                  <a:pt x="11255" y="5419"/>
                  <a:pt x="10937" y="5419"/>
                </a:cubicBezTo>
                <a:cubicBezTo>
                  <a:pt x="10925" y="5419"/>
                  <a:pt x="10912" y="5419"/>
                  <a:pt x="10899" y="5421"/>
                </a:cubicBezTo>
                <a:lnTo>
                  <a:pt x="3813" y="5421"/>
                </a:lnTo>
                <a:cubicBezTo>
                  <a:pt x="3800" y="5419"/>
                  <a:pt x="3786" y="5419"/>
                  <a:pt x="3774" y="5419"/>
                </a:cubicBezTo>
                <a:close/>
                <a:moveTo>
                  <a:pt x="7612" y="11133"/>
                </a:moveTo>
                <a:lnTo>
                  <a:pt x="7612" y="12273"/>
                </a:lnTo>
                <a:cubicBezTo>
                  <a:pt x="7612" y="12463"/>
                  <a:pt x="7772" y="12638"/>
                  <a:pt x="7977" y="12638"/>
                </a:cubicBezTo>
                <a:lnTo>
                  <a:pt x="9102" y="12638"/>
                </a:lnTo>
                <a:lnTo>
                  <a:pt x="9102" y="13149"/>
                </a:lnTo>
                <a:lnTo>
                  <a:pt x="7977" y="13149"/>
                </a:lnTo>
                <a:cubicBezTo>
                  <a:pt x="7772" y="13149"/>
                  <a:pt x="7612" y="13310"/>
                  <a:pt x="7612" y="13515"/>
                </a:cubicBezTo>
                <a:lnTo>
                  <a:pt x="7612" y="14640"/>
                </a:lnTo>
                <a:lnTo>
                  <a:pt x="7100" y="14640"/>
                </a:lnTo>
                <a:lnTo>
                  <a:pt x="7100" y="13515"/>
                </a:lnTo>
                <a:cubicBezTo>
                  <a:pt x="7100" y="13310"/>
                  <a:pt x="6940" y="13149"/>
                  <a:pt x="6735" y="13149"/>
                </a:cubicBezTo>
                <a:lnTo>
                  <a:pt x="5610" y="13149"/>
                </a:lnTo>
                <a:lnTo>
                  <a:pt x="5610" y="12638"/>
                </a:lnTo>
                <a:lnTo>
                  <a:pt x="6735" y="12638"/>
                </a:lnTo>
                <a:cubicBezTo>
                  <a:pt x="6940" y="12638"/>
                  <a:pt x="7100" y="12463"/>
                  <a:pt x="7100" y="12273"/>
                </a:cubicBezTo>
                <a:lnTo>
                  <a:pt x="7100" y="11133"/>
                </a:lnTo>
                <a:close/>
                <a:moveTo>
                  <a:pt x="7042" y="10622"/>
                </a:moveTo>
                <a:cubicBezTo>
                  <a:pt x="6794" y="10622"/>
                  <a:pt x="6589" y="10827"/>
                  <a:pt x="6589" y="11090"/>
                </a:cubicBezTo>
                <a:lnTo>
                  <a:pt x="6589" y="12112"/>
                </a:lnTo>
                <a:lnTo>
                  <a:pt x="5552" y="12112"/>
                </a:lnTo>
                <a:cubicBezTo>
                  <a:pt x="5303" y="12112"/>
                  <a:pt x="5099" y="12317"/>
                  <a:pt x="5099" y="12580"/>
                </a:cubicBezTo>
                <a:lnTo>
                  <a:pt x="5099" y="13193"/>
                </a:lnTo>
                <a:cubicBezTo>
                  <a:pt x="5099" y="13434"/>
                  <a:pt x="5291" y="13647"/>
                  <a:pt x="5528" y="13647"/>
                </a:cubicBezTo>
                <a:cubicBezTo>
                  <a:pt x="5536" y="13647"/>
                  <a:pt x="5544" y="13647"/>
                  <a:pt x="5552" y="13646"/>
                </a:cubicBezTo>
                <a:lnTo>
                  <a:pt x="6589" y="13646"/>
                </a:lnTo>
                <a:lnTo>
                  <a:pt x="6589" y="14684"/>
                </a:lnTo>
                <a:cubicBezTo>
                  <a:pt x="6589" y="14932"/>
                  <a:pt x="6794" y="15136"/>
                  <a:pt x="7042" y="15136"/>
                </a:cubicBezTo>
                <a:lnTo>
                  <a:pt x="7670" y="15136"/>
                </a:lnTo>
                <a:cubicBezTo>
                  <a:pt x="7919" y="15136"/>
                  <a:pt x="8123" y="14932"/>
                  <a:pt x="8123" y="14684"/>
                </a:cubicBezTo>
                <a:lnTo>
                  <a:pt x="8123" y="13646"/>
                </a:lnTo>
                <a:lnTo>
                  <a:pt x="9160" y="13646"/>
                </a:lnTo>
                <a:cubicBezTo>
                  <a:pt x="9409" y="13646"/>
                  <a:pt x="9613" y="13442"/>
                  <a:pt x="9613" y="13193"/>
                </a:cubicBezTo>
                <a:lnTo>
                  <a:pt x="9613" y="12580"/>
                </a:lnTo>
                <a:cubicBezTo>
                  <a:pt x="9613" y="12317"/>
                  <a:pt x="9409" y="12112"/>
                  <a:pt x="9160" y="12112"/>
                </a:cubicBezTo>
                <a:lnTo>
                  <a:pt x="8123" y="12112"/>
                </a:lnTo>
                <a:lnTo>
                  <a:pt x="8123" y="11090"/>
                </a:lnTo>
                <a:cubicBezTo>
                  <a:pt x="8123" y="10827"/>
                  <a:pt x="7919" y="10622"/>
                  <a:pt x="7670" y="10622"/>
                </a:cubicBezTo>
                <a:close/>
                <a:moveTo>
                  <a:pt x="7349" y="9599"/>
                </a:moveTo>
                <a:cubicBezTo>
                  <a:pt x="6180" y="9599"/>
                  <a:pt x="5099" y="10213"/>
                  <a:pt x="4515" y="11221"/>
                </a:cubicBezTo>
                <a:cubicBezTo>
                  <a:pt x="4393" y="11423"/>
                  <a:pt x="4566" y="11611"/>
                  <a:pt x="4741" y="11611"/>
                </a:cubicBezTo>
                <a:cubicBezTo>
                  <a:pt x="4820" y="11611"/>
                  <a:pt x="4899" y="11574"/>
                  <a:pt x="4953" y="11484"/>
                </a:cubicBezTo>
                <a:cubicBezTo>
                  <a:pt x="5463" y="10613"/>
                  <a:pt x="6383" y="10112"/>
                  <a:pt x="7341" y="10112"/>
                </a:cubicBezTo>
                <a:cubicBezTo>
                  <a:pt x="7700" y="10112"/>
                  <a:pt x="8065" y="10182"/>
                  <a:pt x="8415" y="10330"/>
                </a:cubicBezTo>
                <a:cubicBezTo>
                  <a:pt x="9701" y="10856"/>
                  <a:pt x="10388" y="12258"/>
                  <a:pt x="10022" y="13602"/>
                </a:cubicBezTo>
                <a:cubicBezTo>
                  <a:pt x="9689" y="14830"/>
                  <a:pt x="8575" y="15656"/>
                  <a:pt x="7338" y="15656"/>
                </a:cubicBezTo>
                <a:cubicBezTo>
                  <a:pt x="7221" y="15656"/>
                  <a:pt x="7102" y="15648"/>
                  <a:pt x="6984" y="15633"/>
                </a:cubicBezTo>
                <a:cubicBezTo>
                  <a:pt x="5596" y="15443"/>
                  <a:pt x="4573" y="14274"/>
                  <a:pt x="4573" y="12887"/>
                </a:cubicBezTo>
                <a:cubicBezTo>
                  <a:pt x="4573" y="12755"/>
                  <a:pt x="4588" y="12638"/>
                  <a:pt x="4602" y="12521"/>
                </a:cubicBezTo>
                <a:cubicBezTo>
                  <a:pt x="4610" y="12344"/>
                  <a:pt x="4471" y="12247"/>
                  <a:pt x="4336" y="12247"/>
                </a:cubicBezTo>
                <a:cubicBezTo>
                  <a:pt x="4225" y="12247"/>
                  <a:pt x="4117" y="12311"/>
                  <a:pt x="4091" y="12448"/>
                </a:cubicBezTo>
                <a:cubicBezTo>
                  <a:pt x="3809" y="14598"/>
                  <a:pt x="5532" y="16181"/>
                  <a:pt x="7370" y="16181"/>
                </a:cubicBezTo>
                <a:cubicBezTo>
                  <a:pt x="8106" y="16181"/>
                  <a:pt x="8860" y="15928"/>
                  <a:pt x="9511" y="15356"/>
                </a:cubicBezTo>
                <a:cubicBezTo>
                  <a:pt x="11790" y="13354"/>
                  <a:pt x="10388" y="9599"/>
                  <a:pt x="7349" y="9599"/>
                </a:cubicBezTo>
                <a:close/>
                <a:moveTo>
                  <a:pt x="5299" y="7202"/>
                </a:moveTo>
                <a:cubicBezTo>
                  <a:pt x="5546" y="7202"/>
                  <a:pt x="5764" y="7331"/>
                  <a:pt x="5902" y="7539"/>
                </a:cubicBezTo>
                <a:lnTo>
                  <a:pt x="6326" y="8168"/>
                </a:lnTo>
                <a:cubicBezTo>
                  <a:pt x="6560" y="8518"/>
                  <a:pt x="6954" y="8737"/>
                  <a:pt x="7393" y="8737"/>
                </a:cubicBezTo>
                <a:lnTo>
                  <a:pt x="13441" y="8737"/>
                </a:lnTo>
                <a:cubicBezTo>
                  <a:pt x="13865" y="8737"/>
                  <a:pt x="14201" y="9088"/>
                  <a:pt x="14201" y="9512"/>
                </a:cubicBezTo>
                <a:lnTo>
                  <a:pt x="14201" y="16261"/>
                </a:lnTo>
                <a:cubicBezTo>
                  <a:pt x="14201" y="16685"/>
                  <a:pt x="13850" y="17021"/>
                  <a:pt x="13426" y="17036"/>
                </a:cubicBezTo>
                <a:lnTo>
                  <a:pt x="1271" y="17036"/>
                </a:lnTo>
                <a:cubicBezTo>
                  <a:pt x="847" y="17036"/>
                  <a:pt x="497" y="16685"/>
                  <a:pt x="497" y="16261"/>
                </a:cubicBezTo>
                <a:lnTo>
                  <a:pt x="497" y="7963"/>
                </a:lnTo>
                <a:cubicBezTo>
                  <a:pt x="497" y="7539"/>
                  <a:pt x="847" y="7203"/>
                  <a:pt x="1271" y="7203"/>
                </a:cubicBezTo>
                <a:lnTo>
                  <a:pt x="5260" y="7203"/>
                </a:lnTo>
                <a:cubicBezTo>
                  <a:pt x="5273" y="7203"/>
                  <a:pt x="5286" y="7202"/>
                  <a:pt x="5299" y="7202"/>
                </a:cubicBezTo>
                <a:close/>
                <a:moveTo>
                  <a:pt x="2820" y="1"/>
                </a:moveTo>
                <a:cubicBezTo>
                  <a:pt x="2119" y="15"/>
                  <a:pt x="1549" y="585"/>
                  <a:pt x="1549" y="1286"/>
                </a:cubicBezTo>
                <a:lnTo>
                  <a:pt x="1549" y="6677"/>
                </a:lnTo>
                <a:lnTo>
                  <a:pt x="1271" y="6677"/>
                </a:lnTo>
                <a:cubicBezTo>
                  <a:pt x="570" y="6677"/>
                  <a:pt x="0" y="7247"/>
                  <a:pt x="0" y="7963"/>
                </a:cubicBezTo>
                <a:lnTo>
                  <a:pt x="0" y="16247"/>
                </a:lnTo>
                <a:cubicBezTo>
                  <a:pt x="0" y="16948"/>
                  <a:pt x="570" y="17518"/>
                  <a:pt x="1271" y="17532"/>
                </a:cubicBezTo>
                <a:lnTo>
                  <a:pt x="13441" y="17532"/>
                </a:lnTo>
                <a:cubicBezTo>
                  <a:pt x="14142" y="17532"/>
                  <a:pt x="14712" y="16963"/>
                  <a:pt x="14712" y="16247"/>
                </a:cubicBezTo>
                <a:lnTo>
                  <a:pt x="14712" y="9497"/>
                </a:lnTo>
                <a:cubicBezTo>
                  <a:pt x="14712" y="8781"/>
                  <a:pt x="14142" y="8211"/>
                  <a:pt x="13441" y="8211"/>
                </a:cubicBezTo>
                <a:lnTo>
                  <a:pt x="13426" y="8226"/>
                </a:lnTo>
                <a:lnTo>
                  <a:pt x="7393" y="8226"/>
                </a:lnTo>
                <a:cubicBezTo>
                  <a:pt x="7130" y="8226"/>
                  <a:pt x="6896" y="8095"/>
                  <a:pt x="6750" y="7890"/>
                </a:cubicBezTo>
                <a:lnTo>
                  <a:pt x="6326" y="7262"/>
                </a:lnTo>
                <a:cubicBezTo>
                  <a:pt x="6100" y="6908"/>
                  <a:pt x="5723" y="6691"/>
                  <a:pt x="5301" y="6691"/>
                </a:cubicBezTo>
                <a:cubicBezTo>
                  <a:pt x="5287" y="6691"/>
                  <a:pt x="5273" y="6692"/>
                  <a:pt x="5260" y="6692"/>
                </a:cubicBezTo>
                <a:lnTo>
                  <a:pt x="2060" y="6692"/>
                </a:lnTo>
                <a:lnTo>
                  <a:pt x="2060" y="1286"/>
                </a:lnTo>
                <a:cubicBezTo>
                  <a:pt x="2060" y="863"/>
                  <a:pt x="2396" y="512"/>
                  <a:pt x="2820" y="512"/>
                </a:cubicBezTo>
                <a:lnTo>
                  <a:pt x="11878" y="512"/>
                </a:lnTo>
                <a:cubicBezTo>
                  <a:pt x="12316" y="512"/>
                  <a:pt x="12652" y="863"/>
                  <a:pt x="12652" y="1286"/>
                </a:cubicBezTo>
                <a:lnTo>
                  <a:pt x="12652" y="7276"/>
                </a:lnTo>
                <a:cubicBezTo>
                  <a:pt x="12652" y="7452"/>
                  <a:pt x="12780" y="7539"/>
                  <a:pt x="12908" y="7539"/>
                </a:cubicBezTo>
                <a:cubicBezTo>
                  <a:pt x="13036" y="7539"/>
                  <a:pt x="13163" y="7452"/>
                  <a:pt x="13163" y="7276"/>
                </a:cubicBezTo>
                <a:lnTo>
                  <a:pt x="13163" y="1286"/>
                </a:lnTo>
                <a:cubicBezTo>
                  <a:pt x="13163" y="585"/>
                  <a:pt x="12594" y="15"/>
                  <a:pt x="11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5"/>
          <p:cNvSpPr/>
          <p:nvPr/>
        </p:nvSpPr>
        <p:spPr>
          <a:xfrm>
            <a:off x="1381706" y="2004051"/>
            <a:ext cx="335047" cy="396521"/>
          </a:xfrm>
          <a:custGeom>
            <a:rect b="b" l="l" r="r" t="t"/>
            <a:pathLst>
              <a:path extrusionOk="0" h="17551" w="14830">
                <a:moveTo>
                  <a:pt x="12756" y="2211"/>
                </a:moveTo>
                <a:cubicBezTo>
                  <a:pt x="12814" y="2211"/>
                  <a:pt x="12870" y="2230"/>
                  <a:pt x="12916" y="2269"/>
                </a:cubicBezTo>
                <a:cubicBezTo>
                  <a:pt x="13018" y="2371"/>
                  <a:pt x="13018" y="2532"/>
                  <a:pt x="12930" y="2634"/>
                </a:cubicBezTo>
                <a:lnTo>
                  <a:pt x="12916" y="2649"/>
                </a:lnTo>
                <a:lnTo>
                  <a:pt x="11309" y="4256"/>
                </a:lnTo>
                <a:cubicBezTo>
                  <a:pt x="11228" y="4336"/>
                  <a:pt x="11119" y="4376"/>
                  <a:pt x="11009" y="4376"/>
                </a:cubicBezTo>
                <a:cubicBezTo>
                  <a:pt x="10899" y="4376"/>
                  <a:pt x="10790" y="4336"/>
                  <a:pt x="10710" y="4256"/>
                </a:cubicBezTo>
                <a:lnTo>
                  <a:pt x="10154" y="3686"/>
                </a:lnTo>
                <a:cubicBezTo>
                  <a:pt x="10052" y="3584"/>
                  <a:pt x="10052" y="3423"/>
                  <a:pt x="10154" y="3321"/>
                </a:cubicBezTo>
                <a:cubicBezTo>
                  <a:pt x="10198" y="3270"/>
                  <a:pt x="10264" y="3244"/>
                  <a:pt x="10332" y="3244"/>
                </a:cubicBezTo>
                <a:cubicBezTo>
                  <a:pt x="10399" y="3244"/>
                  <a:pt x="10469" y="3270"/>
                  <a:pt x="10520" y="3321"/>
                </a:cubicBezTo>
                <a:lnTo>
                  <a:pt x="10768" y="3569"/>
                </a:lnTo>
                <a:cubicBezTo>
                  <a:pt x="10841" y="3635"/>
                  <a:pt x="10932" y="3668"/>
                  <a:pt x="11024" y="3668"/>
                </a:cubicBezTo>
                <a:cubicBezTo>
                  <a:pt x="11115" y="3668"/>
                  <a:pt x="11206" y="3635"/>
                  <a:pt x="11279" y="3569"/>
                </a:cubicBezTo>
                <a:lnTo>
                  <a:pt x="12550" y="2298"/>
                </a:lnTo>
                <a:cubicBezTo>
                  <a:pt x="12607" y="2241"/>
                  <a:pt x="12683" y="2211"/>
                  <a:pt x="12756" y="2211"/>
                </a:cubicBezTo>
                <a:close/>
                <a:moveTo>
                  <a:pt x="12736" y="1691"/>
                </a:moveTo>
                <a:cubicBezTo>
                  <a:pt x="12533" y="1691"/>
                  <a:pt x="12331" y="1772"/>
                  <a:pt x="12185" y="1933"/>
                </a:cubicBezTo>
                <a:lnTo>
                  <a:pt x="11002" y="3102"/>
                </a:lnTo>
                <a:lnTo>
                  <a:pt x="10870" y="2956"/>
                </a:lnTo>
                <a:cubicBezTo>
                  <a:pt x="10701" y="2786"/>
                  <a:pt x="10511" y="2715"/>
                  <a:pt x="10329" y="2715"/>
                </a:cubicBezTo>
                <a:cubicBezTo>
                  <a:pt x="9729" y="2715"/>
                  <a:pt x="9214" y="3491"/>
                  <a:pt x="9775" y="4051"/>
                </a:cubicBezTo>
                <a:lnTo>
                  <a:pt x="10330" y="4621"/>
                </a:lnTo>
                <a:cubicBezTo>
                  <a:pt x="10520" y="4804"/>
                  <a:pt x="10761" y="4895"/>
                  <a:pt x="11002" y="4895"/>
                </a:cubicBezTo>
                <a:cubicBezTo>
                  <a:pt x="11243" y="4895"/>
                  <a:pt x="11484" y="4804"/>
                  <a:pt x="11674" y="4621"/>
                </a:cubicBezTo>
                <a:lnTo>
                  <a:pt x="13281" y="3014"/>
                </a:lnTo>
                <a:cubicBezTo>
                  <a:pt x="13573" y="2707"/>
                  <a:pt x="13573" y="2196"/>
                  <a:pt x="13252" y="1904"/>
                </a:cubicBezTo>
                <a:lnTo>
                  <a:pt x="13252" y="1889"/>
                </a:lnTo>
                <a:cubicBezTo>
                  <a:pt x="13106" y="1757"/>
                  <a:pt x="12921" y="1691"/>
                  <a:pt x="12736" y="1691"/>
                </a:cubicBezTo>
                <a:close/>
                <a:moveTo>
                  <a:pt x="6312" y="7032"/>
                </a:moveTo>
                <a:lnTo>
                  <a:pt x="6312" y="8157"/>
                </a:lnTo>
                <a:cubicBezTo>
                  <a:pt x="6312" y="8361"/>
                  <a:pt x="6473" y="8522"/>
                  <a:pt x="6677" y="8522"/>
                </a:cubicBezTo>
                <a:lnTo>
                  <a:pt x="7802" y="8522"/>
                </a:lnTo>
                <a:lnTo>
                  <a:pt x="7802" y="9033"/>
                </a:lnTo>
                <a:lnTo>
                  <a:pt x="6663" y="9033"/>
                </a:lnTo>
                <a:cubicBezTo>
                  <a:pt x="6458" y="9033"/>
                  <a:pt x="6297" y="9194"/>
                  <a:pt x="6297" y="9398"/>
                </a:cubicBezTo>
                <a:lnTo>
                  <a:pt x="6297" y="10538"/>
                </a:lnTo>
                <a:lnTo>
                  <a:pt x="5786" y="10538"/>
                </a:lnTo>
                <a:lnTo>
                  <a:pt x="5786" y="9398"/>
                </a:lnTo>
                <a:cubicBezTo>
                  <a:pt x="5786" y="9194"/>
                  <a:pt x="5625" y="9033"/>
                  <a:pt x="5421" y="9033"/>
                </a:cubicBezTo>
                <a:lnTo>
                  <a:pt x="4311" y="9033"/>
                </a:lnTo>
                <a:lnTo>
                  <a:pt x="4311" y="8522"/>
                </a:lnTo>
                <a:lnTo>
                  <a:pt x="5435" y="8522"/>
                </a:lnTo>
                <a:cubicBezTo>
                  <a:pt x="5640" y="8522"/>
                  <a:pt x="5801" y="8361"/>
                  <a:pt x="5801" y="8157"/>
                </a:cubicBezTo>
                <a:lnTo>
                  <a:pt x="5786" y="7032"/>
                </a:lnTo>
                <a:close/>
                <a:moveTo>
                  <a:pt x="5742" y="6520"/>
                </a:moveTo>
                <a:cubicBezTo>
                  <a:pt x="5479" y="6520"/>
                  <a:pt x="5275" y="6725"/>
                  <a:pt x="5275" y="6973"/>
                </a:cubicBezTo>
                <a:lnTo>
                  <a:pt x="5275" y="8010"/>
                </a:lnTo>
                <a:lnTo>
                  <a:pt x="4252" y="8010"/>
                </a:lnTo>
                <a:cubicBezTo>
                  <a:pt x="3989" y="8010"/>
                  <a:pt x="3785" y="8215"/>
                  <a:pt x="3785" y="8463"/>
                </a:cubicBezTo>
                <a:lnTo>
                  <a:pt x="3785" y="9077"/>
                </a:lnTo>
                <a:cubicBezTo>
                  <a:pt x="3785" y="9340"/>
                  <a:pt x="3989" y="9545"/>
                  <a:pt x="4252" y="9545"/>
                </a:cubicBezTo>
                <a:lnTo>
                  <a:pt x="5275" y="9545"/>
                </a:lnTo>
                <a:lnTo>
                  <a:pt x="5275" y="10567"/>
                </a:lnTo>
                <a:cubicBezTo>
                  <a:pt x="5275" y="10830"/>
                  <a:pt x="5479" y="11035"/>
                  <a:pt x="5742" y="11035"/>
                </a:cubicBezTo>
                <a:lnTo>
                  <a:pt x="6356" y="11035"/>
                </a:lnTo>
                <a:cubicBezTo>
                  <a:pt x="6604" y="11035"/>
                  <a:pt x="6823" y="10830"/>
                  <a:pt x="6823" y="10567"/>
                </a:cubicBezTo>
                <a:lnTo>
                  <a:pt x="6823" y="9545"/>
                </a:lnTo>
                <a:lnTo>
                  <a:pt x="7846" y="9545"/>
                </a:lnTo>
                <a:cubicBezTo>
                  <a:pt x="8094" y="9545"/>
                  <a:pt x="8314" y="9340"/>
                  <a:pt x="8314" y="9077"/>
                </a:cubicBezTo>
                <a:lnTo>
                  <a:pt x="8314" y="8463"/>
                </a:lnTo>
                <a:cubicBezTo>
                  <a:pt x="8314" y="8215"/>
                  <a:pt x="8094" y="8010"/>
                  <a:pt x="7846" y="8010"/>
                </a:cubicBezTo>
                <a:lnTo>
                  <a:pt x="6823" y="8010"/>
                </a:lnTo>
                <a:lnTo>
                  <a:pt x="6823" y="6973"/>
                </a:lnTo>
                <a:cubicBezTo>
                  <a:pt x="6823" y="6725"/>
                  <a:pt x="6604" y="6520"/>
                  <a:pt x="6356" y="6520"/>
                </a:cubicBezTo>
                <a:close/>
                <a:moveTo>
                  <a:pt x="6049" y="5994"/>
                </a:moveTo>
                <a:cubicBezTo>
                  <a:pt x="7583" y="6009"/>
                  <a:pt x="8825" y="7236"/>
                  <a:pt x="8825" y="8770"/>
                </a:cubicBezTo>
                <a:cubicBezTo>
                  <a:pt x="8825" y="10451"/>
                  <a:pt x="7453" y="11557"/>
                  <a:pt x="6027" y="11557"/>
                </a:cubicBezTo>
                <a:cubicBezTo>
                  <a:pt x="5346" y="11557"/>
                  <a:pt x="4653" y="11304"/>
                  <a:pt x="4091" y="10742"/>
                </a:cubicBezTo>
                <a:cubicBezTo>
                  <a:pt x="2338" y="8989"/>
                  <a:pt x="3580" y="5994"/>
                  <a:pt x="6049" y="5994"/>
                </a:cubicBezTo>
                <a:close/>
                <a:moveTo>
                  <a:pt x="6049" y="5483"/>
                </a:moveTo>
                <a:cubicBezTo>
                  <a:pt x="4223" y="5483"/>
                  <a:pt x="2762" y="6959"/>
                  <a:pt x="2762" y="8770"/>
                </a:cubicBezTo>
                <a:cubicBezTo>
                  <a:pt x="2762" y="10755"/>
                  <a:pt x="4378" y="12066"/>
                  <a:pt x="6066" y="12066"/>
                </a:cubicBezTo>
                <a:cubicBezTo>
                  <a:pt x="6875" y="12066"/>
                  <a:pt x="7700" y="11765"/>
                  <a:pt x="8372" y="11093"/>
                </a:cubicBezTo>
                <a:cubicBezTo>
                  <a:pt x="10447" y="9033"/>
                  <a:pt x="8971" y="5483"/>
                  <a:pt x="6049" y="5483"/>
                </a:cubicBezTo>
                <a:close/>
                <a:moveTo>
                  <a:pt x="6049" y="2459"/>
                </a:moveTo>
                <a:cubicBezTo>
                  <a:pt x="6400" y="2751"/>
                  <a:pt x="6780" y="3014"/>
                  <a:pt x="7189" y="3248"/>
                </a:cubicBezTo>
                <a:cubicBezTo>
                  <a:pt x="7539" y="3452"/>
                  <a:pt x="7905" y="3628"/>
                  <a:pt x="8284" y="3774"/>
                </a:cubicBezTo>
                <a:cubicBezTo>
                  <a:pt x="8445" y="4899"/>
                  <a:pt x="9176" y="5848"/>
                  <a:pt x="10198" y="6301"/>
                </a:cubicBezTo>
                <a:lnTo>
                  <a:pt x="10198" y="10450"/>
                </a:lnTo>
                <a:cubicBezTo>
                  <a:pt x="10198" y="12247"/>
                  <a:pt x="9292" y="13913"/>
                  <a:pt x="7788" y="14892"/>
                </a:cubicBezTo>
                <a:cubicBezTo>
                  <a:pt x="7247" y="15228"/>
                  <a:pt x="6663" y="15476"/>
                  <a:pt x="6049" y="15622"/>
                </a:cubicBezTo>
                <a:cubicBezTo>
                  <a:pt x="5435" y="15476"/>
                  <a:pt x="4851" y="15228"/>
                  <a:pt x="4311" y="14892"/>
                </a:cubicBezTo>
                <a:cubicBezTo>
                  <a:pt x="2806" y="13913"/>
                  <a:pt x="1885" y="12247"/>
                  <a:pt x="1900" y="10450"/>
                </a:cubicBezTo>
                <a:lnTo>
                  <a:pt x="1900" y="4300"/>
                </a:lnTo>
                <a:cubicBezTo>
                  <a:pt x="2952" y="4139"/>
                  <a:pt x="3975" y="3788"/>
                  <a:pt x="4910" y="3248"/>
                </a:cubicBezTo>
                <a:cubicBezTo>
                  <a:pt x="5304" y="3014"/>
                  <a:pt x="5684" y="2751"/>
                  <a:pt x="6049" y="2459"/>
                </a:cubicBezTo>
                <a:close/>
                <a:moveTo>
                  <a:pt x="6044" y="1"/>
                </a:moveTo>
                <a:cubicBezTo>
                  <a:pt x="5914" y="1"/>
                  <a:pt x="5786" y="56"/>
                  <a:pt x="5698" y="165"/>
                </a:cubicBezTo>
                <a:cubicBezTo>
                  <a:pt x="5202" y="735"/>
                  <a:pt x="4617" y="1232"/>
                  <a:pt x="3960" y="1611"/>
                </a:cubicBezTo>
                <a:cubicBezTo>
                  <a:pt x="2931" y="2212"/>
                  <a:pt x="1748" y="2532"/>
                  <a:pt x="548" y="2532"/>
                </a:cubicBezTo>
                <a:cubicBezTo>
                  <a:pt x="522" y="2532"/>
                  <a:pt x="495" y="2532"/>
                  <a:pt x="468" y="2532"/>
                </a:cubicBezTo>
                <a:cubicBezTo>
                  <a:pt x="456" y="2530"/>
                  <a:pt x="444" y="2530"/>
                  <a:pt x="432" y="2530"/>
                </a:cubicBezTo>
                <a:cubicBezTo>
                  <a:pt x="328" y="2530"/>
                  <a:pt x="225" y="2585"/>
                  <a:pt x="147" y="2663"/>
                </a:cubicBezTo>
                <a:cubicBezTo>
                  <a:pt x="59" y="2751"/>
                  <a:pt x="1" y="2868"/>
                  <a:pt x="1" y="2985"/>
                </a:cubicBezTo>
                <a:lnTo>
                  <a:pt x="1" y="7397"/>
                </a:lnTo>
                <a:cubicBezTo>
                  <a:pt x="15" y="7558"/>
                  <a:pt x="139" y="7638"/>
                  <a:pt x="264" y="7638"/>
                </a:cubicBezTo>
                <a:cubicBezTo>
                  <a:pt x="388" y="7638"/>
                  <a:pt x="512" y="7558"/>
                  <a:pt x="527" y="7397"/>
                </a:cubicBezTo>
                <a:lnTo>
                  <a:pt x="527" y="3043"/>
                </a:lnTo>
                <a:cubicBezTo>
                  <a:pt x="1812" y="3043"/>
                  <a:pt x="3098" y="2707"/>
                  <a:pt x="4223" y="2064"/>
                </a:cubicBezTo>
                <a:cubicBezTo>
                  <a:pt x="4910" y="1655"/>
                  <a:pt x="5523" y="1144"/>
                  <a:pt x="6049" y="545"/>
                </a:cubicBezTo>
                <a:cubicBezTo>
                  <a:pt x="6560" y="1144"/>
                  <a:pt x="7189" y="1655"/>
                  <a:pt x="7875" y="2064"/>
                </a:cubicBezTo>
                <a:cubicBezTo>
                  <a:pt x="8036" y="2152"/>
                  <a:pt x="8211" y="2240"/>
                  <a:pt x="8387" y="2327"/>
                </a:cubicBezTo>
                <a:cubicBezTo>
                  <a:pt x="8299" y="2620"/>
                  <a:pt x="8255" y="2912"/>
                  <a:pt x="8241" y="3204"/>
                </a:cubicBezTo>
                <a:cubicBezTo>
                  <a:pt x="7963" y="3087"/>
                  <a:pt x="7700" y="2956"/>
                  <a:pt x="7437" y="2809"/>
                </a:cubicBezTo>
                <a:cubicBezTo>
                  <a:pt x="7043" y="2576"/>
                  <a:pt x="6677" y="2313"/>
                  <a:pt x="6327" y="2021"/>
                </a:cubicBezTo>
                <a:cubicBezTo>
                  <a:pt x="6246" y="1955"/>
                  <a:pt x="6148" y="1922"/>
                  <a:pt x="6049" y="1922"/>
                </a:cubicBezTo>
                <a:cubicBezTo>
                  <a:pt x="5950" y="1922"/>
                  <a:pt x="5852" y="1955"/>
                  <a:pt x="5772" y="2021"/>
                </a:cubicBezTo>
                <a:cubicBezTo>
                  <a:pt x="5421" y="2313"/>
                  <a:pt x="5041" y="2576"/>
                  <a:pt x="4647" y="2809"/>
                </a:cubicBezTo>
                <a:cubicBezTo>
                  <a:pt x="3755" y="3321"/>
                  <a:pt x="2777" y="3657"/>
                  <a:pt x="1754" y="3803"/>
                </a:cubicBezTo>
                <a:cubicBezTo>
                  <a:pt x="1535" y="3832"/>
                  <a:pt x="1389" y="4022"/>
                  <a:pt x="1389" y="4227"/>
                </a:cubicBezTo>
                <a:lnTo>
                  <a:pt x="1389" y="10450"/>
                </a:lnTo>
                <a:cubicBezTo>
                  <a:pt x="1374" y="12423"/>
                  <a:pt x="2382" y="14263"/>
                  <a:pt x="4033" y="15315"/>
                </a:cubicBezTo>
                <a:cubicBezTo>
                  <a:pt x="4617" y="15695"/>
                  <a:pt x="5275" y="15958"/>
                  <a:pt x="5947" y="16119"/>
                </a:cubicBezTo>
                <a:cubicBezTo>
                  <a:pt x="5983" y="16126"/>
                  <a:pt x="6020" y="16130"/>
                  <a:pt x="6056" y="16130"/>
                </a:cubicBezTo>
                <a:cubicBezTo>
                  <a:pt x="6093" y="16130"/>
                  <a:pt x="6129" y="16126"/>
                  <a:pt x="6166" y="16119"/>
                </a:cubicBezTo>
                <a:cubicBezTo>
                  <a:pt x="6838" y="15958"/>
                  <a:pt x="7481" y="15695"/>
                  <a:pt x="8065" y="15315"/>
                </a:cubicBezTo>
                <a:cubicBezTo>
                  <a:pt x="9731" y="14263"/>
                  <a:pt x="10724" y="12423"/>
                  <a:pt x="10724" y="10450"/>
                </a:cubicBezTo>
                <a:lnTo>
                  <a:pt x="10724" y="6476"/>
                </a:lnTo>
                <a:cubicBezTo>
                  <a:pt x="10987" y="6550"/>
                  <a:pt x="11265" y="6579"/>
                  <a:pt x="11542" y="6579"/>
                </a:cubicBezTo>
                <a:lnTo>
                  <a:pt x="11586" y="6579"/>
                </a:lnTo>
                <a:lnTo>
                  <a:pt x="11586" y="10465"/>
                </a:lnTo>
                <a:cubicBezTo>
                  <a:pt x="11572" y="12715"/>
                  <a:pt x="10432" y="14819"/>
                  <a:pt x="8533" y="16046"/>
                </a:cubicBezTo>
                <a:cubicBezTo>
                  <a:pt x="7773" y="16513"/>
                  <a:pt x="6940" y="16849"/>
                  <a:pt x="6049" y="17025"/>
                </a:cubicBezTo>
                <a:cubicBezTo>
                  <a:pt x="5173" y="16849"/>
                  <a:pt x="4340" y="16513"/>
                  <a:pt x="3580" y="16046"/>
                </a:cubicBezTo>
                <a:cubicBezTo>
                  <a:pt x="1681" y="14819"/>
                  <a:pt x="527" y="12715"/>
                  <a:pt x="527" y="10450"/>
                </a:cubicBezTo>
                <a:lnTo>
                  <a:pt x="527" y="8609"/>
                </a:lnTo>
                <a:cubicBezTo>
                  <a:pt x="512" y="8449"/>
                  <a:pt x="392" y="8368"/>
                  <a:pt x="271" y="8368"/>
                </a:cubicBezTo>
                <a:cubicBezTo>
                  <a:pt x="150" y="8368"/>
                  <a:pt x="30" y="8449"/>
                  <a:pt x="15" y="8609"/>
                </a:cubicBezTo>
                <a:lnTo>
                  <a:pt x="15" y="10465"/>
                </a:lnTo>
                <a:cubicBezTo>
                  <a:pt x="15" y="12890"/>
                  <a:pt x="1257" y="15155"/>
                  <a:pt x="3302" y="16484"/>
                </a:cubicBezTo>
                <a:cubicBezTo>
                  <a:pt x="4135" y="16995"/>
                  <a:pt x="5041" y="17361"/>
                  <a:pt x="6005" y="17551"/>
                </a:cubicBezTo>
                <a:lnTo>
                  <a:pt x="6108" y="17551"/>
                </a:lnTo>
                <a:cubicBezTo>
                  <a:pt x="7072" y="17361"/>
                  <a:pt x="7992" y="16995"/>
                  <a:pt x="8810" y="16484"/>
                </a:cubicBezTo>
                <a:cubicBezTo>
                  <a:pt x="10870" y="15155"/>
                  <a:pt x="12097" y="12890"/>
                  <a:pt x="12097" y="10465"/>
                </a:cubicBezTo>
                <a:lnTo>
                  <a:pt x="12097" y="6535"/>
                </a:lnTo>
                <a:cubicBezTo>
                  <a:pt x="12974" y="6389"/>
                  <a:pt x="13748" y="5892"/>
                  <a:pt x="14260" y="5162"/>
                </a:cubicBezTo>
                <a:cubicBezTo>
                  <a:pt x="14365" y="4962"/>
                  <a:pt x="14198" y="4770"/>
                  <a:pt x="14025" y="4770"/>
                </a:cubicBezTo>
                <a:cubicBezTo>
                  <a:pt x="13958" y="4770"/>
                  <a:pt x="13889" y="4800"/>
                  <a:pt x="13836" y="4869"/>
                </a:cubicBezTo>
                <a:cubicBezTo>
                  <a:pt x="13295" y="5640"/>
                  <a:pt x="12432" y="6068"/>
                  <a:pt x="11542" y="6068"/>
                </a:cubicBezTo>
                <a:cubicBezTo>
                  <a:pt x="11134" y="6068"/>
                  <a:pt x="10720" y="5978"/>
                  <a:pt x="10330" y="5790"/>
                </a:cubicBezTo>
                <a:cubicBezTo>
                  <a:pt x="9103" y="5191"/>
                  <a:pt x="8489" y="3774"/>
                  <a:pt x="8898" y="2473"/>
                </a:cubicBezTo>
                <a:cubicBezTo>
                  <a:pt x="9265" y="1294"/>
                  <a:pt x="10350" y="514"/>
                  <a:pt x="11550" y="514"/>
                </a:cubicBezTo>
                <a:cubicBezTo>
                  <a:pt x="11688" y="514"/>
                  <a:pt x="11826" y="524"/>
                  <a:pt x="11966" y="545"/>
                </a:cubicBezTo>
                <a:cubicBezTo>
                  <a:pt x="13325" y="750"/>
                  <a:pt x="14318" y="1918"/>
                  <a:pt x="14318" y="3292"/>
                </a:cubicBezTo>
                <a:cubicBezTo>
                  <a:pt x="14318" y="3482"/>
                  <a:pt x="14304" y="3671"/>
                  <a:pt x="14260" y="3847"/>
                </a:cubicBezTo>
                <a:cubicBezTo>
                  <a:pt x="14226" y="4042"/>
                  <a:pt x="14374" y="4158"/>
                  <a:pt x="14522" y="4158"/>
                </a:cubicBezTo>
                <a:cubicBezTo>
                  <a:pt x="14629" y="4158"/>
                  <a:pt x="14734" y="4098"/>
                  <a:pt x="14771" y="3964"/>
                </a:cubicBezTo>
                <a:cubicBezTo>
                  <a:pt x="14815" y="3744"/>
                  <a:pt x="14829" y="3511"/>
                  <a:pt x="14829" y="3292"/>
                </a:cubicBezTo>
                <a:cubicBezTo>
                  <a:pt x="14829" y="1480"/>
                  <a:pt x="13369" y="4"/>
                  <a:pt x="11542" y="4"/>
                </a:cubicBezTo>
                <a:lnTo>
                  <a:pt x="11528" y="4"/>
                </a:lnTo>
                <a:cubicBezTo>
                  <a:pt x="10271" y="4"/>
                  <a:pt x="9132" y="720"/>
                  <a:pt x="8577" y="1845"/>
                </a:cubicBezTo>
                <a:cubicBezTo>
                  <a:pt x="8430" y="1772"/>
                  <a:pt x="8270" y="1699"/>
                  <a:pt x="8138" y="1611"/>
                </a:cubicBezTo>
                <a:cubicBezTo>
                  <a:pt x="7481" y="1232"/>
                  <a:pt x="6896" y="735"/>
                  <a:pt x="6400" y="165"/>
                </a:cubicBezTo>
                <a:cubicBezTo>
                  <a:pt x="6305" y="56"/>
                  <a:pt x="6173" y="1"/>
                  <a:pt x="60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9" name="Shape 1539"/>
        <p:cNvGrpSpPr/>
        <p:nvPr/>
      </p:nvGrpSpPr>
      <p:grpSpPr>
        <a:xfrm>
          <a:off x="0" y="0"/>
          <a:ext cx="0" cy="0"/>
          <a:chOff x="0" y="0"/>
          <a:chExt cx="0" cy="0"/>
        </a:xfrm>
      </p:grpSpPr>
      <p:sp>
        <p:nvSpPr>
          <p:cNvPr id="1540" name="Google Shape;1540;p11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1541" name="Google Shape;1541;p116"/>
          <p:cNvPicPr preferRelativeResize="0"/>
          <p:nvPr/>
        </p:nvPicPr>
        <p:blipFill>
          <a:blip r:embed="rId3">
            <a:alphaModFix/>
          </a:blip>
          <a:stretch>
            <a:fillRect/>
          </a:stretch>
        </p:blipFill>
        <p:spPr>
          <a:xfrm>
            <a:off x="850936" y="2543738"/>
            <a:ext cx="1070133" cy="1512721"/>
          </a:xfrm>
          <a:prstGeom prst="rect">
            <a:avLst/>
          </a:prstGeom>
          <a:noFill/>
          <a:ln>
            <a:noFill/>
          </a:ln>
        </p:spPr>
      </p:pic>
      <p:pic>
        <p:nvPicPr>
          <p:cNvPr id="1542" name="Google Shape;1542;p116"/>
          <p:cNvPicPr preferRelativeResize="0"/>
          <p:nvPr/>
        </p:nvPicPr>
        <p:blipFill>
          <a:blip r:embed="rId4">
            <a:alphaModFix/>
          </a:blip>
          <a:stretch>
            <a:fillRect/>
          </a:stretch>
        </p:blipFill>
        <p:spPr>
          <a:xfrm>
            <a:off x="1087059" y="2138066"/>
            <a:ext cx="1284252" cy="1061253"/>
          </a:xfrm>
          <a:prstGeom prst="rect">
            <a:avLst/>
          </a:prstGeom>
          <a:noFill/>
          <a:ln>
            <a:noFill/>
          </a:ln>
        </p:spPr>
      </p:pic>
      <p:pic>
        <p:nvPicPr>
          <p:cNvPr id="1543" name="Google Shape;1543;p116"/>
          <p:cNvPicPr preferRelativeResize="0"/>
          <p:nvPr/>
        </p:nvPicPr>
        <p:blipFill>
          <a:blip r:embed="rId5">
            <a:alphaModFix/>
          </a:blip>
          <a:stretch>
            <a:fillRect/>
          </a:stretch>
        </p:blipFill>
        <p:spPr>
          <a:xfrm rot="3656196">
            <a:off x="3846247" y="1168991"/>
            <a:ext cx="1715291" cy="3852718"/>
          </a:xfrm>
          <a:prstGeom prst="rect">
            <a:avLst/>
          </a:prstGeom>
          <a:noFill/>
          <a:ln>
            <a:noFill/>
          </a:ln>
        </p:spPr>
      </p:pic>
      <p:pic>
        <p:nvPicPr>
          <p:cNvPr id="1544" name="Google Shape;1544;p116"/>
          <p:cNvPicPr preferRelativeResize="0"/>
          <p:nvPr/>
        </p:nvPicPr>
        <p:blipFill>
          <a:blip r:embed="rId6">
            <a:alphaModFix/>
          </a:blip>
          <a:stretch>
            <a:fillRect/>
          </a:stretch>
        </p:blipFill>
        <p:spPr>
          <a:xfrm rot="-9076481">
            <a:off x="6333810" y="2043681"/>
            <a:ext cx="1031231" cy="2103337"/>
          </a:xfrm>
          <a:prstGeom prst="rect">
            <a:avLst/>
          </a:prstGeom>
          <a:noFill/>
          <a:ln>
            <a:noFill/>
          </a:ln>
        </p:spPr>
      </p:pic>
      <p:sp>
        <p:nvSpPr>
          <p:cNvPr id="1545" name="Google Shape;1545;p116"/>
          <p:cNvSpPr txBox="1"/>
          <p:nvPr/>
        </p:nvSpPr>
        <p:spPr>
          <a:xfrm>
            <a:off x="720000" y="1112200"/>
            <a:ext cx="7717500" cy="52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Here’s an assortment of alternative resources whose style fits the one of this template:</a:t>
            </a:r>
            <a:endParaRPr>
              <a:solidFill>
                <a:schemeClr val="dk1"/>
              </a:solidFill>
              <a:latin typeface="Karla"/>
              <a:ea typeface="Karla"/>
              <a:cs typeface="Karla"/>
              <a:sym typeface="Karla"/>
            </a:endParaRPr>
          </a:p>
        </p:txBody>
      </p:sp>
      <p:pic>
        <p:nvPicPr>
          <p:cNvPr id="1546" name="Google Shape;1546;p116"/>
          <p:cNvPicPr preferRelativeResize="0"/>
          <p:nvPr/>
        </p:nvPicPr>
        <p:blipFill>
          <a:blip r:embed="rId7">
            <a:alphaModFix/>
          </a:blip>
          <a:stretch>
            <a:fillRect/>
          </a:stretch>
        </p:blipFill>
        <p:spPr>
          <a:xfrm>
            <a:off x="1972530" y="3199330"/>
            <a:ext cx="883215" cy="1012340"/>
          </a:xfrm>
          <a:prstGeom prst="rect">
            <a:avLst/>
          </a:prstGeom>
          <a:noFill/>
          <a:ln>
            <a:noFill/>
          </a:ln>
        </p:spPr>
      </p:pic>
      <p:pic>
        <p:nvPicPr>
          <p:cNvPr id="1547" name="Google Shape;1547;p116"/>
          <p:cNvPicPr preferRelativeResize="0"/>
          <p:nvPr/>
        </p:nvPicPr>
        <p:blipFill>
          <a:blip r:embed="rId8">
            <a:alphaModFix/>
          </a:blip>
          <a:stretch>
            <a:fillRect/>
          </a:stretch>
        </p:blipFill>
        <p:spPr>
          <a:xfrm>
            <a:off x="7782713" y="1756050"/>
            <a:ext cx="523850" cy="2568000"/>
          </a:xfrm>
          <a:prstGeom prst="rect">
            <a:avLst/>
          </a:prstGeom>
          <a:noFill/>
          <a:ln>
            <a:noFill/>
          </a:ln>
        </p:spPr>
      </p:pic>
      <p:pic>
        <p:nvPicPr>
          <p:cNvPr id="1548" name="Google Shape;1548;p116"/>
          <p:cNvPicPr preferRelativeResize="0"/>
          <p:nvPr/>
        </p:nvPicPr>
        <p:blipFill>
          <a:blip r:embed="rId9">
            <a:alphaModFix/>
          </a:blip>
          <a:stretch>
            <a:fillRect/>
          </a:stretch>
        </p:blipFill>
        <p:spPr>
          <a:xfrm rot="1920431">
            <a:off x="5238740" y="2805348"/>
            <a:ext cx="686945" cy="1534005"/>
          </a:xfrm>
          <a:prstGeom prst="rect">
            <a:avLst/>
          </a:prstGeom>
          <a:noFill/>
          <a:ln>
            <a:noFill/>
          </a:ln>
        </p:spPr>
      </p:pic>
      <p:pic>
        <p:nvPicPr>
          <p:cNvPr id="1549" name="Google Shape;1549;p116"/>
          <p:cNvPicPr preferRelativeResize="0"/>
          <p:nvPr/>
        </p:nvPicPr>
        <p:blipFill>
          <a:blip r:embed="rId10">
            <a:alphaModFix/>
          </a:blip>
          <a:stretch>
            <a:fillRect/>
          </a:stretch>
        </p:blipFill>
        <p:spPr>
          <a:xfrm rot="-5400000">
            <a:off x="2775600" y="2203838"/>
            <a:ext cx="1472025" cy="929700"/>
          </a:xfrm>
          <a:prstGeom prst="rect">
            <a:avLst/>
          </a:prstGeom>
          <a:noFill/>
          <a:ln>
            <a:noFill/>
          </a:ln>
        </p:spPr>
      </p:pic>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3" name="Shape 1553"/>
        <p:cNvGrpSpPr/>
        <p:nvPr/>
      </p:nvGrpSpPr>
      <p:grpSpPr>
        <a:xfrm>
          <a:off x="0" y="0"/>
          <a:ext cx="0" cy="0"/>
          <a:chOff x="0" y="0"/>
          <a:chExt cx="0" cy="0"/>
        </a:xfrm>
      </p:grpSpPr>
      <p:sp>
        <p:nvSpPr>
          <p:cNvPr id="1554" name="Google Shape;1554;p11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infographics elements</a:t>
            </a:r>
            <a:endParaRPr/>
          </a:p>
        </p:txBody>
      </p:sp>
      <p:grpSp>
        <p:nvGrpSpPr>
          <p:cNvPr id="1555" name="Google Shape;1555;p117"/>
          <p:cNvGrpSpPr/>
          <p:nvPr/>
        </p:nvGrpSpPr>
        <p:grpSpPr>
          <a:xfrm>
            <a:off x="1553950" y="1208625"/>
            <a:ext cx="1646341" cy="1725751"/>
            <a:chOff x="1098644" y="2109823"/>
            <a:chExt cx="1581347" cy="1657464"/>
          </a:xfrm>
        </p:grpSpPr>
        <p:sp>
          <p:nvSpPr>
            <p:cNvPr id="1556" name="Google Shape;1556;p117"/>
            <p:cNvSpPr/>
            <p:nvPr/>
          </p:nvSpPr>
          <p:spPr>
            <a:xfrm>
              <a:off x="1972497" y="2792537"/>
              <a:ext cx="534047" cy="687597"/>
            </a:xfrm>
            <a:custGeom>
              <a:rect b="b" l="l" r="r" t="t"/>
              <a:pathLst>
                <a:path extrusionOk="0" h="31113" w="24165">
                  <a:moveTo>
                    <a:pt x="15665" y="0"/>
                  </a:moveTo>
                  <a:lnTo>
                    <a:pt x="0" y="15665"/>
                  </a:lnTo>
                  <a:lnTo>
                    <a:pt x="15448" y="31113"/>
                  </a:lnTo>
                  <a:lnTo>
                    <a:pt x="15572" y="30957"/>
                  </a:lnTo>
                  <a:cubicBezTo>
                    <a:pt x="24133" y="22427"/>
                    <a:pt x="24164" y="8593"/>
                    <a:pt x="15665"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17"/>
            <p:cNvSpPr/>
            <p:nvPr/>
          </p:nvSpPr>
          <p:spPr>
            <a:xfrm>
              <a:off x="1527454" y="3133888"/>
              <a:ext cx="898424" cy="633399"/>
            </a:xfrm>
            <a:custGeom>
              <a:rect b="b" l="l" r="r" t="t"/>
              <a:pathLst>
                <a:path extrusionOk="0" h="28321" w="40171">
                  <a:moveTo>
                    <a:pt x="20039" y="0"/>
                  </a:moveTo>
                  <a:lnTo>
                    <a:pt x="1" y="20038"/>
                  </a:lnTo>
                  <a:cubicBezTo>
                    <a:pt x="5569" y="25560"/>
                    <a:pt x="12845" y="28321"/>
                    <a:pt x="20124" y="28321"/>
                  </a:cubicBezTo>
                  <a:cubicBezTo>
                    <a:pt x="27362" y="28321"/>
                    <a:pt x="34603" y="25591"/>
                    <a:pt x="40171" y="20131"/>
                  </a:cubicBezTo>
                  <a:lnTo>
                    <a:pt x="20039"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17"/>
            <p:cNvSpPr/>
            <p:nvPr/>
          </p:nvSpPr>
          <p:spPr>
            <a:xfrm>
              <a:off x="1098644" y="2565619"/>
              <a:ext cx="881995" cy="1127665"/>
            </a:xfrm>
            <a:custGeom>
              <a:rect b="b" l="l" r="r" t="t"/>
              <a:pathLst>
                <a:path extrusionOk="0" h="50500" w="39178">
                  <a:moveTo>
                    <a:pt x="13773" y="0"/>
                  </a:moveTo>
                  <a:cubicBezTo>
                    <a:pt x="0" y="14021"/>
                    <a:pt x="124" y="36479"/>
                    <a:pt x="13990" y="50375"/>
                  </a:cubicBezTo>
                  <a:cubicBezTo>
                    <a:pt x="14021" y="50406"/>
                    <a:pt x="14083" y="50437"/>
                    <a:pt x="14114" y="50500"/>
                  </a:cubicBezTo>
                  <a:lnTo>
                    <a:pt x="39177" y="25436"/>
                  </a:lnTo>
                  <a:lnTo>
                    <a:pt x="13773" y="0"/>
                  </a:ln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7"/>
            <p:cNvSpPr/>
            <p:nvPr/>
          </p:nvSpPr>
          <p:spPr>
            <a:xfrm>
              <a:off x="1268464" y="2109823"/>
              <a:ext cx="1411527" cy="1057108"/>
            </a:xfrm>
            <a:custGeom>
              <a:rect b="b" l="l" r="r" t="t"/>
              <a:pathLst>
                <a:path extrusionOk="0" h="45282" w="63870">
                  <a:moveTo>
                    <a:pt x="31997" y="1"/>
                  </a:moveTo>
                  <a:cubicBezTo>
                    <a:pt x="20520" y="1"/>
                    <a:pt x="9043" y="4382"/>
                    <a:pt x="280" y="13145"/>
                  </a:cubicBezTo>
                  <a:lnTo>
                    <a:pt x="1" y="13424"/>
                  </a:lnTo>
                  <a:lnTo>
                    <a:pt x="31857" y="45281"/>
                  </a:lnTo>
                  <a:lnTo>
                    <a:pt x="63869" y="13300"/>
                  </a:lnTo>
                  <a:lnTo>
                    <a:pt x="63714" y="13145"/>
                  </a:lnTo>
                  <a:cubicBezTo>
                    <a:pt x="54951" y="4382"/>
                    <a:pt x="43474" y="1"/>
                    <a:pt x="31997"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17"/>
            <p:cNvSpPr/>
            <p:nvPr/>
          </p:nvSpPr>
          <p:spPr>
            <a:xfrm>
              <a:off x="1838131" y="2935126"/>
              <a:ext cx="261200" cy="261200"/>
            </a:xfrm>
            <a:custGeom>
              <a:rect b="b" l="l" r="r" t="t"/>
              <a:pathLst>
                <a:path extrusionOk="0" h="11819" w="11819">
                  <a:moveTo>
                    <a:pt x="5894" y="0"/>
                  </a:moveTo>
                  <a:cubicBezTo>
                    <a:pt x="2637" y="0"/>
                    <a:pt x="1" y="2637"/>
                    <a:pt x="1" y="5925"/>
                  </a:cubicBezTo>
                  <a:cubicBezTo>
                    <a:pt x="1" y="9182"/>
                    <a:pt x="2637" y="11819"/>
                    <a:pt x="5894" y="11819"/>
                  </a:cubicBezTo>
                  <a:cubicBezTo>
                    <a:pt x="9182" y="11819"/>
                    <a:pt x="11819" y="9182"/>
                    <a:pt x="11819" y="5925"/>
                  </a:cubicBezTo>
                  <a:cubicBezTo>
                    <a:pt x="11819" y="2637"/>
                    <a:pt x="9182" y="0"/>
                    <a:pt x="5894"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117"/>
          <p:cNvGrpSpPr/>
          <p:nvPr/>
        </p:nvGrpSpPr>
        <p:grpSpPr>
          <a:xfrm>
            <a:off x="3520156" y="1363850"/>
            <a:ext cx="1804157" cy="1790744"/>
            <a:chOff x="3280626" y="2277830"/>
            <a:chExt cx="1817974" cy="1804458"/>
          </a:xfrm>
        </p:grpSpPr>
        <p:sp>
          <p:nvSpPr>
            <p:cNvPr id="1562" name="Google Shape;1562;p117"/>
            <p:cNvSpPr/>
            <p:nvPr/>
          </p:nvSpPr>
          <p:spPr>
            <a:xfrm>
              <a:off x="4316164" y="2277830"/>
              <a:ext cx="782435" cy="1534326"/>
            </a:xfrm>
            <a:custGeom>
              <a:rect b="b" l="l" r="r" t="t"/>
              <a:pathLst>
                <a:path extrusionOk="0" h="62194" w="30741">
                  <a:moveTo>
                    <a:pt x="1" y="0"/>
                  </a:moveTo>
                  <a:lnTo>
                    <a:pt x="1" y="62194"/>
                  </a:lnTo>
                  <a:cubicBezTo>
                    <a:pt x="17030" y="61977"/>
                    <a:pt x="30741" y="48111"/>
                    <a:pt x="30741" y="31082"/>
                  </a:cubicBezTo>
                  <a:cubicBezTo>
                    <a:pt x="30741" y="14052"/>
                    <a:pt x="17030" y="187"/>
                    <a:pt x="1"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17"/>
            <p:cNvSpPr/>
            <p:nvPr/>
          </p:nvSpPr>
          <p:spPr>
            <a:xfrm>
              <a:off x="3675294" y="2397540"/>
              <a:ext cx="1270676" cy="655240"/>
            </a:xfrm>
            <a:custGeom>
              <a:rect b="b" l="l" r="r" t="t"/>
              <a:pathLst>
                <a:path extrusionOk="0" h="25002" w="49694">
                  <a:moveTo>
                    <a:pt x="24847" y="0"/>
                  </a:moveTo>
                  <a:cubicBezTo>
                    <a:pt x="11106" y="0"/>
                    <a:pt x="1" y="11229"/>
                    <a:pt x="187" y="25002"/>
                  </a:cubicBezTo>
                  <a:lnTo>
                    <a:pt x="10889" y="25002"/>
                  </a:lnTo>
                  <a:cubicBezTo>
                    <a:pt x="10889" y="17278"/>
                    <a:pt x="17123" y="11012"/>
                    <a:pt x="24847" y="11012"/>
                  </a:cubicBezTo>
                  <a:cubicBezTo>
                    <a:pt x="32571" y="11012"/>
                    <a:pt x="38806" y="17278"/>
                    <a:pt x="38806" y="25002"/>
                  </a:cubicBezTo>
                  <a:lnTo>
                    <a:pt x="49539" y="25002"/>
                  </a:lnTo>
                  <a:cubicBezTo>
                    <a:pt x="49694" y="11229"/>
                    <a:pt x="38589" y="0"/>
                    <a:pt x="24847"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17"/>
            <p:cNvSpPr/>
            <p:nvPr/>
          </p:nvSpPr>
          <p:spPr>
            <a:xfrm>
              <a:off x="3280626" y="3051477"/>
              <a:ext cx="1045342" cy="1030811"/>
            </a:xfrm>
            <a:custGeom>
              <a:rect b="b" l="l" r="r" t="t"/>
              <a:pathLst>
                <a:path extrusionOk="0" h="41784" w="42373">
                  <a:moveTo>
                    <a:pt x="0" y="1"/>
                  </a:moveTo>
                  <a:cubicBezTo>
                    <a:pt x="186" y="23141"/>
                    <a:pt x="19015" y="41784"/>
                    <a:pt x="42155" y="41784"/>
                  </a:cubicBezTo>
                  <a:lnTo>
                    <a:pt x="42373" y="41784"/>
                  </a:lnTo>
                  <a:lnTo>
                    <a:pt x="42373" y="1"/>
                  </a:ln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17"/>
            <p:cNvSpPr/>
            <p:nvPr/>
          </p:nvSpPr>
          <p:spPr>
            <a:xfrm>
              <a:off x="3938066" y="2667466"/>
              <a:ext cx="741343" cy="741343"/>
            </a:xfrm>
            <a:custGeom>
              <a:rect b="b" l="l" r="r" t="t"/>
              <a:pathLst>
                <a:path extrusionOk="0" h="28818" w="28818">
                  <a:moveTo>
                    <a:pt x="14424" y="1"/>
                  </a:moveTo>
                  <a:cubicBezTo>
                    <a:pt x="6452" y="1"/>
                    <a:pt x="0" y="6453"/>
                    <a:pt x="0" y="14424"/>
                  </a:cubicBezTo>
                  <a:cubicBezTo>
                    <a:pt x="0" y="22365"/>
                    <a:pt x="6452" y="28817"/>
                    <a:pt x="14424" y="28817"/>
                  </a:cubicBezTo>
                  <a:cubicBezTo>
                    <a:pt x="22365" y="28817"/>
                    <a:pt x="28817" y="22365"/>
                    <a:pt x="28817" y="14424"/>
                  </a:cubicBezTo>
                  <a:cubicBezTo>
                    <a:pt x="28817" y="6453"/>
                    <a:pt x="22365" y="1"/>
                    <a:pt x="14424" y="1"/>
                  </a:cubicBezTo>
                  <a:close/>
                </a:path>
              </a:pathLst>
            </a:cu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117"/>
          <p:cNvGrpSpPr/>
          <p:nvPr/>
        </p:nvGrpSpPr>
        <p:grpSpPr>
          <a:xfrm>
            <a:off x="1447137" y="3161924"/>
            <a:ext cx="684600" cy="1136100"/>
            <a:chOff x="1447137" y="3161924"/>
            <a:chExt cx="684600" cy="1136100"/>
          </a:xfrm>
        </p:grpSpPr>
        <p:sp>
          <p:nvSpPr>
            <p:cNvPr id="1567" name="Google Shape;1567;p117"/>
            <p:cNvSpPr/>
            <p:nvPr/>
          </p:nvSpPr>
          <p:spPr>
            <a:xfrm>
              <a:off x="1447137" y="3161924"/>
              <a:ext cx="684600" cy="1136100"/>
            </a:xfrm>
            <a:prstGeom prst="roundRect">
              <a:avLst>
                <a:gd fmla="val 16667"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17"/>
            <p:cNvSpPr/>
            <p:nvPr/>
          </p:nvSpPr>
          <p:spPr>
            <a:xfrm>
              <a:off x="1586371" y="3542874"/>
              <a:ext cx="406025" cy="374154"/>
            </a:xfrm>
            <a:custGeom>
              <a:rect b="b" l="l" r="r" t="t"/>
              <a:pathLst>
                <a:path extrusionOk="0" h="12808" w="13899">
                  <a:moveTo>
                    <a:pt x="6930" y="1"/>
                  </a:moveTo>
                  <a:cubicBezTo>
                    <a:pt x="4170" y="1"/>
                    <a:pt x="1703" y="1782"/>
                    <a:pt x="842" y="4405"/>
                  </a:cubicBezTo>
                  <a:cubicBezTo>
                    <a:pt x="0" y="7048"/>
                    <a:pt x="920" y="9945"/>
                    <a:pt x="3152" y="11569"/>
                  </a:cubicBezTo>
                  <a:cubicBezTo>
                    <a:pt x="4284" y="12396"/>
                    <a:pt x="5615" y="12807"/>
                    <a:pt x="6944" y="12807"/>
                  </a:cubicBezTo>
                  <a:cubicBezTo>
                    <a:pt x="8257" y="12807"/>
                    <a:pt x="9569" y="12406"/>
                    <a:pt x="10688" y="11608"/>
                  </a:cubicBezTo>
                  <a:cubicBezTo>
                    <a:pt x="12939" y="9984"/>
                    <a:pt x="13898" y="7106"/>
                    <a:pt x="13057" y="4464"/>
                  </a:cubicBezTo>
                  <a:lnTo>
                    <a:pt x="13057" y="4464"/>
                  </a:lnTo>
                  <a:lnTo>
                    <a:pt x="6930" y="6402"/>
                  </a:lnTo>
                  <a:lnTo>
                    <a:pt x="693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117"/>
          <p:cNvGrpSpPr/>
          <p:nvPr/>
        </p:nvGrpSpPr>
        <p:grpSpPr>
          <a:xfrm>
            <a:off x="2251682" y="3161924"/>
            <a:ext cx="684600" cy="1136100"/>
            <a:chOff x="2251682" y="3161924"/>
            <a:chExt cx="684600" cy="1136100"/>
          </a:xfrm>
        </p:grpSpPr>
        <p:sp>
          <p:nvSpPr>
            <p:cNvPr id="1570" name="Google Shape;1570;p117"/>
            <p:cNvSpPr/>
            <p:nvPr/>
          </p:nvSpPr>
          <p:spPr>
            <a:xfrm>
              <a:off x="2251682" y="3161924"/>
              <a:ext cx="684600" cy="1136100"/>
            </a:xfrm>
            <a:prstGeom prst="roundRect">
              <a:avLst>
                <a:gd fmla="val 16667" name="adj"/>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17"/>
            <p:cNvSpPr/>
            <p:nvPr/>
          </p:nvSpPr>
          <p:spPr>
            <a:xfrm>
              <a:off x="2390347" y="3542844"/>
              <a:ext cx="407164" cy="374212"/>
            </a:xfrm>
            <a:custGeom>
              <a:rect b="b" l="l" r="r" t="t"/>
              <a:pathLst>
                <a:path extrusionOk="0" h="12810" w="13938">
                  <a:moveTo>
                    <a:pt x="8124" y="0"/>
                  </a:moveTo>
                  <a:cubicBezTo>
                    <a:pt x="3074" y="0"/>
                    <a:pt x="0" y="5598"/>
                    <a:pt x="2741" y="9866"/>
                  </a:cubicBezTo>
                  <a:cubicBezTo>
                    <a:pt x="4009" y="11846"/>
                    <a:pt x="6070" y="12810"/>
                    <a:pt x="8122" y="12810"/>
                  </a:cubicBezTo>
                  <a:cubicBezTo>
                    <a:pt x="10471" y="12810"/>
                    <a:pt x="12809" y="11547"/>
                    <a:pt x="13937" y="9102"/>
                  </a:cubicBezTo>
                  <a:lnTo>
                    <a:pt x="8124" y="6421"/>
                  </a:lnTo>
                  <a:lnTo>
                    <a:pt x="8124" y="0"/>
                  </a:ln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117"/>
          <p:cNvGrpSpPr/>
          <p:nvPr/>
        </p:nvGrpSpPr>
        <p:grpSpPr>
          <a:xfrm>
            <a:off x="3013625" y="3161924"/>
            <a:ext cx="684600" cy="1136100"/>
            <a:chOff x="3013625" y="3161924"/>
            <a:chExt cx="684600" cy="1136100"/>
          </a:xfrm>
        </p:grpSpPr>
        <p:sp>
          <p:nvSpPr>
            <p:cNvPr id="1573" name="Google Shape;1573;p117"/>
            <p:cNvSpPr/>
            <p:nvPr/>
          </p:nvSpPr>
          <p:spPr>
            <a:xfrm>
              <a:off x="3013625" y="3161924"/>
              <a:ext cx="684600" cy="1136100"/>
            </a:xfrm>
            <a:prstGeom prst="roundRect">
              <a:avLst>
                <a:gd fmla="val 16667" name="adj"/>
              </a:avLst>
            </a:prstGeom>
            <a:solidFill>
              <a:schemeClr val="accent5"/>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17"/>
            <p:cNvSpPr/>
            <p:nvPr/>
          </p:nvSpPr>
          <p:spPr>
            <a:xfrm>
              <a:off x="3201761" y="3542771"/>
              <a:ext cx="308221" cy="374358"/>
            </a:xfrm>
            <a:custGeom>
              <a:rect b="b" l="l" r="r" t="t"/>
              <a:pathLst>
                <a:path extrusionOk="0" h="12815" w="10551">
                  <a:moveTo>
                    <a:pt x="7282" y="0"/>
                  </a:moveTo>
                  <a:cubicBezTo>
                    <a:pt x="3054" y="20"/>
                    <a:pt x="0" y="4032"/>
                    <a:pt x="1116" y="8104"/>
                  </a:cubicBezTo>
                  <a:cubicBezTo>
                    <a:pt x="1915" y="11007"/>
                    <a:pt x="4543" y="12815"/>
                    <a:pt x="7308" y="12815"/>
                  </a:cubicBezTo>
                  <a:cubicBezTo>
                    <a:pt x="8403" y="12815"/>
                    <a:pt x="9518" y="12532"/>
                    <a:pt x="10551" y="11921"/>
                  </a:cubicBezTo>
                  <a:lnTo>
                    <a:pt x="7282" y="6421"/>
                  </a:lnTo>
                  <a:lnTo>
                    <a:pt x="7282" y="0"/>
                  </a:lnTo>
                  <a:close/>
                </a:path>
              </a:pathLst>
            </a:cu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117"/>
          <p:cNvGrpSpPr/>
          <p:nvPr/>
        </p:nvGrpSpPr>
        <p:grpSpPr>
          <a:xfrm>
            <a:off x="3896953" y="3542762"/>
            <a:ext cx="1415213" cy="584660"/>
            <a:chOff x="3896953" y="3542762"/>
            <a:chExt cx="1415213" cy="584660"/>
          </a:xfrm>
        </p:grpSpPr>
        <p:sp>
          <p:nvSpPr>
            <p:cNvPr id="1576" name="Google Shape;1576;p117"/>
            <p:cNvSpPr/>
            <p:nvPr/>
          </p:nvSpPr>
          <p:spPr>
            <a:xfrm>
              <a:off x="4669884" y="3542762"/>
              <a:ext cx="642282" cy="584660"/>
            </a:xfrm>
            <a:custGeom>
              <a:rect b="b" l="l" r="r" t="t"/>
              <a:pathLst>
                <a:path extrusionOk="0" h="18568" w="20398">
                  <a:moveTo>
                    <a:pt x="10199" y="1"/>
                  </a:moveTo>
                  <a:cubicBezTo>
                    <a:pt x="7825" y="1"/>
                    <a:pt x="5452" y="906"/>
                    <a:pt x="3641" y="2717"/>
                  </a:cubicBezTo>
                  <a:cubicBezTo>
                    <a:pt x="0" y="6338"/>
                    <a:pt x="0" y="12230"/>
                    <a:pt x="3641" y="15851"/>
                  </a:cubicBezTo>
                  <a:cubicBezTo>
                    <a:pt x="5452" y="17662"/>
                    <a:pt x="7825" y="18567"/>
                    <a:pt x="10199" y="18567"/>
                  </a:cubicBezTo>
                  <a:cubicBezTo>
                    <a:pt x="12572" y="18567"/>
                    <a:pt x="14946" y="17662"/>
                    <a:pt x="16756" y="15851"/>
                  </a:cubicBezTo>
                  <a:cubicBezTo>
                    <a:pt x="20397" y="12230"/>
                    <a:pt x="20397" y="6338"/>
                    <a:pt x="16756" y="2717"/>
                  </a:cubicBezTo>
                  <a:cubicBezTo>
                    <a:pt x="14946" y="906"/>
                    <a:pt x="12572" y="1"/>
                    <a:pt x="10199"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17"/>
            <p:cNvSpPr/>
            <p:nvPr/>
          </p:nvSpPr>
          <p:spPr>
            <a:xfrm>
              <a:off x="4761104" y="3642485"/>
              <a:ext cx="363051" cy="385753"/>
            </a:xfrm>
            <a:custGeom>
              <a:rect b="b" l="l" r="r" t="t"/>
              <a:pathLst>
                <a:path extrusionOk="0" h="12251" w="11530">
                  <a:moveTo>
                    <a:pt x="7302" y="0"/>
                  </a:moveTo>
                  <a:cubicBezTo>
                    <a:pt x="2976" y="0"/>
                    <a:pt x="0" y="4385"/>
                    <a:pt x="1606" y="8398"/>
                  </a:cubicBezTo>
                  <a:cubicBezTo>
                    <a:pt x="2603" y="10874"/>
                    <a:pt x="4937" y="12250"/>
                    <a:pt x="7315" y="12250"/>
                  </a:cubicBezTo>
                  <a:cubicBezTo>
                    <a:pt x="8809" y="12250"/>
                    <a:pt x="10321" y="11707"/>
                    <a:pt x="11530" y="10551"/>
                  </a:cubicBezTo>
                  <a:lnTo>
                    <a:pt x="7302" y="6127"/>
                  </a:lnTo>
                  <a:lnTo>
                    <a:pt x="7302" y="0"/>
                  </a:ln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17"/>
            <p:cNvSpPr/>
            <p:nvPr/>
          </p:nvSpPr>
          <p:spPr>
            <a:xfrm>
              <a:off x="3896953" y="3542762"/>
              <a:ext cx="641684" cy="584660"/>
            </a:xfrm>
            <a:custGeom>
              <a:rect b="b" l="l" r="r" t="t"/>
              <a:pathLst>
                <a:path extrusionOk="0" h="18568" w="20379">
                  <a:moveTo>
                    <a:pt x="10182" y="1"/>
                  </a:moveTo>
                  <a:cubicBezTo>
                    <a:pt x="7806" y="1"/>
                    <a:pt x="5433" y="906"/>
                    <a:pt x="3622" y="2717"/>
                  </a:cubicBezTo>
                  <a:cubicBezTo>
                    <a:pt x="1" y="6338"/>
                    <a:pt x="1" y="12230"/>
                    <a:pt x="3622" y="15851"/>
                  </a:cubicBezTo>
                  <a:cubicBezTo>
                    <a:pt x="5433" y="17662"/>
                    <a:pt x="7806" y="18567"/>
                    <a:pt x="10182" y="18567"/>
                  </a:cubicBezTo>
                  <a:cubicBezTo>
                    <a:pt x="12558" y="18567"/>
                    <a:pt x="14936" y="17662"/>
                    <a:pt x="16757" y="15851"/>
                  </a:cubicBezTo>
                  <a:cubicBezTo>
                    <a:pt x="20378" y="12230"/>
                    <a:pt x="20378" y="6338"/>
                    <a:pt x="16757" y="2717"/>
                  </a:cubicBezTo>
                  <a:cubicBezTo>
                    <a:pt x="14936" y="906"/>
                    <a:pt x="12558" y="1"/>
                    <a:pt x="10182"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17"/>
            <p:cNvSpPr/>
            <p:nvPr/>
          </p:nvSpPr>
          <p:spPr>
            <a:xfrm>
              <a:off x="4008514" y="3642485"/>
              <a:ext cx="419791" cy="385438"/>
            </a:xfrm>
            <a:custGeom>
              <a:rect b="b" l="l" r="r" t="t"/>
              <a:pathLst>
                <a:path extrusionOk="0" h="12241" w="13332">
                  <a:moveTo>
                    <a:pt x="6637" y="0"/>
                  </a:moveTo>
                  <a:cubicBezTo>
                    <a:pt x="3935" y="0"/>
                    <a:pt x="1547" y="1781"/>
                    <a:pt x="784" y="4365"/>
                  </a:cubicBezTo>
                  <a:cubicBezTo>
                    <a:pt x="1" y="6969"/>
                    <a:pt x="1019" y="9748"/>
                    <a:pt x="3289" y="11236"/>
                  </a:cubicBezTo>
                  <a:cubicBezTo>
                    <a:pt x="4307" y="11908"/>
                    <a:pt x="5472" y="12241"/>
                    <a:pt x="6635" y="12241"/>
                  </a:cubicBezTo>
                  <a:cubicBezTo>
                    <a:pt x="8046" y="12241"/>
                    <a:pt x="9453" y="11751"/>
                    <a:pt x="10591" y="10786"/>
                  </a:cubicBezTo>
                  <a:cubicBezTo>
                    <a:pt x="12646" y="9044"/>
                    <a:pt x="13331" y="6146"/>
                    <a:pt x="12235" y="3680"/>
                  </a:cubicBezTo>
                  <a:lnTo>
                    <a:pt x="12235" y="3680"/>
                  </a:lnTo>
                  <a:lnTo>
                    <a:pt x="6637" y="6127"/>
                  </a:lnTo>
                  <a:lnTo>
                    <a:pt x="6637" y="0"/>
                  </a:ln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117"/>
          <p:cNvGrpSpPr/>
          <p:nvPr/>
        </p:nvGrpSpPr>
        <p:grpSpPr>
          <a:xfrm>
            <a:off x="5632262" y="1237999"/>
            <a:ext cx="2064854" cy="3060010"/>
            <a:chOff x="5632262" y="1237999"/>
            <a:chExt cx="2064854" cy="3060010"/>
          </a:xfrm>
        </p:grpSpPr>
        <p:sp>
          <p:nvSpPr>
            <p:cNvPr id="1581" name="Google Shape;1581;p117"/>
            <p:cNvSpPr/>
            <p:nvPr/>
          </p:nvSpPr>
          <p:spPr>
            <a:xfrm>
              <a:off x="6108124" y="1237999"/>
              <a:ext cx="1299016" cy="666971"/>
            </a:xfrm>
            <a:custGeom>
              <a:rect b="b" l="l" r="r" t="t"/>
              <a:pathLst>
                <a:path extrusionOk="0" h="40276" w="78443">
                  <a:moveTo>
                    <a:pt x="0" y="0"/>
                  </a:moveTo>
                  <a:lnTo>
                    <a:pt x="0" y="26068"/>
                  </a:lnTo>
                  <a:lnTo>
                    <a:pt x="39241" y="40275"/>
                  </a:lnTo>
                  <a:lnTo>
                    <a:pt x="78442" y="26068"/>
                  </a:lnTo>
                  <a:lnTo>
                    <a:pt x="78442" y="0"/>
                  </a:ln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17"/>
            <p:cNvSpPr/>
            <p:nvPr/>
          </p:nvSpPr>
          <p:spPr>
            <a:xfrm>
              <a:off x="5812190" y="2125076"/>
              <a:ext cx="1884925" cy="542423"/>
            </a:xfrm>
            <a:custGeom>
              <a:rect b="b" l="l" r="r" t="t"/>
              <a:pathLst>
                <a:path extrusionOk="0" h="32755" w="113824">
                  <a:moveTo>
                    <a:pt x="112868" y="996"/>
                  </a:moveTo>
                  <a:lnTo>
                    <a:pt x="112868" y="31760"/>
                  </a:lnTo>
                  <a:lnTo>
                    <a:pt x="996" y="31760"/>
                  </a:lnTo>
                  <a:lnTo>
                    <a:pt x="996" y="996"/>
                  </a:lnTo>
                  <a:close/>
                  <a:moveTo>
                    <a:pt x="1" y="1"/>
                  </a:moveTo>
                  <a:lnTo>
                    <a:pt x="1" y="32755"/>
                  </a:lnTo>
                  <a:lnTo>
                    <a:pt x="113823" y="32755"/>
                  </a:lnTo>
                  <a:lnTo>
                    <a:pt x="1138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17"/>
            <p:cNvSpPr/>
            <p:nvPr/>
          </p:nvSpPr>
          <p:spPr>
            <a:xfrm>
              <a:off x="5812190" y="2940331"/>
              <a:ext cx="1884925" cy="542423"/>
            </a:xfrm>
            <a:custGeom>
              <a:rect b="b" l="l" r="r" t="t"/>
              <a:pathLst>
                <a:path extrusionOk="0" h="32755" w="113824">
                  <a:moveTo>
                    <a:pt x="112868" y="996"/>
                  </a:moveTo>
                  <a:lnTo>
                    <a:pt x="112868" y="31760"/>
                  </a:lnTo>
                  <a:lnTo>
                    <a:pt x="996" y="31760"/>
                  </a:lnTo>
                  <a:lnTo>
                    <a:pt x="996" y="996"/>
                  </a:lnTo>
                  <a:close/>
                  <a:moveTo>
                    <a:pt x="1" y="1"/>
                  </a:moveTo>
                  <a:lnTo>
                    <a:pt x="1" y="32755"/>
                  </a:lnTo>
                  <a:lnTo>
                    <a:pt x="113823" y="32755"/>
                  </a:lnTo>
                  <a:lnTo>
                    <a:pt x="1138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17"/>
            <p:cNvSpPr/>
            <p:nvPr/>
          </p:nvSpPr>
          <p:spPr>
            <a:xfrm>
              <a:off x="6268279" y="2848074"/>
              <a:ext cx="978713" cy="212233"/>
            </a:xfrm>
            <a:custGeom>
              <a:rect b="b" l="l" r="r" t="t"/>
              <a:pathLst>
                <a:path extrusionOk="0" h="12816" w="59101">
                  <a:moveTo>
                    <a:pt x="0" y="0"/>
                  </a:moveTo>
                  <a:lnTo>
                    <a:pt x="0" y="12815"/>
                  </a:lnTo>
                  <a:lnTo>
                    <a:pt x="59100" y="12815"/>
                  </a:lnTo>
                  <a:lnTo>
                    <a:pt x="59100"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17"/>
            <p:cNvSpPr/>
            <p:nvPr/>
          </p:nvSpPr>
          <p:spPr>
            <a:xfrm>
              <a:off x="5812190" y="3756249"/>
              <a:ext cx="1884925" cy="541760"/>
            </a:xfrm>
            <a:custGeom>
              <a:rect b="b" l="l" r="r" t="t"/>
              <a:pathLst>
                <a:path extrusionOk="0" h="32715" w="113824">
                  <a:moveTo>
                    <a:pt x="112868" y="956"/>
                  </a:moveTo>
                  <a:lnTo>
                    <a:pt x="112868" y="31720"/>
                  </a:lnTo>
                  <a:lnTo>
                    <a:pt x="996" y="31720"/>
                  </a:lnTo>
                  <a:lnTo>
                    <a:pt x="996" y="956"/>
                  </a:lnTo>
                  <a:close/>
                  <a:moveTo>
                    <a:pt x="1" y="1"/>
                  </a:moveTo>
                  <a:lnTo>
                    <a:pt x="1" y="32715"/>
                  </a:lnTo>
                  <a:lnTo>
                    <a:pt x="113823" y="32715"/>
                  </a:lnTo>
                  <a:lnTo>
                    <a:pt x="1138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17"/>
            <p:cNvSpPr/>
            <p:nvPr/>
          </p:nvSpPr>
          <p:spPr>
            <a:xfrm>
              <a:off x="6268279" y="3663330"/>
              <a:ext cx="978713" cy="212233"/>
            </a:xfrm>
            <a:custGeom>
              <a:rect b="b" l="l" r="r" t="t"/>
              <a:pathLst>
                <a:path extrusionOk="0" h="12816" w="59101">
                  <a:moveTo>
                    <a:pt x="0" y="0"/>
                  </a:moveTo>
                  <a:lnTo>
                    <a:pt x="0" y="12815"/>
                  </a:lnTo>
                  <a:lnTo>
                    <a:pt x="59100" y="12815"/>
                  </a:lnTo>
                  <a:lnTo>
                    <a:pt x="59100" y="0"/>
                  </a:ln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17"/>
            <p:cNvSpPr/>
            <p:nvPr/>
          </p:nvSpPr>
          <p:spPr>
            <a:xfrm>
              <a:off x="5632262" y="2261515"/>
              <a:ext cx="314392" cy="269431"/>
            </a:xfrm>
            <a:custGeom>
              <a:rect b="b" l="l" r="r" t="t"/>
              <a:pathLst>
                <a:path extrusionOk="0" h="16270" w="18985">
                  <a:moveTo>
                    <a:pt x="10866" y="0"/>
                  </a:moveTo>
                  <a:cubicBezTo>
                    <a:pt x="3623" y="0"/>
                    <a:pt x="1" y="8756"/>
                    <a:pt x="5135" y="13890"/>
                  </a:cubicBezTo>
                  <a:cubicBezTo>
                    <a:pt x="6779" y="15533"/>
                    <a:pt x="8803" y="16270"/>
                    <a:pt x="10792" y="16270"/>
                  </a:cubicBezTo>
                  <a:cubicBezTo>
                    <a:pt x="14968" y="16270"/>
                    <a:pt x="18985" y="13025"/>
                    <a:pt x="18985" y="8119"/>
                  </a:cubicBezTo>
                  <a:cubicBezTo>
                    <a:pt x="18985" y="3622"/>
                    <a:pt x="15363" y="0"/>
                    <a:pt x="10866" y="0"/>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7"/>
            <p:cNvSpPr/>
            <p:nvPr/>
          </p:nvSpPr>
          <p:spPr>
            <a:xfrm>
              <a:off x="5632262" y="3077416"/>
              <a:ext cx="314392" cy="269100"/>
            </a:xfrm>
            <a:custGeom>
              <a:rect b="b" l="l" r="r" t="t"/>
              <a:pathLst>
                <a:path extrusionOk="0" h="16250" w="18985">
                  <a:moveTo>
                    <a:pt x="10938" y="1"/>
                  </a:moveTo>
                  <a:cubicBezTo>
                    <a:pt x="10914" y="1"/>
                    <a:pt x="10890" y="1"/>
                    <a:pt x="10866" y="1"/>
                  </a:cubicBezTo>
                  <a:cubicBezTo>
                    <a:pt x="3623" y="1"/>
                    <a:pt x="1" y="8717"/>
                    <a:pt x="5135" y="13851"/>
                  </a:cubicBezTo>
                  <a:cubicBezTo>
                    <a:pt x="6780" y="15509"/>
                    <a:pt x="8808" y="16250"/>
                    <a:pt x="10799" y="16250"/>
                  </a:cubicBezTo>
                  <a:cubicBezTo>
                    <a:pt x="14972" y="16250"/>
                    <a:pt x="18985" y="12996"/>
                    <a:pt x="18985" y="8120"/>
                  </a:cubicBezTo>
                  <a:cubicBezTo>
                    <a:pt x="18985" y="3647"/>
                    <a:pt x="15402" y="1"/>
                    <a:pt x="10938" y="1"/>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17"/>
            <p:cNvSpPr/>
            <p:nvPr/>
          </p:nvSpPr>
          <p:spPr>
            <a:xfrm>
              <a:off x="5632262" y="3899262"/>
              <a:ext cx="314392" cy="268951"/>
            </a:xfrm>
            <a:custGeom>
              <a:rect b="b" l="l" r="r" t="t"/>
              <a:pathLst>
                <a:path extrusionOk="0" h="16241" w="18985">
                  <a:moveTo>
                    <a:pt x="10938" y="1"/>
                  </a:moveTo>
                  <a:cubicBezTo>
                    <a:pt x="10914" y="1"/>
                    <a:pt x="10890" y="1"/>
                    <a:pt x="10866" y="1"/>
                  </a:cubicBezTo>
                  <a:cubicBezTo>
                    <a:pt x="3623" y="1"/>
                    <a:pt x="1" y="8717"/>
                    <a:pt x="5135" y="13851"/>
                  </a:cubicBezTo>
                  <a:cubicBezTo>
                    <a:pt x="6785" y="15501"/>
                    <a:pt x="8819" y="16240"/>
                    <a:pt x="10815" y="16240"/>
                  </a:cubicBezTo>
                  <a:cubicBezTo>
                    <a:pt x="14982" y="16240"/>
                    <a:pt x="18985" y="13017"/>
                    <a:pt x="18985" y="8120"/>
                  </a:cubicBezTo>
                  <a:cubicBezTo>
                    <a:pt x="18985" y="3647"/>
                    <a:pt x="15402" y="1"/>
                    <a:pt x="10938" y="1"/>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17"/>
            <p:cNvSpPr/>
            <p:nvPr/>
          </p:nvSpPr>
          <p:spPr>
            <a:xfrm>
              <a:off x="6268279" y="2032157"/>
              <a:ext cx="978713" cy="212233"/>
            </a:xfrm>
            <a:custGeom>
              <a:rect b="b" l="l" r="r" t="t"/>
              <a:pathLst>
                <a:path extrusionOk="0" h="12816" w="59101">
                  <a:moveTo>
                    <a:pt x="0" y="0"/>
                  </a:moveTo>
                  <a:lnTo>
                    <a:pt x="0" y="12815"/>
                  </a:lnTo>
                  <a:lnTo>
                    <a:pt x="59100" y="12815"/>
                  </a:lnTo>
                  <a:lnTo>
                    <a:pt x="59100" y="0"/>
                  </a:ln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4" name="Shape 1594"/>
        <p:cNvGrpSpPr/>
        <p:nvPr/>
      </p:nvGrpSpPr>
      <p:grpSpPr>
        <a:xfrm>
          <a:off x="0" y="0"/>
          <a:ext cx="0" cy="0"/>
          <a:chOff x="0" y="0"/>
          <a:chExt cx="0" cy="0"/>
        </a:xfrm>
      </p:grpSpPr>
      <p:sp>
        <p:nvSpPr>
          <p:cNvPr id="1595" name="Google Shape;1595;p11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596" name="Google Shape;1596;p118"/>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200">
                <a:latin typeface="DM Serif Display"/>
                <a:ea typeface="DM Serif Display"/>
                <a:cs typeface="DM Serif Display"/>
                <a:sym typeface="DM Serif Display"/>
              </a:rPr>
              <a:t>Icons</a:t>
            </a:r>
            <a:endParaRPr sz="2200">
              <a:latin typeface="DM Serif Display"/>
              <a:ea typeface="DM Serif Display"/>
              <a:cs typeface="DM Serif Display"/>
              <a:sym typeface="DM Serif Display"/>
            </a:endParaRPr>
          </a:p>
          <a:p>
            <a:pPr indent="-304800" lvl="0" marL="457200" marR="50800" rtl="0" algn="l">
              <a:spcBef>
                <a:spcPts val="0"/>
              </a:spcBef>
              <a:spcAft>
                <a:spcPts val="0"/>
              </a:spcAft>
              <a:buSzPts val="1200"/>
              <a:buChar char="●"/>
            </a:pPr>
            <a:r>
              <a:rPr lang="en">
                <a:solidFill>
                  <a:schemeClr val="hlink"/>
                </a:solidFill>
                <a:uFill>
                  <a:noFill/>
                </a:uFill>
                <a:hlinkClick r:id="rId3"/>
              </a:rPr>
              <a:t>Healthcare Icon Pack</a:t>
            </a:r>
            <a:endParaRPr sz="2200"/>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sz="2200">
                <a:latin typeface="DM Serif Display"/>
                <a:ea typeface="DM Serif Display"/>
                <a:cs typeface="DM Serif Display"/>
                <a:sym typeface="DM Serif Display"/>
              </a:rPr>
              <a:t>Photos</a:t>
            </a:r>
            <a:endParaRPr sz="2200">
              <a:latin typeface="DM Serif Display"/>
              <a:ea typeface="DM Serif Display"/>
              <a:cs typeface="DM Serif Display"/>
              <a:sym typeface="DM Serif Display"/>
            </a:endParaRPr>
          </a:p>
          <a:p>
            <a:pPr indent="-304800" lvl="0" marL="457200" marR="50800" rtl="0" algn="l">
              <a:spcBef>
                <a:spcPts val="0"/>
              </a:spcBef>
              <a:spcAft>
                <a:spcPts val="0"/>
              </a:spcAft>
              <a:buSzPts val="1200"/>
              <a:buChar char="●"/>
            </a:pPr>
            <a:r>
              <a:rPr lang="en">
                <a:solidFill>
                  <a:schemeClr val="hlink"/>
                </a:solidFill>
                <a:uFill>
                  <a:noFill/>
                </a:uFill>
                <a:hlinkClick r:id="rId4"/>
              </a:rPr>
              <a:t>Hardworking nurse with surgical mask</a:t>
            </a:r>
            <a:endParaRPr/>
          </a:p>
          <a:p>
            <a:pPr indent="-304800" lvl="0" marL="457200" marR="50800" rtl="0" algn="l">
              <a:spcBef>
                <a:spcPts val="0"/>
              </a:spcBef>
              <a:spcAft>
                <a:spcPts val="0"/>
              </a:spcAft>
              <a:buSzPts val="1200"/>
              <a:buChar char="●"/>
            </a:pPr>
            <a:r>
              <a:rPr lang="en">
                <a:solidFill>
                  <a:schemeClr val="hlink"/>
                </a:solidFill>
                <a:uFill>
                  <a:noFill/>
                </a:uFill>
                <a:hlinkClick r:id="rId5"/>
              </a:rPr>
              <a:t>Close up doctors taking care of patient top view </a:t>
            </a:r>
            <a:endParaRPr/>
          </a:p>
          <a:p>
            <a:pPr indent="-304800" lvl="0" marL="457200" marR="50800" rtl="0" algn="l">
              <a:spcBef>
                <a:spcPts val="0"/>
              </a:spcBef>
              <a:spcAft>
                <a:spcPts val="0"/>
              </a:spcAft>
              <a:buSzPts val="1200"/>
              <a:buChar char="●"/>
            </a:pPr>
            <a:r>
              <a:rPr lang="en">
                <a:solidFill>
                  <a:schemeClr val="hlink"/>
                </a:solidFill>
                <a:uFill>
                  <a:noFill/>
                </a:uFill>
                <a:hlinkClick r:id="rId6"/>
              </a:rPr>
              <a:t>Doctor examining hand of patient</a:t>
            </a:r>
            <a:endParaRPr/>
          </a:p>
          <a:p>
            <a:pPr indent="-304800" lvl="0" marL="457200" marR="50800" rtl="0" algn="l">
              <a:spcBef>
                <a:spcPts val="0"/>
              </a:spcBef>
              <a:spcAft>
                <a:spcPts val="0"/>
              </a:spcAft>
              <a:buSzPts val="1200"/>
              <a:buChar char="●"/>
            </a:pPr>
            <a:r>
              <a:rPr lang="en">
                <a:solidFill>
                  <a:schemeClr val="hlink"/>
                </a:solidFill>
                <a:uFill>
                  <a:noFill/>
                </a:uFill>
                <a:hlinkClick r:id="rId7"/>
              </a:rPr>
              <a:t>Woman doctor putting her pandemic equipment</a:t>
            </a:r>
            <a:endParaRPr/>
          </a:p>
          <a:p>
            <a:pPr indent="-304800" lvl="0" marL="457200" marR="50800" rtl="0" algn="l">
              <a:spcBef>
                <a:spcPts val="0"/>
              </a:spcBef>
              <a:spcAft>
                <a:spcPts val="0"/>
              </a:spcAft>
              <a:buSzPts val="1200"/>
              <a:buChar char="●"/>
            </a:pPr>
            <a:r>
              <a:rPr lang="en">
                <a:solidFill>
                  <a:schemeClr val="hlink"/>
                </a:solidFill>
                <a:uFill>
                  <a:noFill/>
                </a:uFill>
                <a:hlinkClick r:id="rId8"/>
              </a:rPr>
              <a:t>Doctor giving medical prescription</a:t>
            </a:r>
            <a:endParaRPr/>
          </a:p>
          <a:p>
            <a:pPr indent="-304800" lvl="0" marL="457200" marR="50800" rtl="0" algn="l">
              <a:spcBef>
                <a:spcPts val="0"/>
              </a:spcBef>
              <a:spcAft>
                <a:spcPts val="0"/>
              </a:spcAft>
              <a:buSzPts val="1200"/>
              <a:buChar char="●"/>
            </a:pPr>
            <a:r>
              <a:rPr lang="en">
                <a:solidFill>
                  <a:schemeClr val="hlink"/>
                </a:solidFill>
                <a:uFill>
                  <a:noFill/>
                </a:uFill>
                <a:hlinkClick r:id="rId9"/>
              </a:rPr>
              <a:t>Doctor holding stethoscope on arm looking at camera</a:t>
            </a:r>
            <a:endParaRPr/>
          </a:p>
          <a:p>
            <a:pPr indent="-304800" lvl="0" marL="457200" marR="50800" rtl="0" algn="l">
              <a:spcBef>
                <a:spcPts val="0"/>
              </a:spcBef>
              <a:spcAft>
                <a:spcPts val="0"/>
              </a:spcAft>
              <a:buSzPts val="1200"/>
              <a:buChar char="●"/>
            </a:pPr>
            <a:r>
              <a:rPr lang="en">
                <a:solidFill>
                  <a:schemeClr val="hlink"/>
                </a:solidFill>
                <a:uFill>
                  <a:noFill/>
                </a:uFill>
                <a:hlinkClick r:id="rId10"/>
              </a:rPr>
              <a:t>Confident elderly doctor in office </a:t>
            </a:r>
            <a:endParaRPr/>
          </a:p>
          <a:p>
            <a:pPr indent="-304800" lvl="0" marL="457200" marR="50800" rtl="0" algn="l">
              <a:spcBef>
                <a:spcPts val="0"/>
              </a:spcBef>
              <a:spcAft>
                <a:spcPts val="0"/>
              </a:spcAft>
              <a:buSzPts val="1200"/>
              <a:buChar char="●"/>
            </a:pPr>
            <a:r>
              <a:rPr lang="en">
                <a:solidFill>
                  <a:schemeClr val="hlink"/>
                </a:solidFill>
                <a:uFill>
                  <a:noFill/>
                </a:uFill>
                <a:hlinkClick r:id="rId11"/>
              </a:rPr>
              <a:t>Mid section of woman having stomach ache </a:t>
            </a:r>
            <a:endParaRPr/>
          </a:p>
          <a:p>
            <a:pPr indent="-304800" lvl="0" marL="457200" marR="50800" rtl="0" algn="l">
              <a:spcBef>
                <a:spcPts val="0"/>
              </a:spcBef>
              <a:spcAft>
                <a:spcPts val="0"/>
              </a:spcAft>
              <a:buSzPts val="1200"/>
              <a:buChar char="●"/>
            </a:pPr>
            <a:r>
              <a:rPr lang="en">
                <a:solidFill>
                  <a:schemeClr val="hlink"/>
                </a:solidFill>
                <a:uFill>
                  <a:noFill/>
                </a:uFill>
                <a:hlinkClick r:id="rId12"/>
              </a:rPr>
              <a:t>High angle female and male nurse</a:t>
            </a:r>
            <a:endParaRPr sz="2200">
              <a:latin typeface="DM Serif Display"/>
              <a:ea typeface="DM Serif Display"/>
              <a:cs typeface="DM Serif Display"/>
              <a:sym typeface="DM Serif Display"/>
            </a:endParaRPr>
          </a:p>
          <a:p>
            <a:pPr indent="-304800" lvl="0" marL="457200" marR="50800" rtl="0" algn="l">
              <a:spcBef>
                <a:spcPts val="0"/>
              </a:spcBef>
              <a:spcAft>
                <a:spcPts val="0"/>
              </a:spcAft>
              <a:buSzPts val="1200"/>
              <a:buChar char="●"/>
            </a:pPr>
            <a:r>
              <a:rPr lang="en">
                <a:solidFill>
                  <a:schemeClr val="hlink"/>
                </a:solidFill>
                <a:uFill>
                  <a:noFill/>
                </a:uFill>
                <a:hlinkClick r:id="rId13"/>
              </a:rPr>
              <a:t>Doctor wearing face mask at the clinic</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0" name="Shape 1600"/>
        <p:cNvGrpSpPr/>
        <p:nvPr/>
      </p:nvGrpSpPr>
      <p:grpSpPr>
        <a:xfrm>
          <a:off x="0" y="0"/>
          <a:ext cx="0" cy="0"/>
          <a:chOff x="0" y="0"/>
          <a:chExt cx="0" cy="0"/>
        </a:xfrm>
      </p:grpSpPr>
      <p:sp>
        <p:nvSpPr>
          <p:cNvPr id="1601" name="Google Shape;1601;p11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602" name="Google Shape;1602;p119"/>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Did you like the resources on this template? Get them for free at our other websites</a:t>
            </a:r>
            <a:endParaRPr sz="1400"/>
          </a:p>
          <a:p>
            <a:pPr indent="0" lvl="0" marL="0" rtl="0" algn="l">
              <a:spcBef>
                <a:spcPts val="0"/>
              </a:spcBef>
              <a:spcAft>
                <a:spcPts val="0"/>
              </a:spcAft>
              <a:buNone/>
            </a:pPr>
            <a:r>
              <a:rPr lang="en" sz="2200">
                <a:latin typeface="DM Serif Display"/>
                <a:ea typeface="DM Serif Display"/>
                <a:cs typeface="DM Serif Display"/>
                <a:sym typeface="DM Serif Display"/>
              </a:rPr>
              <a:t>Vectors</a:t>
            </a:r>
            <a:endParaRPr sz="2200">
              <a:latin typeface="DM Serif Display"/>
              <a:ea typeface="DM Serif Display"/>
              <a:cs typeface="DM Serif Display"/>
              <a:sym typeface="DM Serif Display"/>
            </a:endParaRPr>
          </a:p>
          <a:p>
            <a:pPr indent="-304800" lvl="0" marL="457200" marR="50800" rtl="0" algn="l">
              <a:lnSpc>
                <a:spcPct val="100000"/>
              </a:lnSpc>
              <a:spcBef>
                <a:spcPts val="0"/>
              </a:spcBef>
              <a:spcAft>
                <a:spcPts val="0"/>
              </a:spcAft>
              <a:buSzPts val="1200"/>
              <a:buChar char="●"/>
            </a:pPr>
            <a:r>
              <a:rPr lang="en" sz="1200">
                <a:uFill>
                  <a:noFill/>
                </a:uFill>
                <a:hlinkClick r:id="rId3"/>
              </a:rPr>
              <a:t>Colorless watercolor cover collection</a:t>
            </a:r>
            <a:endParaRPr sz="1200"/>
          </a:p>
          <a:p>
            <a:pPr indent="-304800" lvl="0" marL="457200" marR="50800" rtl="0" algn="l">
              <a:lnSpc>
                <a:spcPct val="100000"/>
              </a:lnSpc>
              <a:spcBef>
                <a:spcPts val="0"/>
              </a:spcBef>
              <a:spcAft>
                <a:spcPts val="0"/>
              </a:spcAft>
              <a:buSzPts val="1200"/>
              <a:buChar char="●"/>
            </a:pPr>
            <a:r>
              <a:rPr lang="en" sz="1200">
                <a:uFill>
                  <a:noFill/>
                </a:uFill>
                <a:hlinkClick r:id="rId4"/>
              </a:rPr>
              <a:t>Colorless abstract cover collection</a:t>
            </a:r>
            <a:endParaRPr sz="2200"/>
          </a:p>
          <a:p>
            <a:pPr indent="-304800" lvl="0" marL="457200" rtl="0" algn="l">
              <a:spcBef>
                <a:spcPts val="0"/>
              </a:spcBef>
              <a:spcAft>
                <a:spcPts val="0"/>
              </a:spcAft>
              <a:buSzPts val="1200"/>
              <a:buChar char="●"/>
            </a:pPr>
            <a:r>
              <a:t/>
            </a:r>
            <a:endParaRPr/>
          </a:p>
          <a:p>
            <a:pPr indent="0" lvl="0" marL="0" rtl="0" algn="l">
              <a:spcBef>
                <a:spcPts val="0"/>
              </a:spcBef>
              <a:spcAft>
                <a:spcPts val="0"/>
              </a:spcAft>
              <a:buNone/>
            </a:pPr>
            <a:r>
              <a:rPr lang="en" sz="2200">
                <a:latin typeface="DM Serif Display"/>
                <a:ea typeface="DM Serif Display"/>
                <a:cs typeface="DM Serif Display"/>
                <a:sym typeface="DM Serif Display"/>
              </a:rPr>
              <a:t>Photos</a:t>
            </a:r>
            <a:endParaRPr sz="2200">
              <a:latin typeface="DM Serif Display"/>
              <a:ea typeface="DM Serif Display"/>
              <a:cs typeface="DM Serif Display"/>
              <a:sym typeface="DM Serif Display"/>
            </a:endParaRPr>
          </a:p>
          <a:p>
            <a:pPr indent="-304800" lvl="0" marL="457200" marR="50800" rtl="0" algn="l">
              <a:lnSpc>
                <a:spcPct val="100000"/>
              </a:lnSpc>
              <a:spcBef>
                <a:spcPts val="0"/>
              </a:spcBef>
              <a:spcAft>
                <a:spcPts val="0"/>
              </a:spcAft>
              <a:buSzPts val="1200"/>
              <a:buChar char="●"/>
            </a:pPr>
            <a:r>
              <a:rPr lang="en" sz="1200">
                <a:uFill>
                  <a:noFill/>
                </a:uFill>
                <a:hlinkClick r:id="rId5"/>
              </a:rPr>
              <a:t>Senior woman with medical problems</a:t>
            </a:r>
            <a:endParaRPr sz="1200"/>
          </a:p>
          <a:p>
            <a:pPr indent="-304800" lvl="0" marL="457200" marR="50800" rtl="0" algn="l">
              <a:lnSpc>
                <a:spcPct val="100000"/>
              </a:lnSpc>
              <a:spcBef>
                <a:spcPts val="0"/>
              </a:spcBef>
              <a:spcAft>
                <a:spcPts val="0"/>
              </a:spcAft>
              <a:buSzPts val="1200"/>
              <a:buChar char="●"/>
            </a:pPr>
            <a:r>
              <a:rPr lang="en" sz="1200">
                <a:uFill>
                  <a:noFill/>
                </a:uFill>
                <a:hlinkClick r:id="rId6"/>
              </a:rPr>
              <a:t>Man with medical problems</a:t>
            </a:r>
            <a:endParaRPr sz="1200"/>
          </a:p>
          <a:p>
            <a:pPr indent="-304800" lvl="0" marL="457200" marR="50800" rtl="0" algn="l">
              <a:lnSpc>
                <a:spcPct val="100000"/>
              </a:lnSpc>
              <a:spcBef>
                <a:spcPts val="0"/>
              </a:spcBef>
              <a:spcAft>
                <a:spcPts val="0"/>
              </a:spcAft>
              <a:buSzPts val="1200"/>
              <a:buChar char="●"/>
            </a:pPr>
            <a:r>
              <a:rPr lang="en" sz="1200">
                <a:uFill>
                  <a:noFill/>
                </a:uFill>
                <a:hlinkClick r:id="rId7"/>
              </a:rPr>
              <a:t>Senior woman taking pills</a:t>
            </a:r>
            <a:endParaRPr sz="1200"/>
          </a:p>
          <a:p>
            <a:pPr indent="-304800" lvl="0" marL="457200" marR="50800" rtl="0" algn="l">
              <a:lnSpc>
                <a:spcPct val="100000"/>
              </a:lnSpc>
              <a:spcBef>
                <a:spcPts val="0"/>
              </a:spcBef>
              <a:spcAft>
                <a:spcPts val="0"/>
              </a:spcAft>
              <a:buSzPts val="1200"/>
              <a:buChar char="●"/>
            </a:pPr>
            <a:r>
              <a:rPr lang="en" sz="1200">
                <a:uFill>
                  <a:noFill/>
                </a:uFill>
                <a:hlinkClick r:id="rId8"/>
              </a:rPr>
              <a:t>Pills box on yellow background</a:t>
            </a:r>
            <a:endParaRPr sz="1200"/>
          </a:p>
          <a:p>
            <a:pPr indent="-304800" lvl="0" marL="457200" marR="50800" rtl="0" algn="l">
              <a:lnSpc>
                <a:spcPct val="100000"/>
              </a:lnSpc>
              <a:spcBef>
                <a:spcPts val="0"/>
              </a:spcBef>
              <a:spcAft>
                <a:spcPts val="0"/>
              </a:spcAft>
              <a:buSzPts val="1200"/>
              <a:buChar char="●"/>
            </a:pPr>
            <a:r>
              <a:rPr lang="en" sz="1200">
                <a:uFill>
                  <a:noFill/>
                </a:uFill>
                <a:hlinkClick r:id="rId9"/>
              </a:rPr>
              <a:t>Medium shot smiley man wearing coat</a:t>
            </a:r>
            <a:endParaRPr sz="1200"/>
          </a:p>
          <a:p>
            <a:pPr indent="-304800" lvl="0" marL="457200" marR="50800" rtl="0" algn="l">
              <a:lnSpc>
                <a:spcPct val="100000"/>
              </a:lnSpc>
              <a:spcBef>
                <a:spcPts val="0"/>
              </a:spcBef>
              <a:spcAft>
                <a:spcPts val="0"/>
              </a:spcAft>
              <a:buSzPts val="1200"/>
              <a:buChar char="●"/>
            </a:pPr>
            <a:r>
              <a:rPr lang="en" sz="1200">
                <a:uFill>
                  <a:noFill/>
                </a:uFill>
                <a:hlinkClick r:id="rId10"/>
              </a:rPr>
              <a:t>Front view of covid recovery center female doctor with stethoscope</a:t>
            </a:r>
            <a:endParaRPr sz="1200"/>
          </a:p>
          <a:p>
            <a:pPr indent="-304800" lvl="0" marL="457200" marR="50800" rtl="0" algn="l">
              <a:lnSpc>
                <a:spcPct val="100000"/>
              </a:lnSpc>
              <a:spcBef>
                <a:spcPts val="0"/>
              </a:spcBef>
              <a:spcAft>
                <a:spcPts val="0"/>
              </a:spcAft>
              <a:buSzPts val="1200"/>
              <a:buChar char="●"/>
            </a:pPr>
            <a:r>
              <a:rPr lang="en" sz="1200">
                <a:uFill>
                  <a:noFill/>
                </a:uFill>
                <a:hlinkClick r:id="rId11"/>
              </a:rPr>
              <a:t>Front view of female physician with stethoscope</a:t>
            </a:r>
            <a:endParaRPr sz="1200"/>
          </a:p>
          <a:p>
            <a:pPr indent="-304800" lvl="0" marL="457200" marR="50800" rtl="0" algn="l">
              <a:lnSpc>
                <a:spcPct val="100000"/>
              </a:lnSpc>
              <a:spcBef>
                <a:spcPts val="0"/>
              </a:spcBef>
              <a:spcAft>
                <a:spcPts val="0"/>
              </a:spcAft>
              <a:buSzPts val="1200"/>
              <a:buChar char="●"/>
            </a:pPr>
            <a:r>
              <a:rPr lang="en" sz="1200">
                <a:uFill>
                  <a:noFill/>
                </a:uFill>
                <a:hlinkClick r:id="rId12"/>
              </a:rPr>
              <a:t>Male nurse with arms crossed</a:t>
            </a:r>
            <a:endParaRPr sz="1200"/>
          </a:p>
          <a:p>
            <a:pPr indent="-304800" lvl="0" marL="457200" marR="50800" rtl="0" algn="l">
              <a:lnSpc>
                <a:spcPct val="100000"/>
              </a:lnSpc>
              <a:spcBef>
                <a:spcPts val="0"/>
              </a:spcBef>
              <a:spcAft>
                <a:spcPts val="0"/>
              </a:spcAft>
              <a:buSzPts val="1200"/>
              <a:buChar char="●"/>
            </a:pPr>
            <a:r>
              <a:rPr lang="en" sz="1200">
                <a:uFill>
                  <a:noFill/>
                </a:uFill>
                <a:hlinkClick r:id="rId13"/>
              </a:rPr>
              <a:t>Portrait of young female nurse standing in front of senior woman sitting on wheel chair</a:t>
            </a:r>
            <a:endParaRPr sz="2200">
              <a:latin typeface="DM Serif Display"/>
              <a:ea typeface="DM Serif Display"/>
              <a:cs typeface="DM Serif Display"/>
              <a:sym typeface="DM Serif Display"/>
            </a:endParaRPr>
          </a:p>
          <a:p>
            <a:pPr indent="-304800" lvl="0" marL="457200" marR="50800" rtl="0" algn="l">
              <a:lnSpc>
                <a:spcPct val="100000"/>
              </a:lnSpc>
              <a:spcBef>
                <a:spcPts val="0"/>
              </a:spcBef>
              <a:spcAft>
                <a:spcPts val="0"/>
              </a:spcAft>
              <a:buSzPts val="1200"/>
              <a:buChar char="●"/>
            </a:pPr>
            <a:r>
              <a:rPr lang="en" sz="1200">
                <a:uFill>
                  <a:noFill/>
                </a:uFill>
                <a:hlinkClick r:id="rId14"/>
              </a:rPr>
              <a:t>High angle minimal medicinal pills assortment</a:t>
            </a:r>
            <a:endParaRPr sz="2200"/>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6" name="Shape 1606"/>
        <p:cNvGrpSpPr/>
        <p:nvPr/>
      </p:nvGrpSpPr>
      <p:grpSpPr>
        <a:xfrm>
          <a:off x="0" y="0"/>
          <a:ext cx="0" cy="0"/>
          <a:chOff x="0" y="0"/>
          <a:chExt cx="0" cy="0"/>
        </a:xfrm>
      </p:grpSpPr>
      <p:sp>
        <p:nvSpPr>
          <p:cNvPr id="1607" name="Google Shape;1607;p12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608" name="Google Shape;1608;p120"/>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200">
                <a:latin typeface="DM Serif Display"/>
                <a:ea typeface="DM Serif Display"/>
                <a:cs typeface="DM Serif Display"/>
                <a:sym typeface="DM Serif Display"/>
              </a:rPr>
              <a:t>Photos</a:t>
            </a:r>
            <a:endParaRPr sz="2200">
              <a:latin typeface="DM Serif Display"/>
              <a:ea typeface="DM Serif Display"/>
              <a:cs typeface="DM Serif Display"/>
              <a:sym typeface="DM Serif Display"/>
            </a:endParaRPr>
          </a:p>
          <a:p>
            <a:pPr indent="-304800" lvl="0" marL="457200" marR="50800" rtl="0" algn="l">
              <a:spcBef>
                <a:spcPts val="0"/>
              </a:spcBef>
              <a:spcAft>
                <a:spcPts val="0"/>
              </a:spcAft>
              <a:buSzPts val="1200"/>
              <a:buChar char="●"/>
            </a:pPr>
            <a:r>
              <a:rPr lang="en">
                <a:solidFill>
                  <a:schemeClr val="hlink"/>
                </a:solidFill>
                <a:uFill>
                  <a:noFill/>
                </a:uFill>
                <a:hlinkClick r:id="rId3"/>
              </a:rPr>
              <a:t>Doctor holding stethoscope with copy-space</a:t>
            </a:r>
            <a:endParaRPr/>
          </a:p>
          <a:p>
            <a:pPr indent="-304800" lvl="0" marL="457200" marR="50800" rtl="0" algn="l">
              <a:spcBef>
                <a:spcPts val="0"/>
              </a:spcBef>
              <a:spcAft>
                <a:spcPts val="0"/>
              </a:spcAft>
              <a:buSzPts val="1200"/>
              <a:buChar char="●"/>
            </a:pPr>
            <a:r>
              <a:rPr lang="en">
                <a:solidFill>
                  <a:schemeClr val="hlink"/>
                </a:solidFill>
                <a:uFill>
                  <a:noFill/>
                </a:uFill>
                <a:hlinkClick r:id="rId4"/>
              </a:rPr>
              <a:t>Cheerful young doctor making notes </a:t>
            </a:r>
            <a:endParaRPr/>
          </a:p>
          <a:p>
            <a:pPr indent="-304800" lvl="0" marL="457200" marR="50800" rtl="0" algn="l">
              <a:spcBef>
                <a:spcPts val="0"/>
              </a:spcBef>
              <a:spcAft>
                <a:spcPts val="0"/>
              </a:spcAft>
              <a:buSzPts val="1200"/>
              <a:buChar char="●"/>
            </a:pPr>
            <a:r>
              <a:rPr lang="en">
                <a:solidFill>
                  <a:schemeClr val="hlink"/>
                </a:solidFill>
                <a:uFill>
                  <a:noFill/>
                </a:uFill>
                <a:hlinkClick r:id="rId5"/>
              </a:rPr>
              <a:t>Portrait of pretty doctor at the hospital</a:t>
            </a:r>
            <a:endParaRPr/>
          </a:p>
          <a:p>
            <a:pPr indent="-304800" lvl="0" marL="457200" marR="50800" rtl="0" algn="l">
              <a:spcBef>
                <a:spcPts val="0"/>
              </a:spcBef>
              <a:spcAft>
                <a:spcPts val="0"/>
              </a:spcAft>
              <a:buSzPts val="1200"/>
              <a:buChar char="●"/>
            </a:pPr>
            <a:r>
              <a:rPr lang="en">
                <a:solidFill>
                  <a:schemeClr val="hlink"/>
                </a:solidFill>
                <a:uFill>
                  <a:noFill/>
                </a:uFill>
                <a:hlinkClick r:id="rId6"/>
              </a:rPr>
              <a:t>Portrait of a doctor holding stethoscope for physical examination</a:t>
            </a:r>
            <a:endParaRPr/>
          </a:p>
          <a:p>
            <a:pPr indent="-304800" lvl="0" marL="457200" marR="50800" rtl="0" algn="l">
              <a:spcBef>
                <a:spcPts val="0"/>
              </a:spcBef>
              <a:spcAft>
                <a:spcPts val="0"/>
              </a:spcAft>
              <a:buSzPts val="1200"/>
              <a:buChar char="●"/>
            </a:pPr>
            <a:r>
              <a:rPr lang="en">
                <a:solidFill>
                  <a:schemeClr val="hlink"/>
                </a:solidFill>
                <a:uFill>
                  <a:noFill/>
                </a:uFill>
                <a:hlinkClick r:id="rId7"/>
              </a:rPr>
              <a:t>American Shot man with pain</a:t>
            </a:r>
            <a:endParaRPr/>
          </a:p>
          <a:p>
            <a:pPr indent="-304800" lvl="0" marL="457200" marR="50800" rtl="0" algn="l">
              <a:spcBef>
                <a:spcPts val="0"/>
              </a:spcBef>
              <a:spcAft>
                <a:spcPts val="0"/>
              </a:spcAft>
              <a:buSzPts val="1200"/>
              <a:buChar char="●"/>
            </a:pPr>
            <a:r>
              <a:rPr lang="en">
                <a:solidFill>
                  <a:schemeClr val="hlink"/>
                </a:solidFill>
                <a:uFill>
                  <a:noFill/>
                </a:uFill>
                <a:hlinkClick r:id="rId8"/>
              </a:rPr>
              <a:t>Young man suffering from stomach ache</a:t>
            </a:r>
            <a:endParaRPr/>
          </a:p>
          <a:p>
            <a:pPr indent="-304800" lvl="0" marL="457200" marR="50800" rtl="0" algn="l">
              <a:spcBef>
                <a:spcPts val="0"/>
              </a:spcBef>
              <a:spcAft>
                <a:spcPts val="0"/>
              </a:spcAft>
              <a:buSzPts val="1200"/>
              <a:buChar char="●"/>
            </a:pPr>
            <a:r>
              <a:rPr lang="en">
                <a:solidFill>
                  <a:schemeClr val="hlink"/>
                </a:solidFill>
                <a:uFill>
                  <a:noFill/>
                </a:uFill>
                <a:hlinkClick r:id="rId9"/>
              </a:rPr>
              <a:t>Man lying on sofa having sever stomach ache</a:t>
            </a:r>
            <a:endParaRPr/>
          </a:p>
          <a:p>
            <a:pPr indent="-304800" lvl="0" marL="457200" marR="50800" rtl="0" algn="l">
              <a:spcBef>
                <a:spcPts val="0"/>
              </a:spcBef>
              <a:spcAft>
                <a:spcPts val="0"/>
              </a:spcAft>
              <a:buSzPts val="1200"/>
              <a:buChar char="●"/>
            </a:pPr>
            <a:r>
              <a:rPr lang="en">
                <a:solidFill>
                  <a:schemeClr val="hlink"/>
                </a:solidFill>
                <a:uFill>
                  <a:noFill/>
                </a:uFill>
                <a:hlinkClick r:id="rId10"/>
              </a:rPr>
              <a:t>Doctor and old woman holding hands close-up</a:t>
            </a:r>
            <a:endParaRPr/>
          </a:p>
          <a:p>
            <a:pPr indent="-304800" lvl="0" marL="457200" marR="50800" rtl="0" algn="l">
              <a:spcBef>
                <a:spcPts val="0"/>
              </a:spcBef>
              <a:spcAft>
                <a:spcPts val="0"/>
              </a:spcAft>
              <a:buSzPts val="1200"/>
              <a:buChar char="●"/>
            </a:pPr>
            <a:r>
              <a:rPr lang="en">
                <a:solidFill>
                  <a:schemeClr val="hlink"/>
                </a:solidFill>
                <a:uFill>
                  <a:noFill/>
                </a:uFill>
                <a:hlinkClick r:id="rId11"/>
              </a:rPr>
              <a:t>Close-up of a doctor in his office discussing medical report with patient </a:t>
            </a:r>
            <a:endParaRPr/>
          </a:p>
          <a:p>
            <a:pPr indent="0" lvl="0" marL="457200" marR="50800" rtl="0" algn="l">
              <a:spcBef>
                <a:spcPts val="0"/>
              </a:spcBef>
              <a:spcAft>
                <a:spcPts val="0"/>
              </a:spcAft>
              <a:buNone/>
            </a:pPr>
            <a:r>
              <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2" name="Shape 1612"/>
        <p:cNvGrpSpPr/>
        <p:nvPr/>
      </p:nvGrpSpPr>
      <p:grpSpPr>
        <a:xfrm>
          <a:off x="0" y="0"/>
          <a:ext cx="0" cy="0"/>
          <a:chOff x="0" y="0"/>
          <a:chExt cx="0" cy="0"/>
        </a:xfrm>
      </p:grpSpPr>
      <p:sp>
        <p:nvSpPr>
          <p:cNvPr id="1613" name="Google Shape;1613;p121"/>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1614" name="Google Shape;1614;p121"/>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615" name="Google Shape;1615;p12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our blog:</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9" name="Shape 1619"/>
        <p:cNvGrpSpPr/>
        <p:nvPr/>
      </p:nvGrpSpPr>
      <p:grpSpPr>
        <a:xfrm>
          <a:off x="0" y="0"/>
          <a:ext cx="0" cy="0"/>
          <a:chOff x="0" y="0"/>
          <a:chExt cx="0" cy="0"/>
        </a:xfrm>
      </p:grpSpPr>
      <p:sp>
        <p:nvSpPr>
          <p:cNvPr id="1620" name="Google Shape;1620;p122"/>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1621" name="Google Shape;1621;p122"/>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1622" name="Google Shape;1622;p122"/>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our blog:</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6" name="Shape 1626"/>
        <p:cNvGrpSpPr/>
        <p:nvPr/>
      </p:nvGrpSpPr>
      <p:grpSpPr>
        <a:xfrm>
          <a:off x="0" y="0"/>
          <a:ext cx="0" cy="0"/>
          <a:chOff x="0" y="0"/>
          <a:chExt cx="0" cy="0"/>
        </a:xfrm>
      </p:grpSpPr>
      <p:sp>
        <p:nvSpPr>
          <p:cNvPr id="1627" name="Google Shape;1627;p123"/>
          <p:cNvSpPr txBox="1"/>
          <p:nvPr>
            <p:ph idx="4294967295" type="title"/>
          </p:nvPr>
        </p:nvSpPr>
        <p:spPr>
          <a:xfrm>
            <a:off x="1048350" y="71528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628" name="Google Shape;1628;p123"/>
          <p:cNvSpPr txBox="1"/>
          <p:nvPr>
            <p:ph idx="4294967295" type="body"/>
          </p:nvPr>
        </p:nvSpPr>
        <p:spPr>
          <a:xfrm>
            <a:off x="1048350" y="1218754"/>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629" name="Google Shape;1629;p123"/>
          <p:cNvSpPr txBox="1"/>
          <p:nvPr>
            <p:ph idx="4294967295" type="body"/>
          </p:nvPr>
        </p:nvSpPr>
        <p:spPr>
          <a:xfrm>
            <a:off x="1048350" y="1679928"/>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DM Serif Display</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https://fonts.google.com/specimen/DM+Serif+Display</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Karla</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https://fonts.google.com/specimen/Karla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630" name="Google Shape;1630;p123"/>
          <p:cNvGrpSpPr/>
          <p:nvPr/>
        </p:nvGrpSpPr>
        <p:grpSpPr>
          <a:xfrm>
            <a:off x="3114463" y="3345854"/>
            <a:ext cx="2915050" cy="754200"/>
            <a:chOff x="2583563" y="3345854"/>
            <a:chExt cx="2915050" cy="754200"/>
          </a:xfrm>
        </p:grpSpPr>
        <p:grpSp>
          <p:nvGrpSpPr>
            <p:cNvPr id="1631" name="Google Shape;1631;p123"/>
            <p:cNvGrpSpPr/>
            <p:nvPr/>
          </p:nvGrpSpPr>
          <p:grpSpPr>
            <a:xfrm>
              <a:off x="3645388" y="3345854"/>
              <a:ext cx="791400" cy="754200"/>
              <a:chOff x="3645388" y="3345854"/>
              <a:chExt cx="791400" cy="754200"/>
            </a:xfrm>
          </p:grpSpPr>
          <p:sp>
            <p:nvSpPr>
              <p:cNvPr id="1632" name="Google Shape;1632;p123"/>
              <p:cNvSpPr/>
              <p:nvPr/>
            </p:nvSpPr>
            <p:spPr>
              <a:xfrm>
                <a:off x="3645388" y="3345854"/>
                <a:ext cx="791400" cy="754200"/>
              </a:xfrm>
              <a:prstGeom prst="roundRect">
                <a:avLst>
                  <a:gd fmla="val 16667" name="adj"/>
                </a:avLst>
              </a:prstGeom>
              <a:solidFill>
                <a:srgbClr val="FFFFFF"/>
              </a:solidFill>
              <a:ln cap="flat" cmpd="sng" w="9525">
                <a:solidFill>
                  <a:srgbClr val="5959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23"/>
              <p:cNvSpPr txBox="1"/>
              <p:nvPr/>
            </p:nvSpPr>
            <p:spPr>
              <a:xfrm>
                <a:off x="3645388" y="350290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595959"/>
                    </a:solidFill>
                  </a:rPr>
                  <a:t>#ffffff</a:t>
                </a:r>
                <a:endParaRPr sz="1000">
                  <a:solidFill>
                    <a:srgbClr val="595959"/>
                  </a:solidFill>
                </a:endParaRPr>
              </a:p>
            </p:txBody>
          </p:sp>
        </p:grpSp>
        <p:grpSp>
          <p:nvGrpSpPr>
            <p:cNvPr id="1634" name="Google Shape;1634;p123"/>
            <p:cNvGrpSpPr/>
            <p:nvPr/>
          </p:nvGrpSpPr>
          <p:grpSpPr>
            <a:xfrm>
              <a:off x="4707207" y="3345854"/>
              <a:ext cx="791405" cy="754200"/>
              <a:chOff x="4707207" y="3345854"/>
              <a:chExt cx="791405" cy="754200"/>
            </a:xfrm>
          </p:grpSpPr>
          <p:sp>
            <p:nvSpPr>
              <p:cNvPr id="1635" name="Google Shape;1635;p123"/>
              <p:cNvSpPr/>
              <p:nvPr/>
            </p:nvSpPr>
            <p:spPr>
              <a:xfrm>
                <a:off x="4707207" y="3345854"/>
                <a:ext cx="791400" cy="754200"/>
              </a:xfrm>
              <a:prstGeom prst="roundRect">
                <a:avLst>
                  <a:gd fmla="val 16667" name="adj"/>
                </a:avLst>
              </a:prstGeom>
              <a:solidFill>
                <a:srgbClr val="8866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23"/>
              <p:cNvSpPr txBox="1"/>
              <p:nvPr/>
            </p:nvSpPr>
            <p:spPr>
              <a:xfrm>
                <a:off x="4707213" y="350290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#88664a</a:t>
                </a:r>
                <a:endParaRPr sz="1000">
                  <a:solidFill>
                    <a:srgbClr val="FFFFFF"/>
                  </a:solidFill>
                </a:endParaRPr>
              </a:p>
            </p:txBody>
          </p:sp>
        </p:grpSp>
        <p:grpSp>
          <p:nvGrpSpPr>
            <p:cNvPr id="1637" name="Google Shape;1637;p123"/>
            <p:cNvGrpSpPr/>
            <p:nvPr/>
          </p:nvGrpSpPr>
          <p:grpSpPr>
            <a:xfrm>
              <a:off x="2583563" y="3345854"/>
              <a:ext cx="791400" cy="754200"/>
              <a:chOff x="2583563" y="3345854"/>
              <a:chExt cx="791400" cy="754200"/>
            </a:xfrm>
          </p:grpSpPr>
          <p:sp>
            <p:nvSpPr>
              <p:cNvPr id="1638" name="Google Shape;1638;p123"/>
              <p:cNvSpPr/>
              <p:nvPr/>
            </p:nvSpPr>
            <p:spPr>
              <a:xfrm>
                <a:off x="2583563" y="3345854"/>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23"/>
              <p:cNvSpPr txBox="1"/>
              <p:nvPr/>
            </p:nvSpPr>
            <p:spPr>
              <a:xfrm>
                <a:off x="2583563" y="350290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gr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3" name="Shape 1643"/>
        <p:cNvGrpSpPr/>
        <p:nvPr/>
      </p:nvGrpSpPr>
      <p:grpSpPr>
        <a:xfrm>
          <a:off x="0" y="0"/>
          <a:ext cx="0" cy="0"/>
          <a:chOff x="0" y="0"/>
          <a:chExt cx="0" cy="0"/>
        </a:xfrm>
      </p:grpSpPr>
      <p:sp>
        <p:nvSpPr>
          <p:cNvPr id="1644" name="Google Shape;1644;p124"/>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1645" name="Google Shape;1645;p124"/>
          <p:cNvSpPr txBox="1"/>
          <p:nvPr/>
        </p:nvSpPr>
        <p:spPr>
          <a:xfrm>
            <a:off x="1048350" y="1170000"/>
            <a:ext cx="7047300" cy="772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646" name="Google Shape;1646;p124"/>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647" name="Google Shape;1647;p12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648" name="Google Shape;1648;p12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649" name="Google Shape;1649;p12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650" name="Google Shape;1650;p12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651" name="Google Shape;1651;p12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652" name="Google Shape;1652;p124"/>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653" name="Google Shape;1653;p124"/>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654" name="Google Shape;1654;p124"/>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655" name="Google Shape;1655;p12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9" name="Shape 1659"/>
        <p:cNvGrpSpPr/>
        <p:nvPr/>
      </p:nvGrpSpPr>
      <p:grpSpPr>
        <a:xfrm>
          <a:off x="0" y="0"/>
          <a:ext cx="0" cy="0"/>
          <a:chOff x="0" y="0"/>
          <a:chExt cx="0" cy="0"/>
        </a:xfrm>
      </p:grpSpPr>
      <p:sp>
        <p:nvSpPr>
          <p:cNvPr id="1660" name="Google Shape;1660;p125"/>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661" name="Google Shape;1661;p125"/>
          <p:cNvGrpSpPr/>
          <p:nvPr/>
        </p:nvGrpSpPr>
        <p:grpSpPr>
          <a:xfrm>
            <a:off x="5156078" y="3085736"/>
            <a:ext cx="474294" cy="551291"/>
            <a:chOff x="4727025" y="1332775"/>
            <a:chExt cx="59900" cy="69625"/>
          </a:xfrm>
        </p:grpSpPr>
        <p:sp>
          <p:nvSpPr>
            <p:cNvPr id="1662" name="Google Shape;1662;p12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2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125"/>
          <p:cNvGrpSpPr/>
          <p:nvPr/>
        </p:nvGrpSpPr>
        <p:grpSpPr>
          <a:xfrm>
            <a:off x="5769734" y="2314340"/>
            <a:ext cx="555653" cy="557031"/>
            <a:chOff x="4820425" y="1329900"/>
            <a:chExt cx="70175" cy="70350"/>
          </a:xfrm>
        </p:grpSpPr>
        <p:sp>
          <p:nvSpPr>
            <p:cNvPr id="1665" name="Google Shape;1665;p12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2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2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2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125"/>
          <p:cNvGrpSpPr/>
          <p:nvPr/>
        </p:nvGrpSpPr>
        <p:grpSpPr>
          <a:xfrm>
            <a:off x="6396103" y="2318845"/>
            <a:ext cx="582574" cy="533871"/>
            <a:chOff x="4903200" y="1331525"/>
            <a:chExt cx="73575" cy="67425"/>
          </a:xfrm>
        </p:grpSpPr>
        <p:sp>
          <p:nvSpPr>
            <p:cNvPr id="1670" name="Google Shape;1670;p12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2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125"/>
          <p:cNvGrpSpPr/>
          <p:nvPr/>
        </p:nvGrpSpPr>
        <p:grpSpPr>
          <a:xfrm>
            <a:off x="5755581" y="3078709"/>
            <a:ext cx="583960" cy="565345"/>
            <a:chOff x="4815575" y="1416800"/>
            <a:chExt cx="73750" cy="71400"/>
          </a:xfrm>
        </p:grpSpPr>
        <p:sp>
          <p:nvSpPr>
            <p:cNvPr id="1673" name="Google Shape;1673;p12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2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2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125"/>
          <p:cNvGrpSpPr/>
          <p:nvPr/>
        </p:nvGrpSpPr>
        <p:grpSpPr>
          <a:xfrm>
            <a:off x="6390362" y="3108896"/>
            <a:ext cx="589898" cy="504970"/>
            <a:chOff x="4902475" y="1418875"/>
            <a:chExt cx="74500" cy="63775"/>
          </a:xfrm>
        </p:grpSpPr>
        <p:sp>
          <p:nvSpPr>
            <p:cNvPr id="1677" name="Google Shape;1677;p12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2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125"/>
          <p:cNvGrpSpPr/>
          <p:nvPr/>
        </p:nvGrpSpPr>
        <p:grpSpPr>
          <a:xfrm>
            <a:off x="5765577" y="3826000"/>
            <a:ext cx="563967" cy="567127"/>
            <a:chOff x="4818100" y="1507675"/>
            <a:chExt cx="71225" cy="71625"/>
          </a:xfrm>
        </p:grpSpPr>
        <p:sp>
          <p:nvSpPr>
            <p:cNvPr id="1680" name="Google Shape;1680;p12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2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2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2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125"/>
          <p:cNvGrpSpPr/>
          <p:nvPr/>
        </p:nvGrpSpPr>
        <p:grpSpPr>
          <a:xfrm>
            <a:off x="5079075" y="3829461"/>
            <a:ext cx="628301" cy="588505"/>
            <a:chOff x="4721450" y="1509475"/>
            <a:chExt cx="79350" cy="74325"/>
          </a:xfrm>
        </p:grpSpPr>
        <p:sp>
          <p:nvSpPr>
            <p:cNvPr id="1685" name="Google Shape;1685;p12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2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2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2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125"/>
          <p:cNvGrpSpPr/>
          <p:nvPr/>
        </p:nvGrpSpPr>
        <p:grpSpPr>
          <a:xfrm>
            <a:off x="6424608" y="3814027"/>
            <a:ext cx="557038" cy="562772"/>
            <a:chOff x="4906800" y="1507500"/>
            <a:chExt cx="70350" cy="71075"/>
          </a:xfrm>
        </p:grpSpPr>
        <p:sp>
          <p:nvSpPr>
            <p:cNvPr id="1690" name="Google Shape;1690;p12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2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2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2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2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125"/>
          <p:cNvGrpSpPr/>
          <p:nvPr/>
        </p:nvGrpSpPr>
        <p:grpSpPr>
          <a:xfrm>
            <a:off x="4462216" y="2340963"/>
            <a:ext cx="517934" cy="517934"/>
            <a:chOff x="3736598" y="2170606"/>
            <a:chExt cx="404889" cy="404889"/>
          </a:xfrm>
        </p:grpSpPr>
        <p:sp>
          <p:nvSpPr>
            <p:cNvPr id="1696" name="Google Shape;1696;p12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2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2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2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125"/>
          <p:cNvGrpSpPr/>
          <p:nvPr/>
        </p:nvGrpSpPr>
        <p:grpSpPr>
          <a:xfrm>
            <a:off x="3729277" y="2341061"/>
            <a:ext cx="586986" cy="517740"/>
            <a:chOff x="3161917" y="2170682"/>
            <a:chExt cx="458870" cy="404737"/>
          </a:xfrm>
        </p:grpSpPr>
        <p:sp>
          <p:nvSpPr>
            <p:cNvPr id="1701" name="Google Shape;1701;p12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2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2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125"/>
          <p:cNvGrpSpPr/>
          <p:nvPr/>
        </p:nvGrpSpPr>
        <p:grpSpPr>
          <a:xfrm>
            <a:off x="3752299" y="3102400"/>
            <a:ext cx="540943" cy="517963"/>
            <a:chOff x="3179914" y="2889488"/>
            <a:chExt cx="422876" cy="404911"/>
          </a:xfrm>
        </p:grpSpPr>
        <p:sp>
          <p:nvSpPr>
            <p:cNvPr id="1705" name="Google Shape;1705;p12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2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2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2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2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2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125"/>
          <p:cNvGrpSpPr/>
          <p:nvPr/>
        </p:nvGrpSpPr>
        <p:grpSpPr>
          <a:xfrm>
            <a:off x="4453093" y="3102358"/>
            <a:ext cx="536180" cy="518047"/>
            <a:chOff x="3729467" y="2889422"/>
            <a:chExt cx="419153" cy="404977"/>
          </a:xfrm>
        </p:grpSpPr>
        <p:sp>
          <p:nvSpPr>
            <p:cNvPr id="1712" name="Google Shape;1712;p12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2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2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2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2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2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2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125"/>
          <p:cNvGrpSpPr/>
          <p:nvPr/>
        </p:nvGrpSpPr>
        <p:grpSpPr>
          <a:xfrm>
            <a:off x="1990126" y="3445787"/>
            <a:ext cx="965351" cy="134611"/>
            <a:chOff x="4411970" y="2962952"/>
            <a:chExt cx="706544" cy="104212"/>
          </a:xfrm>
        </p:grpSpPr>
        <p:sp>
          <p:nvSpPr>
            <p:cNvPr id="1720" name="Google Shape;1720;p12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2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2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2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125"/>
          <p:cNvGrpSpPr/>
          <p:nvPr/>
        </p:nvGrpSpPr>
        <p:grpSpPr>
          <a:xfrm>
            <a:off x="1990126" y="3041077"/>
            <a:ext cx="960158" cy="289172"/>
            <a:chOff x="4411970" y="2726085"/>
            <a:chExt cx="643107" cy="193659"/>
          </a:xfrm>
        </p:grpSpPr>
        <p:sp>
          <p:nvSpPr>
            <p:cNvPr id="1725" name="Google Shape;1725;p12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2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2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125"/>
          <p:cNvGrpSpPr/>
          <p:nvPr/>
        </p:nvGrpSpPr>
        <p:grpSpPr>
          <a:xfrm>
            <a:off x="998624" y="3295400"/>
            <a:ext cx="811503" cy="252584"/>
            <a:chOff x="4411970" y="4340222"/>
            <a:chExt cx="779467" cy="242683"/>
          </a:xfrm>
        </p:grpSpPr>
        <p:sp>
          <p:nvSpPr>
            <p:cNvPr id="1729" name="Google Shape;1729;p12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2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2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125"/>
          <p:cNvGrpSpPr/>
          <p:nvPr/>
        </p:nvGrpSpPr>
        <p:grpSpPr>
          <a:xfrm>
            <a:off x="1990126" y="2709308"/>
            <a:ext cx="965160" cy="216230"/>
            <a:chOff x="4411970" y="2468674"/>
            <a:chExt cx="747317" cy="167425"/>
          </a:xfrm>
        </p:grpSpPr>
        <p:sp>
          <p:nvSpPr>
            <p:cNvPr id="1733" name="Google Shape;1733;p12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2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 name="Google Shape;1735;p12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6" name="Google Shape;1736;p125"/>
          <p:cNvGrpSpPr/>
          <p:nvPr/>
        </p:nvGrpSpPr>
        <p:grpSpPr>
          <a:xfrm>
            <a:off x="997692" y="2334687"/>
            <a:ext cx="1959041" cy="208784"/>
            <a:chOff x="6336019" y="3733725"/>
            <a:chExt cx="2566206" cy="351310"/>
          </a:xfrm>
        </p:grpSpPr>
        <p:sp>
          <p:nvSpPr>
            <p:cNvPr id="1737" name="Google Shape;1737;p12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2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2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2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125"/>
          <p:cNvGrpSpPr/>
          <p:nvPr/>
        </p:nvGrpSpPr>
        <p:grpSpPr>
          <a:xfrm>
            <a:off x="1990126" y="3950602"/>
            <a:ext cx="946551" cy="153200"/>
            <a:chOff x="4404545" y="3301592"/>
            <a:chExt cx="782403" cy="129272"/>
          </a:xfrm>
        </p:grpSpPr>
        <p:sp>
          <p:nvSpPr>
            <p:cNvPr id="1742" name="Google Shape;1742;p12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2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125"/>
          <p:cNvGrpSpPr/>
          <p:nvPr/>
        </p:nvGrpSpPr>
        <p:grpSpPr>
          <a:xfrm>
            <a:off x="1990126" y="3695937"/>
            <a:ext cx="962257" cy="139127"/>
            <a:chOff x="4411970" y="3131459"/>
            <a:chExt cx="710520" cy="117397"/>
          </a:xfrm>
        </p:grpSpPr>
        <p:sp>
          <p:nvSpPr>
            <p:cNvPr id="1745" name="Google Shape;1745;p12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2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747" name="Google Shape;1747;p12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8" name="Google Shape;1748;p125"/>
          <p:cNvGrpSpPr/>
          <p:nvPr/>
        </p:nvGrpSpPr>
        <p:grpSpPr>
          <a:xfrm>
            <a:off x="990271" y="3621603"/>
            <a:ext cx="823838" cy="458988"/>
            <a:chOff x="4411970" y="1801825"/>
            <a:chExt cx="734586" cy="409262"/>
          </a:xfrm>
        </p:grpSpPr>
        <p:sp>
          <p:nvSpPr>
            <p:cNvPr id="1749" name="Google Shape;1749;p12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2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125"/>
          <p:cNvGrpSpPr/>
          <p:nvPr/>
        </p:nvGrpSpPr>
        <p:grpSpPr>
          <a:xfrm>
            <a:off x="3095243" y="2339173"/>
            <a:ext cx="521514" cy="521514"/>
            <a:chOff x="5681300" y="2527788"/>
            <a:chExt cx="805800" cy="805800"/>
          </a:xfrm>
        </p:grpSpPr>
        <p:sp>
          <p:nvSpPr>
            <p:cNvPr id="1752" name="Google Shape;1752;p12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2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125"/>
          <p:cNvGrpSpPr/>
          <p:nvPr/>
        </p:nvGrpSpPr>
        <p:grpSpPr>
          <a:xfrm>
            <a:off x="3089483" y="3094865"/>
            <a:ext cx="533033" cy="533033"/>
            <a:chOff x="4049800" y="640400"/>
            <a:chExt cx="858900" cy="858900"/>
          </a:xfrm>
        </p:grpSpPr>
        <p:sp>
          <p:nvSpPr>
            <p:cNvPr id="1755" name="Google Shape;1755;p12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2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125"/>
          <p:cNvGrpSpPr/>
          <p:nvPr/>
        </p:nvGrpSpPr>
        <p:grpSpPr>
          <a:xfrm>
            <a:off x="3014966" y="3772543"/>
            <a:ext cx="682068" cy="682068"/>
            <a:chOff x="5080188" y="927900"/>
            <a:chExt cx="961200" cy="961200"/>
          </a:xfrm>
        </p:grpSpPr>
        <p:sp>
          <p:nvSpPr>
            <p:cNvPr id="1758" name="Google Shape;1758;p12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2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2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2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2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2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2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2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125"/>
          <p:cNvGrpSpPr/>
          <p:nvPr/>
        </p:nvGrpSpPr>
        <p:grpSpPr>
          <a:xfrm>
            <a:off x="4478465" y="3869234"/>
            <a:ext cx="505650" cy="504006"/>
            <a:chOff x="6039282" y="1042577"/>
            <a:chExt cx="734315" cy="731929"/>
          </a:xfrm>
        </p:grpSpPr>
        <p:sp>
          <p:nvSpPr>
            <p:cNvPr id="1767" name="Google Shape;1767;p12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2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2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2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2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2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2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2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2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2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2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2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2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2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2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2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2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2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2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2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2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125"/>
          <p:cNvGrpSpPr/>
          <p:nvPr/>
        </p:nvGrpSpPr>
        <p:grpSpPr>
          <a:xfrm>
            <a:off x="5091067" y="2298862"/>
            <a:ext cx="567744" cy="602136"/>
            <a:chOff x="1825800" y="1651625"/>
            <a:chExt cx="539989" cy="571775"/>
          </a:xfrm>
        </p:grpSpPr>
        <p:sp>
          <p:nvSpPr>
            <p:cNvPr id="1789" name="Google Shape;1789;p12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2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2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2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125"/>
          <p:cNvGrpSpPr/>
          <p:nvPr/>
        </p:nvGrpSpPr>
        <p:grpSpPr>
          <a:xfrm>
            <a:off x="3765995" y="3855579"/>
            <a:ext cx="508123" cy="507955"/>
            <a:chOff x="1897577" y="2802432"/>
            <a:chExt cx="492176" cy="492014"/>
          </a:xfrm>
        </p:grpSpPr>
        <p:sp>
          <p:nvSpPr>
            <p:cNvPr id="1794" name="Google Shape;1794;p12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2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2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2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2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2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2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2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2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2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2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2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 name="Google Shape;1806;p125"/>
          <p:cNvGrpSpPr/>
          <p:nvPr/>
        </p:nvGrpSpPr>
        <p:grpSpPr>
          <a:xfrm>
            <a:off x="997525" y="4169123"/>
            <a:ext cx="809227" cy="200842"/>
            <a:chOff x="2013045" y="4813233"/>
            <a:chExt cx="921986" cy="228854"/>
          </a:xfrm>
        </p:grpSpPr>
        <p:sp>
          <p:nvSpPr>
            <p:cNvPr id="1807" name="Google Shape;1807;p12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2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 name="Google Shape;1809;p125"/>
          <p:cNvGrpSpPr/>
          <p:nvPr/>
        </p:nvGrpSpPr>
        <p:grpSpPr>
          <a:xfrm>
            <a:off x="1005985" y="2656004"/>
            <a:ext cx="792421" cy="269941"/>
            <a:chOff x="1046767" y="4756633"/>
            <a:chExt cx="859646" cy="292841"/>
          </a:xfrm>
        </p:grpSpPr>
        <p:sp>
          <p:nvSpPr>
            <p:cNvPr id="1810" name="Google Shape;1810;p12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2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2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 name="Google Shape;1813;p12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2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2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2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 name="Google Shape;1817;p125"/>
          <p:cNvGrpSpPr/>
          <p:nvPr/>
        </p:nvGrpSpPr>
        <p:grpSpPr>
          <a:xfrm>
            <a:off x="7141841" y="2550562"/>
            <a:ext cx="166473" cy="141497"/>
            <a:chOff x="4660325" y="1866850"/>
            <a:chExt cx="68350" cy="58100"/>
          </a:xfrm>
        </p:grpSpPr>
        <p:sp>
          <p:nvSpPr>
            <p:cNvPr id="1818" name="Google Shape;1818;p12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2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125"/>
          <p:cNvGrpSpPr/>
          <p:nvPr/>
        </p:nvGrpSpPr>
        <p:grpSpPr>
          <a:xfrm>
            <a:off x="7451186" y="2576286"/>
            <a:ext cx="162515" cy="90049"/>
            <a:chOff x="4791775" y="1877500"/>
            <a:chExt cx="66725" cy="36975"/>
          </a:xfrm>
        </p:grpSpPr>
        <p:sp>
          <p:nvSpPr>
            <p:cNvPr id="1821" name="Google Shape;1821;p12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2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125"/>
          <p:cNvGrpSpPr/>
          <p:nvPr/>
        </p:nvGrpSpPr>
        <p:grpSpPr>
          <a:xfrm>
            <a:off x="7772899" y="2576286"/>
            <a:ext cx="144979" cy="90049"/>
            <a:chOff x="4923925" y="1877500"/>
            <a:chExt cx="59525" cy="36975"/>
          </a:xfrm>
        </p:grpSpPr>
        <p:sp>
          <p:nvSpPr>
            <p:cNvPr id="1824" name="Google Shape;1824;p12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2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125"/>
          <p:cNvGrpSpPr/>
          <p:nvPr/>
        </p:nvGrpSpPr>
        <p:grpSpPr>
          <a:xfrm>
            <a:off x="8067390" y="2558477"/>
            <a:ext cx="141447" cy="125667"/>
            <a:chOff x="5058450" y="1870100"/>
            <a:chExt cx="58075" cy="51600"/>
          </a:xfrm>
        </p:grpSpPr>
        <p:sp>
          <p:nvSpPr>
            <p:cNvPr id="1827" name="Google Shape;1827;p12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2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 name="Google Shape;1829;p125"/>
          <p:cNvGrpSpPr/>
          <p:nvPr/>
        </p:nvGrpSpPr>
        <p:grpSpPr>
          <a:xfrm>
            <a:off x="7481905" y="2980885"/>
            <a:ext cx="101077" cy="107645"/>
            <a:chOff x="4811425" y="2065025"/>
            <a:chExt cx="41500" cy="44200"/>
          </a:xfrm>
        </p:grpSpPr>
        <p:sp>
          <p:nvSpPr>
            <p:cNvPr id="1830" name="Google Shape;1830;p12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2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125"/>
          <p:cNvGrpSpPr/>
          <p:nvPr/>
        </p:nvGrpSpPr>
        <p:grpSpPr>
          <a:xfrm>
            <a:off x="7774342" y="2981098"/>
            <a:ext cx="120867" cy="107218"/>
            <a:chOff x="4929875" y="2065025"/>
            <a:chExt cx="49625" cy="44025"/>
          </a:xfrm>
        </p:grpSpPr>
        <p:sp>
          <p:nvSpPr>
            <p:cNvPr id="1833" name="Google Shape;1833;p12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2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125"/>
          <p:cNvGrpSpPr/>
          <p:nvPr/>
        </p:nvGrpSpPr>
        <p:grpSpPr>
          <a:xfrm>
            <a:off x="8103011" y="2984112"/>
            <a:ext cx="70206" cy="101191"/>
            <a:chOff x="5083925" y="2066350"/>
            <a:chExt cx="28825" cy="41550"/>
          </a:xfrm>
        </p:grpSpPr>
        <p:sp>
          <p:nvSpPr>
            <p:cNvPr id="1836" name="Google Shape;1836;p12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2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125"/>
          <p:cNvGrpSpPr/>
          <p:nvPr/>
        </p:nvGrpSpPr>
        <p:grpSpPr>
          <a:xfrm>
            <a:off x="7134565" y="2999759"/>
            <a:ext cx="181026" cy="69896"/>
            <a:chOff x="4659775" y="2072775"/>
            <a:chExt cx="74325" cy="28700"/>
          </a:xfrm>
        </p:grpSpPr>
        <p:sp>
          <p:nvSpPr>
            <p:cNvPr id="1839" name="Google Shape;1839;p12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2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2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125"/>
          <p:cNvGrpSpPr/>
          <p:nvPr/>
        </p:nvGrpSpPr>
        <p:grpSpPr>
          <a:xfrm>
            <a:off x="8054421" y="2790324"/>
            <a:ext cx="167387" cy="89197"/>
            <a:chOff x="4662475" y="1976500"/>
            <a:chExt cx="68725" cy="36625"/>
          </a:xfrm>
        </p:grpSpPr>
        <p:sp>
          <p:nvSpPr>
            <p:cNvPr id="1843" name="Google Shape;1843;p12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2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2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125"/>
          <p:cNvGrpSpPr/>
          <p:nvPr/>
        </p:nvGrpSpPr>
        <p:grpSpPr>
          <a:xfrm>
            <a:off x="7751326" y="2793764"/>
            <a:ext cx="166899" cy="82317"/>
            <a:chOff x="4920150" y="1977875"/>
            <a:chExt cx="68525" cy="33800"/>
          </a:xfrm>
        </p:grpSpPr>
        <p:sp>
          <p:nvSpPr>
            <p:cNvPr id="1847" name="Google Shape;1847;p12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2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2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 name="Google Shape;1850;p125"/>
          <p:cNvGrpSpPr/>
          <p:nvPr/>
        </p:nvGrpSpPr>
        <p:grpSpPr>
          <a:xfrm>
            <a:off x="7162483" y="3197682"/>
            <a:ext cx="125190" cy="127859"/>
            <a:chOff x="4676550" y="2160575"/>
            <a:chExt cx="51400" cy="52500"/>
          </a:xfrm>
        </p:grpSpPr>
        <p:sp>
          <p:nvSpPr>
            <p:cNvPr id="1851" name="Google Shape;1851;p12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2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2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 name="Google Shape;1854;p125"/>
          <p:cNvGrpSpPr/>
          <p:nvPr/>
        </p:nvGrpSpPr>
        <p:grpSpPr>
          <a:xfrm>
            <a:off x="7459741" y="3204714"/>
            <a:ext cx="145405" cy="113794"/>
            <a:chOff x="4768325" y="2163475"/>
            <a:chExt cx="59700" cy="46725"/>
          </a:xfrm>
        </p:grpSpPr>
        <p:sp>
          <p:nvSpPr>
            <p:cNvPr id="1855" name="Google Shape;1855;p12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2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7" name="Google Shape;1857;p12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2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2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2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2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2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3" name="Google Shape;1863;p125"/>
          <p:cNvGrpSpPr/>
          <p:nvPr/>
        </p:nvGrpSpPr>
        <p:grpSpPr>
          <a:xfrm>
            <a:off x="7476059" y="3459808"/>
            <a:ext cx="112768" cy="106853"/>
            <a:chOff x="4768575" y="2253950"/>
            <a:chExt cx="46300" cy="43875"/>
          </a:xfrm>
        </p:grpSpPr>
        <p:sp>
          <p:nvSpPr>
            <p:cNvPr id="1864" name="Google Shape;1864;p12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2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125"/>
          <p:cNvGrpSpPr/>
          <p:nvPr/>
        </p:nvGrpSpPr>
        <p:grpSpPr>
          <a:xfrm>
            <a:off x="7775682" y="3948834"/>
            <a:ext cx="118187" cy="146246"/>
            <a:chOff x="4960900" y="2433225"/>
            <a:chExt cx="48525" cy="60050"/>
          </a:xfrm>
        </p:grpSpPr>
        <p:sp>
          <p:nvSpPr>
            <p:cNvPr id="1867" name="Google Shape;1867;p12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2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125"/>
          <p:cNvGrpSpPr/>
          <p:nvPr/>
        </p:nvGrpSpPr>
        <p:grpSpPr>
          <a:xfrm>
            <a:off x="7464247" y="4212895"/>
            <a:ext cx="136394" cy="143810"/>
            <a:chOff x="4854075" y="2527625"/>
            <a:chExt cx="56000" cy="59050"/>
          </a:xfrm>
        </p:grpSpPr>
        <p:sp>
          <p:nvSpPr>
            <p:cNvPr id="1870" name="Google Shape;1870;p12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2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2" name="Google Shape;1872;p12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2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2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5" name="Google Shape;1875;p125"/>
          <p:cNvGrpSpPr/>
          <p:nvPr/>
        </p:nvGrpSpPr>
        <p:grpSpPr>
          <a:xfrm>
            <a:off x="8088458" y="3676639"/>
            <a:ext cx="99312" cy="160797"/>
            <a:chOff x="5059700" y="2334775"/>
            <a:chExt cx="40775" cy="66025"/>
          </a:xfrm>
        </p:grpSpPr>
        <p:sp>
          <p:nvSpPr>
            <p:cNvPr id="1876" name="Google Shape;1876;p12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2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2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2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2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2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2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2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2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125"/>
          <p:cNvGrpSpPr/>
          <p:nvPr/>
        </p:nvGrpSpPr>
        <p:grpSpPr>
          <a:xfrm>
            <a:off x="8045622" y="3941771"/>
            <a:ext cx="184984" cy="160371"/>
            <a:chOff x="5037700" y="2430325"/>
            <a:chExt cx="75950" cy="65850"/>
          </a:xfrm>
        </p:grpSpPr>
        <p:sp>
          <p:nvSpPr>
            <p:cNvPr id="1886" name="Google Shape;1886;p12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2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125"/>
          <p:cNvGrpSpPr/>
          <p:nvPr/>
        </p:nvGrpSpPr>
        <p:grpSpPr>
          <a:xfrm>
            <a:off x="7465128" y="3708223"/>
            <a:ext cx="173014" cy="97629"/>
            <a:chOff x="4756975" y="2341800"/>
            <a:chExt cx="91975" cy="51925"/>
          </a:xfrm>
        </p:grpSpPr>
        <p:sp>
          <p:nvSpPr>
            <p:cNvPr id="1889" name="Google Shape;1889;p12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2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2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2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2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2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2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2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2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2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2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2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2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12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2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2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2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2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2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2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 name="Google Shape;1909;p125"/>
          <p:cNvGrpSpPr/>
          <p:nvPr/>
        </p:nvGrpSpPr>
        <p:grpSpPr>
          <a:xfrm>
            <a:off x="7732065" y="4196920"/>
            <a:ext cx="212497" cy="175761"/>
            <a:chOff x="4943575" y="2516350"/>
            <a:chExt cx="98675" cy="81700"/>
          </a:xfrm>
        </p:grpSpPr>
        <p:sp>
          <p:nvSpPr>
            <p:cNvPr id="1910" name="Google Shape;1910;p12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2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2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2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2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2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2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2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2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2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2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2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2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2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2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12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2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2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2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2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2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2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2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2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2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2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2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2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2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2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2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2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2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2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2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2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2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2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2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2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2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2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2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2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2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2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2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2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2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2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2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2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2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2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2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2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2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2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2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2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2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2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2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2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2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2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2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2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2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2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2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2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2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2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2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2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2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2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8" name="Google Shape;1988;p12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2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2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2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2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latin typeface="Arial"/>
              <a:ea typeface="Arial"/>
              <a:cs typeface="Arial"/>
              <a:sym typeface="Arial"/>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6" name="Shape 1996"/>
        <p:cNvGrpSpPr/>
        <p:nvPr/>
      </p:nvGrpSpPr>
      <p:grpSpPr>
        <a:xfrm>
          <a:off x="0" y="0"/>
          <a:ext cx="0" cy="0"/>
          <a:chOff x="0" y="0"/>
          <a:chExt cx="0" cy="0"/>
        </a:xfrm>
      </p:grpSpPr>
      <p:grpSp>
        <p:nvGrpSpPr>
          <p:cNvPr id="1997" name="Google Shape;1997;p126"/>
          <p:cNvGrpSpPr/>
          <p:nvPr/>
        </p:nvGrpSpPr>
        <p:grpSpPr>
          <a:xfrm>
            <a:off x="3642951" y="1176740"/>
            <a:ext cx="2078182" cy="1366558"/>
            <a:chOff x="235800" y="830650"/>
            <a:chExt cx="6978450" cy="4588844"/>
          </a:xfrm>
        </p:grpSpPr>
        <p:sp>
          <p:nvSpPr>
            <p:cNvPr id="1998" name="Google Shape;1998;p12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2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2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2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2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2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126"/>
          <p:cNvGrpSpPr/>
          <p:nvPr/>
        </p:nvGrpSpPr>
        <p:grpSpPr>
          <a:xfrm>
            <a:off x="738454" y="3007842"/>
            <a:ext cx="2622876" cy="1333540"/>
            <a:chOff x="238125" y="1038125"/>
            <a:chExt cx="7146800" cy="3633625"/>
          </a:xfrm>
        </p:grpSpPr>
        <p:sp>
          <p:nvSpPr>
            <p:cNvPr id="2005" name="Google Shape;2005;p12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2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2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2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2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2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2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2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2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2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2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2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2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2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2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2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2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2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2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2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2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2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2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2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2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2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2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2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2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2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2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2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2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2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2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2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2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2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2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2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2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2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2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2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2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2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2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2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2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2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2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2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2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2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2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2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2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2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2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2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2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2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2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2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2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2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2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2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2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2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2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2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2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2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2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2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2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2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2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2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2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2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2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2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2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2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2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2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2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2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2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2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2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2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2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2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2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2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2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2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2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2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2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2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2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2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2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2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2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2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2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2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2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2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2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2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2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2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2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2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2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2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2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2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2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2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2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2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2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2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2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2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2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2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2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2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2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2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2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2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2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2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2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2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2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2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2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2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2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2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2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2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2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2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2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2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2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2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2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2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2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2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2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2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2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2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2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2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2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2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2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2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2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2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2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2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2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2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2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2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2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2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2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2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2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2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2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2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2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2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2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2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2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2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2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2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2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2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2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2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2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2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2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2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2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2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2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2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2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2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2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2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2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2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2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2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2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2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2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2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2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2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2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2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2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2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2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2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2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2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2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2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2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2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2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2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2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2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2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2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2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2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2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2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2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2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2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2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2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2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2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2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2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2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2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2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2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2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2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2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2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2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2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2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2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2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2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2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2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2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2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2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2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2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2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2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2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2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2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2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2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2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2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2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2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2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2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2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2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2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2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2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2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2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2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2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2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2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2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2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2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2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2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2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2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2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2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2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2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2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2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2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2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2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2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2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2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2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2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2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2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2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2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2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2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2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2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2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2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2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2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2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2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2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2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2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2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2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2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2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2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2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2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2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2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2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2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2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2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2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2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2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2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2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2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2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2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2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2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2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2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2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2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2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2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2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2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2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2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2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2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2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2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2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2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2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2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2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2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2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2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2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2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2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2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2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2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2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2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2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2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2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2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2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2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2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2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2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2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2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2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2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2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2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2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2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2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2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2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2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2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2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2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2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2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2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2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2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2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2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2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2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2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2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2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2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2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2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2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2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2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2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2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2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2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2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2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2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2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2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2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2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2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2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2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2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2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2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2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2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2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2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2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2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2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2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2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2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2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2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2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2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2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2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2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2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2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2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2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2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2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2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2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2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2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2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2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2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2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2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2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2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2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2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2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2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2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2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2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2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2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2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2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2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2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2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2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2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2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2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2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2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2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2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2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2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2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2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2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2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2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2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2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2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2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2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2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2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2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2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2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2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2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2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2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2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2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2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2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2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2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2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2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2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2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2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2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2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2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2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2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2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2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2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2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2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2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2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2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2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2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2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2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2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2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2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2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2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2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2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2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2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2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2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2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2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2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2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2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2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2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2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2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2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2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2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2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2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2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2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2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2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2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2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2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2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2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2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2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2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2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2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2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2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2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2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2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2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2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2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2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2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2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2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2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2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2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2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2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2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2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2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2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2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2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2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2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2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2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2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2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2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2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2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2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2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2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2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2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2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2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2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2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2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2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2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2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2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2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2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2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2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2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2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2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2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2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2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2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2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2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2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2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2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2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2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2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2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2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2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2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2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2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2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2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2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2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2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2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2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2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2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2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2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2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2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2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2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2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2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2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2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2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2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2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2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2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2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2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2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2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2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2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2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2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2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2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2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2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2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2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2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2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2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2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2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2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2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2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2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2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2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2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2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2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2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2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2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2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2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2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2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2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2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2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2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2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2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2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2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2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2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2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2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2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2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2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2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2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2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2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2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2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2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2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2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2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2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2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2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2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2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2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2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2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2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2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2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2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2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2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2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2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2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2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2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2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2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2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2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2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2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2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2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2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2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2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2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2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2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2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2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2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2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2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2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2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2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2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2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2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2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2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2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2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2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2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2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2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2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2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2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2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2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2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2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2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2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2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2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2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2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2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2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2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2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2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2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2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2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2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2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2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2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2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2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2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2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2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2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2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2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2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2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2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2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2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2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2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2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2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2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2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2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2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2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2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2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2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2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2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2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2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2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2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2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2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2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2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2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2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2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2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2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2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2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2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2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2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2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2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2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2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2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2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2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2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2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2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2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2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2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2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2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2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2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2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2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2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2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2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2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2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2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2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2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2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2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2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2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2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2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2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2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2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2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2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2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2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2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2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2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2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2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2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2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2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2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2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2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2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2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2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2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2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2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2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2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2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2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2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2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2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2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2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2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2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2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2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2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2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2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2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2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2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2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2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2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2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2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2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2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2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2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2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2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2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2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2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2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2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2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2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2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2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2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2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2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2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2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2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2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2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2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2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2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2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2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2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2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2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2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2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2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2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2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2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2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2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2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2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2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2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2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2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2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2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2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2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2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2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2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2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2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2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2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2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2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2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2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2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2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2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2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2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2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2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2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2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2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2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2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2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2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2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2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2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2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2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2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2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2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2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2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2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2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2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2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2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2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2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2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2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2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2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2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2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2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2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2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2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2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2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2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2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2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2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2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2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2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2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2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2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2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2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2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2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2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2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2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2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2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2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2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2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2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2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2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2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2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2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2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2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2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2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2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2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2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2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2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2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2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2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2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2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2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2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2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2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2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2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2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2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2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2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2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2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2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2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2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2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2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2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2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2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2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2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2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2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2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2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2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2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2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2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2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2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2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2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2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2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2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2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2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2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2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2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2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2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2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2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2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2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2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2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2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2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2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2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2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2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2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2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2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2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2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2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2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2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2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2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2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2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2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2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2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2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2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2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2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2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2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2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2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2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2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2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2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2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2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2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2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2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2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2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2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2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2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2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2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2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2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2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2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2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2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2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2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2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2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2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2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2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2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2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2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2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2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2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2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2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2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2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2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2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2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2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2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2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2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2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2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2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2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2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2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2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2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2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2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2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2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2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2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2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2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2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2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2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2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2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2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2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2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2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2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2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2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2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2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2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2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2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2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2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2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2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2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2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2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2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2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2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2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2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2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2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2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2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2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2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2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2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2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2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2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2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2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2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2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2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2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2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2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2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2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2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2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2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2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2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2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2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2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2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2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2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2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2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2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2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2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2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2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2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2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2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2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2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2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2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2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2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2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2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2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2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2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2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2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2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2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2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2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2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2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2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2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2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2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2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2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2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2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2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2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2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2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2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2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2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2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2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2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2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2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2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2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2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2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2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2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2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2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2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2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2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2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2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2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2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2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2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2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2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2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2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2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2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2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2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2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2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2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2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2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2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2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2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2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2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2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2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2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2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2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2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2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2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2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2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2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2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2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2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2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2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2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2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2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2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2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2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2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2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2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2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2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2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2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2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2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2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2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2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2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2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2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2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2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2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2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2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2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2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2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2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2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2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2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2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2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2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2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2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2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2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2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2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2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2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2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2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2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2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2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2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2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2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2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2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2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2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2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2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2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2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2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2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2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2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2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2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2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2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2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2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2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2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2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2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2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2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2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2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2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2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2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2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2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2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2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2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2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2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2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2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2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2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2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2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2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2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2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2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2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2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2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2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2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2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2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2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2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2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2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2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2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2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2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2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2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2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2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2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2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2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2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2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2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2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2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2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2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2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2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2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2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2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2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2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2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2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2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2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2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2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2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2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2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2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2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2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2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2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2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2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2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2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2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2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2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2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2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2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2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2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2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2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2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2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2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2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2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2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2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2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2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2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2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2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2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126"/>
          <p:cNvGrpSpPr/>
          <p:nvPr/>
        </p:nvGrpSpPr>
        <p:grpSpPr>
          <a:xfrm>
            <a:off x="5961311" y="1231136"/>
            <a:ext cx="2435960" cy="1297725"/>
            <a:chOff x="233350" y="949250"/>
            <a:chExt cx="7137300" cy="3802300"/>
          </a:xfrm>
        </p:grpSpPr>
        <p:sp>
          <p:nvSpPr>
            <p:cNvPr id="3578" name="Google Shape;3578;p12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2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2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2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2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2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2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2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2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2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2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2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2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2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2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2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2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2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2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2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2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2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2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2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2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2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2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2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2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2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2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2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2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2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2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2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2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2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2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2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2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2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2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2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2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2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2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2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2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2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2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126"/>
          <p:cNvGrpSpPr/>
          <p:nvPr/>
        </p:nvGrpSpPr>
        <p:grpSpPr>
          <a:xfrm>
            <a:off x="7714435" y="3194726"/>
            <a:ext cx="104231" cy="320340"/>
            <a:chOff x="7564426" y="3224343"/>
            <a:chExt cx="119985" cy="368801"/>
          </a:xfrm>
        </p:grpSpPr>
        <p:sp>
          <p:nvSpPr>
            <p:cNvPr id="3630" name="Google Shape;3630;p12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2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126"/>
          <p:cNvGrpSpPr/>
          <p:nvPr/>
        </p:nvGrpSpPr>
        <p:grpSpPr>
          <a:xfrm>
            <a:off x="7413923" y="3188827"/>
            <a:ext cx="189489" cy="332132"/>
            <a:chOff x="8370831" y="3202002"/>
            <a:chExt cx="218129" cy="382376"/>
          </a:xfrm>
        </p:grpSpPr>
        <p:sp>
          <p:nvSpPr>
            <p:cNvPr id="3633" name="Google Shape;3633;p12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2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126"/>
          <p:cNvGrpSpPr/>
          <p:nvPr/>
        </p:nvGrpSpPr>
        <p:grpSpPr>
          <a:xfrm>
            <a:off x="8137312" y="3599959"/>
            <a:ext cx="309429" cy="267000"/>
            <a:chOff x="6742064" y="3750480"/>
            <a:chExt cx="399315" cy="344560"/>
          </a:xfrm>
        </p:grpSpPr>
        <p:sp>
          <p:nvSpPr>
            <p:cNvPr id="3636" name="Google Shape;3636;p12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2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126"/>
          <p:cNvGrpSpPr/>
          <p:nvPr/>
        </p:nvGrpSpPr>
        <p:grpSpPr>
          <a:xfrm>
            <a:off x="7676331" y="3951006"/>
            <a:ext cx="180437" cy="281608"/>
            <a:chOff x="7248525" y="3739696"/>
            <a:chExt cx="230531" cy="359790"/>
          </a:xfrm>
        </p:grpSpPr>
        <p:sp>
          <p:nvSpPr>
            <p:cNvPr id="3639" name="Google Shape;3639;p12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2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1" name="Google Shape;3641;p126"/>
          <p:cNvGrpSpPr/>
          <p:nvPr/>
        </p:nvGrpSpPr>
        <p:grpSpPr>
          <a:xfrm>
            <a:off x="7922251" y="3594231"/>
            <a:ext cx="162896" cy="278710"/>
            <a:chOff x="7601242" y="3729267"/>
            <a:chExt cx="222566" cy="380803"/>
          </a:xfrm>
        </p:grpSpPr>
        <p:sp>
          <p:nvSpPr>
            <p:cNvPr id="3642" name="Google Shape;3642;p12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2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4" name="Google Shape;3644;p12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5" name="Google Shape;3645;p126"/>
          <p:cNvGrpSpPr/>
          <p:nvPr/>
        </p:nvGrpSpPr>
        <p:grpSpPr>
          <a:xfrm>
            <a:off x="7411896" y="3595371"/>
            <a:ext cx="193543" cy="275990"/>
            <a:chOff x="8304647" y="3738687"/>
            <a:chExt cx="225076" cy="320956"/>
          </a:xfrm>
        </p:grpSpPr>
        <p:sp>
          <p:nvSpPr>
            <p:cNvPr id="3646" name="Google Shape;3646;p12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2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2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126"/>
          <p:cNvGrpSpPr/>
          <p:nvPr/>
        </p:nvGrpSpPr>
        <p:grpSpPr>
          <a:xfrm>
            <a:off x="7684389" y="3595371"/>
            <a:ext cx="178492" cy="275990"/>
            <a:chOff x="8615101" y="3738687"/>
            <a:chExt cx="207573" cy="320956"/>
          </a:xfrm>
        </p:grpSpPr>
        <p:sp>
          <p:nvSpPr>
            <p:cNvPr id="3650" name="Google Shape;3650;p12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2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2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3" name="Google Shape;3653;p12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4" name="Google Shape;3654;p126"/>
          <p:cNvGrpSpPr/>
          <p:nvPr/>
        </p:nvGrpSpPr>
        <p:grpSpPr>
          <a:xfrm>
            <a:off x="7909920" y="3998032"/>
            <a:ext cx="187557" cy="187557"/>
            <a:chOff x="8565775" y="671075"/>
            <a:chExt cx="441000" cy="441000"/>
          </a:xfrm>
        </p:grpSpPr>
        <p:sp>
          <p:nvSpPr>
            <p:cNvPr id="3655" name="Google Shape;3655;p12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2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7" name="Google Shape;3657;p12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2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9" name="Google Shape;3659;p126"/>
          <p:cNvGrpSpPr/>
          <p:nvPr/>
        </p:nvGrpSpPr>
        <p:grpSpPr>
          <a:xfrm>
            <a:off x="6064392" y="3070557"/>
            <a:ext cx="587865" cy="517731"/>
            <a:chOff x="6000718" y="3070557"/>
            <a:chExt cx="587865" cy="517731"/>
          </a:xfrm>
        </p:grpSpPr>
        <p:sp>
          <p:nvSpPr>
            <p:cNvPr id="3660" name="Google Shape;3660;p12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2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2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2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2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2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2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2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2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2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126"/>
          <p:cNvGrpSpPr/>
          <p:nvPr/>
        </p:nvGrpSpPr>
        <p:grpSpPr>
          <a:xfrm>
            <a:off x="6079197" y="3714217"/>
            <a:ext cx="557665" cy="516387"/>
            <a:chOff x="6015523" y="3714217"/>
            <a:chExt cx="557665" cy="516387"/>
          </a:xfrm>
        </p:grpSpPr>
        <p:grpSp>
          <p:nvGrpSpPr>
            <p:cNvPr id="3671" name="Google Shape;3671;p126"/>
            <p:cNvGrpSpPr/>
            <p:nvPr/>
          </p:nvGrpSpPr>
          <p:grpSpPr>
            <a:xfrm>
              <a:off x="6036094" y="3716980"/>
              <a:ext cx="529822" cy="510480"/>
              <a:chOff x="3148311" y="-545634"/>
              <a:chExt cx="1006118" cy="969572"/>
            </a:xfrm>
          </p:grpSpPr>
          <p:sp>
            <p:nvSpPr>
              <p:cNvPr id="3672" name="Google Shape;3672;p12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2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2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2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2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2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2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2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2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2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2" name="Google Shape;3682;p12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3" name="Google Shape;3683;p126"/>
          <p:cNvGrpSpPr/>
          <p:nvPr/>
        </p:nvGrpSpPr>
        <p:grpSpPr>
          <a:xfrm>
            <a:off x="6707979" y="3073628"/>
            <a:ext cx="576302" cy="511871"/>
            <a:chOff x="6644304" y="3073628"/>
            <a:chExt cx="576302" cy="511871"/>
          </a:xfrm>
        </p:grpSpPr>
        <p:grpSp>
          <p:nvGrpSpPr>
            <p:cNvPr id="3684" name="Google Shape;3684;p126"/>
            <p:cNvGrpSpPr/>
            <p:nvPr/>
          </p:nvGrpSpPr>
          <p:grpSpPr>
            <a:xfrm>
              <a:off x="6712169" y="3073651"/>
              <a:ext cx="481611" cy="506713"/>
              <a:chOff x="1833536" y="-546641"/>
              <a:chExt cx="914567" cy="962419"/>
            </a:xfrm>
          </p:grpSpPr>
          <p:grpSp>
            <p:nvGrpSpPr>
              <p:cNvPr id="3685" name="Google Shape;3685;p126"/>
              <p:cNvGrpSpPr/>
              <p:nvPr/>
            </p:nvGrpSpPr>
            <p:grpSpPr>
              <a:xfrm>
                <a:off x="1833536" y="-524249"/>
                <a:ext cx="914567" cy="940027"/>
                <a:chOff x="1833536" y="-524249"/>
                <a:chExt cx="914567" cy="940027"/>
              </a:xfrm>
            </p:grpSpPr>
            <p:sp>
              <p:nvSpPr>
                <p:cNvPr id="3686" name="Google Shape;3686;p12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2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2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2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2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1" name="Google Shape;3691;p12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2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2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2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5" name="Google Shape;3695;p12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6" name="Google Shape;3696;p126"/>
          <p:cNvGrpSpPr/>
          <p:nvPr/>
        </p:nvGrpSpPr>
        <p:grpSpPr>
          <a:xfrm>
            <a:off x="6715725" y="3714143"/>
            <a:ext cx="560636" cy="516497"/>
            <a:chOff x="6652051" y="3714143"/>
            <a:chExt cx="560636" cy="516497"/>
          </a:xfrm>
        </p:grpSpPr>
        <p:grpSp>
          <p:nvGrpSpPr>
            <p:cNvPr id="3697" name="Google Shape;3697;p126"/>
            <p:cNvGrpSpPr/>
            <p:nvPr/>
          </p:nvGrpSpPr>
          <p:grpSpPr>
            <a:xfrm>
              <a:off x="6669657" y="3716715"/>
              <a:ext cx="466768" cy="464314"/>
              <a:chOff x="3139766" y="765669"/>
              <a:chExt cx="886380" cy="881888"/>
            </a:xfrm>
          </p:grpSpPr>
          <p:grpSp>
            <p:nvGrpSpPr>
              <p:cNvPr id="3698" name="Google Shape;3698;p126"/>
              <p:cNvGrpSpPr/>
              <p:nvPr/>
            </p:nvGrpSpPr>
            <p:grpSpPr>
              <a:xfrm>
                <a:off x="3139766" y="765669"/>
                <a:ext cx="886380" cy="881888"/>
                <a:chOff x="3139766" y="765669"/>
                <a:chExt cx="886380" cy="881888"/>
              </a:xfrm>
            </p:grpSpPr>
            <p:sp>
              <p:nvSpPr>
                <p:cNvPr id="3699" name="Google Shape;3699;p12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2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2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2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2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2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2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2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2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8" name="Google Shape;3708;p12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2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2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2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2" name="Google Shape;3712;p12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26"/>
          <p:cNvGrpSpPr/>
          <p:nvPr/>
        </p:nvGrpSpPr>
        <p:grpSpPr>
          <a:xfrm>
            <a:off x="625184" y="1201451"/>
            <a:ext cx="2665073" cy="1317140"/>
            <a:chOff x="793334" y="1192826"/>
            <a:chExt cx="2665073" cy="1317140"/>
          </a:xfrm>
        </p:grpSpPr>
        <p:sp>
          <p:nvSpPr>
            <p:cNvPr id="3714" name="Google Shape;3714;p12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2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2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2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2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2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2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2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2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2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2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2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2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2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2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2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2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2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2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2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2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2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2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2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2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2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2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2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2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2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2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2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2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2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2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2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2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2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2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2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2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2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2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2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2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2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2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2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2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2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2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2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2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2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2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2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2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2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2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2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2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2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2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2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2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2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2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2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2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2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2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2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2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2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2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2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2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2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2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2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2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2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2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2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2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2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2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2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2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2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2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2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2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2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2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2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2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2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2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2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2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2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2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2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2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2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2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2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2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2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2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2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2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2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2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2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2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2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2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2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2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2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2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2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2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2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2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2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2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2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2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2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2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2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2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2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2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2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2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2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2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2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2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2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2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2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2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2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2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2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2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2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2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2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2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2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2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2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2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2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2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2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2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2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2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2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2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2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2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2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2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2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2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2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2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2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2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2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2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2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2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2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2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2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2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2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2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2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2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2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2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2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2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2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2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2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2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2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2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2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2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2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2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2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2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2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2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2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2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2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2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2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2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2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2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2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2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2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2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2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2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2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2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2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2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2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2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2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2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2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2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2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2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2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2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2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2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2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2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2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2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2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2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2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2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2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2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2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2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2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2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2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2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2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2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2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2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2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2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2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2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2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2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2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2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2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2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2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2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2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2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2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2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2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2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2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2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2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2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2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2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2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2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2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2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2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2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2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2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2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2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2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2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2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2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2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2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2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2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2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2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2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2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2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2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2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2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2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2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2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2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2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2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2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2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2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2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2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2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2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2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2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2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2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2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2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2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2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2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2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2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2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2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2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2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2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2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2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2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2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2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2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2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2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2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2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2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2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2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2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2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2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2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2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2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2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2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2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2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2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2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2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2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2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2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2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2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2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2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2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2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2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2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2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2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2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2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2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2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2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2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2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2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2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2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2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2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2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2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2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2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2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2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2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2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2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2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2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2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2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2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2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2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2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2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2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2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2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2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2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2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2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2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2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2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2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2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2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2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2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2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2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2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2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2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2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2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2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2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2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2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2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2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2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2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2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2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2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2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2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2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2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2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2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2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2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2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2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2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2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2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2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2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2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2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2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2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2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2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2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2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2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2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2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2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2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2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2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2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2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2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2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2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2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2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2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2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2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2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2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2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2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2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2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2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2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2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2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2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2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2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2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2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2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2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2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2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2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2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2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2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2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2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2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2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2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2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2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2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2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2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2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2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2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2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2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2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2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2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2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2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2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2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2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2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2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2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2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2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2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2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2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2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2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2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2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2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2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2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2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2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2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2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2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2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2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2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2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2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2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2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2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2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2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2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2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2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2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2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2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2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2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2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2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2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2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2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2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2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2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2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2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2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2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2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2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2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2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2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2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2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2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2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2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2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2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2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2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2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2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2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2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2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2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2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2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2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2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2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2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2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2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2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2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2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2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2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2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2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2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2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2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2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2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2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2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2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2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2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2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2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2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2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2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2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2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2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2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2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2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2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2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2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2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2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2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2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2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2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2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2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2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2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2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2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2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2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2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2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2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2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2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2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2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2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2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2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2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2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2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2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2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2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2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2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2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2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2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2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2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2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2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2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2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2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2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2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2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2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2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2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2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2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2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2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2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2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2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2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2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2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2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2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2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2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2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2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2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2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2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2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2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2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2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2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2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2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2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2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2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2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2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2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2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2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2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2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2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2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2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2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2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2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2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2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2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2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2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2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2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2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2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2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2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2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2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2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2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2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2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2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2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2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2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2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2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2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2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2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2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2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2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2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2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2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2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2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2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2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2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2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2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2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2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2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2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2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2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2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2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2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2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2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2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2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2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2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2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2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2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2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2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2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2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2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2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2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2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2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2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2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2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2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2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2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2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2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2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2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2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2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2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2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2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2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2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2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2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2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2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2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2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2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2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2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2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2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2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2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2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2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2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2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2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2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2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2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2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2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2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2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2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2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2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2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2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2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2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2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2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2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2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2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2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2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2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2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2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2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2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2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2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2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2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2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2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2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2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2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2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2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2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2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2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2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2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2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2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2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2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2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2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2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2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2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2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2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2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2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2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2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2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2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2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2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2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2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2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2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2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2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2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2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2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2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2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2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2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2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2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2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2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2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2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2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2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2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2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2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2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2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2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2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2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2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2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2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2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2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2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2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2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2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2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2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2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2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2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2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2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2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2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2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2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2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2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2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2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2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2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2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2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2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2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2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2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2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2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2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2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2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2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2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2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2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2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2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2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2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2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2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2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2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2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2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2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2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2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2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2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2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2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2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2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2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2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2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2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2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2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2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2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2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2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2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2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2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2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2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2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2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2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2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2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2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2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2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2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2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2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2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2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2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2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2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2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2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2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2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2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2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2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2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2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2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2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2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2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2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2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2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2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2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2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2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2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2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2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2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2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2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2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2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2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2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2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2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2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2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2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2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2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2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2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2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2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2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2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2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2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2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2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2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2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2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2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2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2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2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2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2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2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2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2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2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2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2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2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2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2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2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2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2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2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2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2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2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2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2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2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2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2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2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2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2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2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2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2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2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2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2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2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2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2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2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2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2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2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2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2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2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2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2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2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2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2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2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2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2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2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2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2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2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2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2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2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2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2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2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2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2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2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2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2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2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2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2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2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2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2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2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2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2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2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2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2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2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2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2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2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2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2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2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2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2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2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2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2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2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2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2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2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2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2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2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2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2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2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2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2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2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2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2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2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2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2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2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2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2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2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2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2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2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2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2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2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2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2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2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2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2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2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2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2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2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2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2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2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2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2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2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2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2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2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2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2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2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2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2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2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2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2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2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2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2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2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2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2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2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2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2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2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2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2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2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2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2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2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2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2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2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2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2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2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2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2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2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2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2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2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2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2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2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2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2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2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2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2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2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2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2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2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2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2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2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2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2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2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2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2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2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2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2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2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2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2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2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2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2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2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2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2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2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2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2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2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2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2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2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2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2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2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2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2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2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2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2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2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2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2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2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2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2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2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2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2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2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2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2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2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2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2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2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2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2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2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2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2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2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2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2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2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2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2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2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2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2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2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2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2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2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2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2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2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2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2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2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2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2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2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2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2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2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2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2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2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2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2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2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2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2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2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2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2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2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2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2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2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2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2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2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2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2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2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2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2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2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2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2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2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2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2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2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2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2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2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2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2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2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2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2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2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2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2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2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2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2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2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2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2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2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2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2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2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2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2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2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2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2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2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2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2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2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2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2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2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2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2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2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2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2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2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2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2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2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2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2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2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2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2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2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2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2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2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2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2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2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2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2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2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2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2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2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2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2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2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2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2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2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2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2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2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2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2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2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2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2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2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2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2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2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2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2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2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2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2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2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2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2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2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2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2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2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2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2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2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2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2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2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2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2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2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2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2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2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2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2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2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2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2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2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2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2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2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2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2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2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2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2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2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2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2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2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2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2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2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2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2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2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2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2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2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2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2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2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2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2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2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2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2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2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2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2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2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2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2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2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2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2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2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2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2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2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2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2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2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2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2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2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2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2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2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2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2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2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2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2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2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2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2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2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2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2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2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2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2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2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2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2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2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2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2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2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2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2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2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2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2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2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2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2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2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2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2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2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2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2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2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2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2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2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2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2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2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2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2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2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2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2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2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2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2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2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2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2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2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2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2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2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2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2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2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2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2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2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2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2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2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2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2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2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2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2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2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2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2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2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2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2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2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2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2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2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2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2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2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2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2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2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2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2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2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2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2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2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2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2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2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2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2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2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2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2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2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2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2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2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2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2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2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2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2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2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2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2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2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2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2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2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2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2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2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2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2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2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2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2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2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2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2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2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2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2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2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2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2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2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2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2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2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2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2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2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2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2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2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2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2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2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2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2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2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2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2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2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2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2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2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2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2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2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2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2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2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2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2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2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2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2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2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2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2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2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2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2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2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2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2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2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2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2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2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2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2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2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2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2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2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2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2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2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2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2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2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2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2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2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2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2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2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2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2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2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2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2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2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2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2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2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2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2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2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2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2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2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2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2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2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2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2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2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2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2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2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2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2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2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2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2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2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2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2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2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2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2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2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2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2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2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2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2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2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2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2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2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2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2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2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2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2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2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2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2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2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2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2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2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2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2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2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2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2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2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2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2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2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2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2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2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2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2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2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2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2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2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2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2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2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2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2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2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2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2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2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2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2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2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2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2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2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2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2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2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2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2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2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2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2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2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2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2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2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2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2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2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2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2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2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2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2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2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2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2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2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2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2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2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2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2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2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2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2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2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2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2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2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2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2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2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2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2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2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2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2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2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2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2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2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2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2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2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2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2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2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2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2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2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2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2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2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2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2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2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2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2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2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2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2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2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2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2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2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2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2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2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2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2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2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2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2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2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2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2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2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2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2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2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2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2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2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2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2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2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2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2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2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2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2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2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2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2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2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2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2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2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2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2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2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2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2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2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2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2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2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2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2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2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2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2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2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2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2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2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2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2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2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2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2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2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2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2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2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2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2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2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2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2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2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2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2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2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2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2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2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2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2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2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2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2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2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2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2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2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2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2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2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2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2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2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2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2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2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2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2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2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2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2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2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2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2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2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2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2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2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2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2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2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2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2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2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2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2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2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2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2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2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2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2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2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2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2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2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2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2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2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2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2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2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2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2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2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2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2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2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2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2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2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2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2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2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2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2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2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2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2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2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2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2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2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2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2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2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2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2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2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2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2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2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2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2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2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2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2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2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2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2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2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2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2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2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2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2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2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2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2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2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2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2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2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2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2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2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2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2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2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2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2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2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2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2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2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2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2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2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2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2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2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2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2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2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2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2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2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2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2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2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126"/>
          <p:cNvGrpSpPr/>
          <p:nvPr/>
        </p:nvGrpSpPr>
        <p:grpSpPr>
          <a:xfrm>
            <a:off x="3597785" y="3065882"/>
            <a:ext cx="2241344" cy="1330656"/>
            <a:chOff x="3597785" y="3065882"/>
            <a:chExt cx="2241344" cy="1330656"/>
          </a:xfrm>
        </p:grpSpPr>
        <p:grpSp>
          <p:nvGrpSpPr>
            <p:cNvPr id="7682" name="Google Shape;7682;p126"/>
            <p:cNvGrpSpPr/>
            <p:nvPr/>
          </p:nvGrpSpPr>
          <p:grpSpPr>
            <a:xfrm>
              <a:off x="5296908" y="3937355"/>
              <a:ext cx="143198" cy="32380"/>
              <a:chOff x="5296908" y="3937355"/>
              <a:chExt cx="143198" cy="32380"/>
            </a:xfrm>
          </p:grpSpPr>
          <p:sp>
            <p:nvSpPr>
              <p:cNvPr id="7683" name="Google Shape;7683;p12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4" name="Google Shape;7684;p126"/>
              <p:cNvGrpSpPr/>
              <p:nvPr/>
            </p:nvGrpSpPr>
            <p:grpSpPr>
              <a:xfrm>
                <a:off x="5402331" y="3937355"/>
                <a:ext cx="37776" cy="32380"/>
                <a:chOff x="5402331" y="3937355"/>
                <a:chExt cx="37776" cy="32380"/>
              </a:xfrm>
            </p:grpSpPr>
            <p:sp>
              <p:nvSpPr>
                <p:cNvPr id="7685" name="Google Shape;7685;p12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126"/>
              <p:cNvGrpSpPr/>
              <p:nvPr/>
            </p:nvGrpSpPr>
            <p:grpSpPr>
              <a:xfrm>
                <a:off x="5296908" y="3937355"/>
                <a:ext cx="37783" cy="32380"/>
                <a:chOff x="5296908" y="3937355"/>
                <a:chExt cx="37783" cy="32380"/>
              </a:xfrm>
            </p:grpSpPr>
            <p:sp>
              <p:nvSpPr>
                <p:cNvPr id="7688" name="Google Shape;7688;p12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0" name="Google Shape;7690;p126"/>
            <p:cNvGrpSpPr/>
            <p:nvPr/>
          </p:nvGrpSpPr>
          <p:grpSpPr>
            <a:xfrm>
              <a:off x="4724163" y="3119631"/>
              <a:ext cx="120838" cy="84218"/>
              <a:chOff x="4724163" y="3119631"/>
              <a:chExt cx="120838" cy="84218"/>
            </a:xfrm>
          </p:grpSpPr>
          <p:grpSp>
            <p:nvGrpSpPr>
              <p:cNvPr id="7691" name="Google Shape;7691;p126"/>
              <p:cNvGrpSpPr/>
              <p:nvPr/>
            </p:nvGrpSpPr>
            <p:grpSpPr>
              <a:xfrm>
                <a:off x="4746712" y="3132773"/>
                <a:ext cx="86869" cy="56424"/>
                <a:chOff x="4746712" y="3132773"/>
                <a:chExt cx="86869" cy="56424"/>
              </a:xfrm>
            </p:grpSpPr>
            <p:sp>
              <p:nvSpPr>
                <p:cNvPr id="7692" name="Google Shape;7692;p12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126"/>
              <p:cNvGrpSpPr/>
              <p:nvPr/>
            </p:nvGrpSpPr>
            <p:grpSpPr>
              <a:xfrm>
                <a:off x="4773634" y="3143336"/>
                <a:ext cx="37776" cy="32451"/>
                <a:chOff x="4773634" y="3143336"/>
                <a:chExt cx="37776" cy="32451"/>
              </a:xfrm>
            </p:grpSpPr>
            <p:sp>
              <p:nvSpPr>
                <p:cNvPr id="7695" name="Google Shape;7695;p12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126"/>
              <p:cNvGrpSpPr/>
              <p:nvPr/>
            </p:nvGrpSpPr>
            <p:grpSpPr>
              <a:xfrm>
                <a:off x="4724163" y="3131248"/>
                <a:ext cx="37776" cy="32459"/>
                <a:chOff x="4724163" y="3131248"/>
                <a:chExt cx="37776" cy="32459"/>
              </a:xfrm>
            </p:grpSpPr>
            <p:sp>
              <p:nvSpPr>
                <p:cNvPr id="7698" name="Google Shape;7698;p12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126"/>
              <p:cNvGrpSpPr/>
              <p:nvPr/>
            </p:nvGrpSpPr>
            <p:grpSpPr>
              <a:xfrm>
                <a:off x="4755081" y="3176054"/>
                <a:ext cx="32357" cy="27795"/>
                <a:chOff x="4755081" y="3176054"/>
                <a:chExt cx="32357" cy="27795"/>
              </a:xfrm>
            </p:grpSpPr>
            <p:sp>
              <p:nvSpPr>
                <p:cNvPr id="7701" name="Google Shape;7701;p12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126"/>
              <p:cNvGrpSpPr/>
              <p:nvPr/>
            </p:nvGrpSpPr>
            <p:grpSpPr>
              <a:xfrm>
                <a:off x="4812550" y="3119631"/>
                <a:ext cx="32451" cy="27803"/>
                <a:chOff x="4812550" y="3119631"/>
                <a:chExt cx="32451" cy="27803"/>
              </a:xfrm>
            </p:grpSpPr>
            <p:sp>
              <p:nvSpPr>
                <p:cNvPr id="7704" name="Google Shape;7704;p12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2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6" name="Google Shape;7706;p126"/>
            <p:cNvGrpSpPr/>
            <p:nvPr/>
          </p:nvGrpSpPr>
          <p:grpSpPr>
            <a:xfrm>
              <a:off x="5382826" y="4027197"/>
              <a:ext cx="268967" cy="250422"/>
              <a:chOff x="5382826" y="4027197"/>
              <a:chExt cx="268967" cy="250422"/>
            </a:xfrm>
          </p:grpSpPr>
          <p:grpSp>
            <p:nvGrpSpPr>
              <p:cNvPr id="7707" name="Google Shape;7707;p126"/>
              <p:cNvGrpSpPr/>
              <p:nvPr/>
            </p:nvGrpSpPr>
            <p:grpSpPr>
              <a:xfrm>
                <a:off x="5405280" y="4042510"/>
                <a:ext cx="237570" cy="218647"/>
                <a:chOff x="5405280" y="4042510"/>
                <a:chExt cx="237570" cy="218647"/>
              </a:xfrm>
            </p:grpSpPr>
            <p:sp>
              <p:nvSpPr>
                <p:cNvPr id="7708" name="Google Shape;7708;p12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2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126"/>
              <p:cNvGrpSpPr/>
              <p:nvPr/>
            </p:nvGrpSpPr>
            <p:grpSpPr>
              <a:xfrm>
                <a:off x="5382826" y="4125549"/>
                <a:ext cx="37776" cy="32380"/>
                <a:chOff x="5382826" y="4125549"/>
                <a:chExt cx="37776" cy="32380"/>
              </a:xfrm>
            </p:grpSpPr>
            <p:sp>
              <p:nvSpPr>
                <p:cNvPr id="7715" name="Google Shape;7715;p12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2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126"/>
              <p:cNvGrpSpPr/>
              <p:nvPr/>
            </p:nvGrpSpPr>
            <p:grpSpPr>
              <a:xfrm>
                <a:off x="5475680" y="4195587"/>
                <a:ext cx="37783" cy="32364"/>
                <a:chOff x="5475680" y="4195587"/>
                <a:chExt cx="37783" cy="32364"/>
              </a:xfrm>
            </p:grpSpPr>
            <p:sp>
              <p:nvSpPr>
                <p:cNvPr id="7718" name="Google Shape;7718;p12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2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126"/>
              <p:cNvGrpSpPr/>
              <p:nvPr/>
            </p:nvGrpSpPr>
            <p:grpSpPr>
              <a:xfrm>
                <a:off x="5532575" y="4027197"/>
                <a:ext cx="33308" cy="32262"/>
                <a:chOff x="5532575" y="4027197"/>
                <a:chExt cx="33308" cy="32262"/>
              </a:xfrm>
            </p:grpSpPr>
            <p:sp>
              <p:nvSpPr>
                <p:cNvPr id="7721" name="Google Shape;7721;p12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2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126"/>
              <p:cNvGrpSpPr/>
              <p:nvPr/>
            </p:nvGrpSpPr>
            <p:grpSpPr>
              <a:xfrm>
                <a:off x="5590706" y="4245348"/>
                <a:ext cx="33497" cy="32270"/>
                <a:chOff x="5590706" y="4245348"/>
                <a:chExt cx="33497" cy="32270"/>
              </a:xfrm>
            </p:grpSpPr>
            <p:sp>
              <p:nvSpPr>
                <p:cNvPr id="7724" name="Google Shape;7724;p12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126"/>
              <p:cNvGrpSpPr/>
              <p:nvPr/>
            </p:nvGrpSpPr>
            <p:grpSpPr>
              <a:xfrm>
                <a:off x="5618681" y="4109677"/>
                <a:ext cx="33112" cy="32357"/>
                <a:chOff x="5618681" y="4109677"/>
                <a:chExt cx="33112" cy="32357"/>
              </a:xfrm>
            </p:grpSpPr>
            <p:sp>
              <p:nvSpPr>
                <p:cNvPr id="7727" name="Google Shape;7727;p12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126"/>
              <p:cNvGrpSpPr/>
              <p:nvPr/>
            </p:nvGrpSpPr>
            <p:grpSpPr>
              <a:xfrm>
                <a:off x="5479298" y="4128262"/>
                <a:ext cx="31405" cy="26906"/>
                <a:chOff x="5479298" y="4128262"/>
                <a:chExt cx="31405" cy="26906"/>
              </a:xfrm>
            </p:grpSpPr>
            <p:sp>
              <p:nvSpPr>
                <p:cNvPr id="7730" name="Google Shape;7730;p12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2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126"/>
              <p:cNvGrpSpPr/>
              <p:nvPr/>
            </p:nvGrpSpPr>
            <p:grpSpPr>
              <a:xfrm>
                <a:off x="5582903" y="4180116"/>
                <a:ext cx="31499" cy="26898"/>
                <a:chOff x="5582903" y="4180116"/>
                <a:chExt cx="31499" cy="26898"/>
              </a:xfrm>
            </p:grpSpPr>
            <p:sp>
              <p:nvSpPr>
                <p:cNvPr id="7733" name="Google Shape;7733;p12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5" name="Google Shape;7735;p126"/>
            <p:cNvGrpSpPr/>
            <p:nvPr/>
          </p:nvGrpSpPr>
          <p:grpSpPr>
            <a:xfrm>
              <a:off x="3977681" y="3230323"/>
              <a:ext cx="94584" cy="84085"/>
              <a:chOff x="3977681" y="3230323"/>
              <a:chExt cx="94584" cy="84085"/>
            </a:xfrm>
          </p:grpSpPr>
          <p:grpSp>
            <p:nvGrpSpPr>
              <p:cNvPr id="7736" name="Google Shape;7736;p126"/>
              <p:cNvGrpSpPr/>
              <p:nvPr/>
            </p:nvGrpSpPr>
            <p:grpSpPr>
              <a:xfrm>
                <a:off x="4000135" y="3243041"/>
                <a:ext cx="59570" cy="57186"/>
                <a:chOff x="4000135" y="3243041"/>
                <a:chExt cx="59570" cy="57186"/>
              </a:xfrm>
            </p:grpSpPr>
            <p:sp>
              <p:nvSpPr>
                <p:cNvPr id="7737" name="Google Shape;7737;p12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2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126"/>
              <p:cNvGrpSpPr/>
              <p:nvPr/>
            </p:nvGrpSpPr>
            <p:grpSpPr>
              <a:xfrm>
                <a:off x="3977681" y="3245872"/>
                <a:ext cx="37783" cy="32380"/>
                <a:chOff x="3977681" y="3245872"/>
                <a:chExt cx="37783" cy="32380"/>
              </a:xfrm>
            </p:grpSpPr>
            <p:sp>
              <p:nvSpPr>
                <p:cNvPr id="7741" name="Google Shape;7741;p12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2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126"/>
              <p:cNvGrpSpPr/>
              <p:nvPr/>
            </p:nvGrpSpPr>
            <p:grpSpPr>
              <a:xfrm>
                <a:off x="4040860" y="3262672"/>
                <a:ext cx="31405" cy="27001"/>
                <a:chOff x="4040860" y="3262672"/>
                <a:chExt cx="31405" cy="27001"/>
              </a:xfrm>
            </p:grpSpPr>
            <p:sp>
              <p:nvSpPr>
                <p:cNvPr id="7744" name="Google Shape;7744;p12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2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126"/>
              <p:cNvGrpSpPr/>
              <p:nvPr/>
            </p:nvGrpSpPr>
            <p:grpSpPr>
              <a:xfrm>
                <a:off x="4021072" y="3230323"/>
                <a:ext cx="31397" cy="26906"/>
                <a:chOff x="4021072" y="3230323"/>
                <a:chExt cx="31397" cy="26906"/>
              </a:xfrm>
            </p:grpSpPr>
            <p:sp>
              <p:nvSpPr>
                <p:cNvPr id="7747" name="Google Shape;7747;p12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126"/>
              <p:cNvGrpSpPr/>
              <p:nvPr/>
            </p:nvGrpSpPr>
            <p:grpSpPr>
              <a:xfrm>
                <a:off x="4001472" y="3287462"/>
                <a:ext cx="31499" cy="26945"/>
                <a:chOff x="4001472" y="3287462"/>
                <a:chExt cx="31499" cy="26945"/>
              </a:xfrm>
            </p:grpSpPr>
            <p:sp>
              <p:nvSpPr>
                <p:cNvPr id="7750" name="Google Shape;7750;p12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2" name="Google Shape;7752;p126"/>
            <p:cNvGrpSpPr/>
            <p:nvPr/>
          </p:nvGrpSpPr>
          <p:grpSpPr>
            <a:xfrm>
              <a:off x="4084715" y="3258865"/>
              <a:ext cx="184961" cy="137268"/>
              <a:chOff x="4084715" y="3258865"/>
              <a:chExt cx="184961" cy="137268"/>
            </a:xfrm>
          </p:grpSpPr>
          <p:grpSp>
            <p:nvGrpSpPr>
              <p:cNvPr id="7753" name="Google Shape;7753;p126"/>
              <p:cNvGrpSpPr/>
              <p:nvPr/>
            </p:nvGrpSpPr>
            <p:grpSpPr>
              <a:xfrm>
                <a:off x="4107453" y="3271583"/>
                <a:ext cx="153470" cy="110275"/>
                <a:chOff x="4107453" y="3271583"/>
                <a:chExt cx="153470" cy="110275"/>
              </a:xfrm>
            </p:grpSpPr>
            <p:sp>
              <p:nvSpPr>
                <p:cNvPr id="7754" name="Google Shape;7754;p12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126"/>
              <p:cNvGrpSpPr/>
              <p:nvPr/>
            </p:nvGrpSpPr>
            <p:grpSpPr>
              <a:xfrm>
                <a:off x="4136947" y="3258865"/>
                <a:ext cx="31499" cy="27001"/>
                <a:chOff x="4136947" y="3258865"/>
                <a:chExt cx="31499" cy="27001"/>
              </a:xfrm>
            </p:grpSpPr>
            <p:sp>
              <p:nvSpPr>
                <p:cNvPr id="7759" name="Google Shape;7759;p12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126"/>
              <p:cNvGrpSpPr/>
              <p:nvPr/>
            </p:nvGrpSpPr>
            <p:grpSpPr>
              <a:xfrm>
                <a:off x="4084715" y="3266478"/>
                <a:ext cx="31468" cy="26898"/>
                <a:chOff x="4084715" y="3266478"/>
                <a:chExt cx="31468" cy="26898"/>
              </a:xfrm>
            </p:grpSpPr>
            <p:sp>
              <p:nvSpPr>
                <p:cNvPr id="7762" name="Google Shape;7762;p12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126"/>
              <p:cNvGrpSpPr/>
              <p:nvPr/>
            </p:nvGrpSpPr>
            <p:grpSpPr>
              <a:xfrm>
                <a:off x="4159213" y="3279849"/>
                <a:ext cx="31405" cy="26945"/>
                <a:chOff x="4159213" y="3279849"/>
                <a:chExt cx="31405" cy="26945"/>
              </a:xfrm>
            </p:grpSpPr>
            <p:sp>
              <p:nvSpPr>
                <p:cNvPr id="7765" name="Google Shape;7765;p12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126"/>
              <p:cNvGrpSpPr/>
              <p:nvPr/>
            </p:nvGrpSpPr>
            <p:grpSpPr>
              <a:xfrm>
                <a:off x="4201550" y="3266502"/>
                <a:ext cx="31405" cy="26883"/>
                <a:chOff x="4201550" y="3266502"/>
                <a:chExt cx="31405" cy="26883"/>
              </a:xfrm>
            </p:grpSpPr>
            <p:sp>
              <p:nvSpPr>
                <p:cNvPr id="7768" name="Google Shape;7768;p12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126"/>
              <p:cNvGrpSpPr/>
              <p:nvPr/>
            </p:nvGrpSpPr>
            <p:grpSpPr>
              <a:xfrm>
                <a:off x="4201550" y="3338278"/>
                <a:ext cx="31405" cy="26930"/>
                <a:chOff x="4201550" y="3338278"/>
                <a:chExt cx="31405" cy="26930"/>
              </a:xfrm>
            </p:grpSpPr>
            <p:sp>
              <p:nvSpPr>
                <p:cNvPr id="7771" name="Google Shape;7771;p12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126"/>
              <p:cNvGrpSpPr/>
              <p:nvPr/>
            </p:nvGrpSpPr>
            <p:grpSpPr>
              <a:xfrm>
                <a:off x="4238272" y="3369132"/>
                <a:ext cx="31405" cy="27001"/>
                <a:chOff x="4238272" y="3369132"/>
                <a:chExt cx="31405" cy="27001"/>
              </a:xfrm>
            </p:grpSpPr>
            <p:sp>
              <p:nvSpPr>
                <p:cNvPr id="7774" name="Google Shape;7774;p12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6" name="Google Shape;7776;p126"/>
            <p:cNvGrpSpPr/>
            <p:nvPr/>
          </p:nvGrpSpPr>
          <p:grpSpPr>
            <a:xfrm>
              <a:off x="4068639" y="3200169"/>
              <a:ext cx="77643" cy="37272"/>
              <a:chOff x="4068639" y="3200169"/>
              <a:chExt cx="77643" cy="37272"/>
            </a:xfrm>
          </p:grpSpPr>
          <p:sp>
            <p:nvSpPr>
              <p:cNvPr id="7777" name="Google Shape;7777;p12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8" name="Google Shape;7778;p126"/>
              <p:cNvGrpSpPr/>
              <p:nvPr/>
            </p:nvGrpSpPr>
            <p:grpSpPr>
              <a:xfrm>
                <a:off x="4114878" y="3200169"/>
                <a:ext cx="31405" cy="26993"/>
                <a:chOff x="4114878" y="3200169"/>
                <a:chExt cx="31405" cy="26993"/>
              </a:xfrm>
            </p:grpSpPr>
            <p:sp>
              <p:nvSpPr>
                <p:cNvPr id="7779" name="Google Shape;7779;p12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126"/>
              <p:cNvGrpSpPr/>
              <p:nvPr/>
            </p:nvGrpSpPr>
            <p:grpSpPr>
              <a:xfrm>
                <a:off x="4068639" y="3210535"/>
                <a:ext cx="31499" cy="26906"/>
                <a:chOff x="4068639" y="3210535"/>
                <a:chExt cx="31499" cy="26906"/>
              </a:xfrm>
            </p:grpSpPr>
            <p:sp>
              <p:nvSpPr>
                <p:cNvPr id="7782" name="Google Shape;7782;p12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4" name="Google Shape;7784;p126"/>
            <p:cNvGrpSpPr/>
            <p:nvPr/>
          </p:nvGrpSpPr>
          <p:grpSpPr>
            <a:xfrm>
              <a:off x="3869702" y="3066935"/>
              <a:ext cx="382664" cy="190294"/>
              <a:chOff x="3869702" y="3066935"/>
              <a:chExt cx="382664" cy="190294"/>
            </a:xfrm>
          </p:grpSpPr>
          <p:grpSp>
            <p:nvGrpSpPr>
              <p:cNvPr id="7785" name="Google Shape;7785;p126"/>
              <p:cNvGrpSpPr/>
              <p:nvPr/>
            </p:nvGrpSpPr>
            <p:grpSpPr>
              <a:xfrm>
                <a:off x="3888633" y="3082351"/>
                <a:ext cx="351172" cy="160698"/>
                <a:chOff x="3888633" y="3082351"/>
                <a:chExt cx="351172" cy="160698"/>
              </a:xfrm>
            </p:grpSpPr>
            <p:sp>
              <p:nvSpPr>
                <p:cNvPr id="7786" name="Google Shape;7786;p12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126"/>
              <p:cNvGrpSpPr/>
              <p:nvPr/>
            </p:nvGrpSpPr>
            <p:grpSpPr>
              <a:xfrm>
                <a:off x="4143703" y="3066935"/>
                <a:ext cx="37783" cy="32357"/>
                <a:chOff x="4143703" y="3066935"/>
                <a:chExt cx="37783" cy="32357"/>
              </a:xfrm>
            </p:grpSpPr>
            <p:sp>
              <p:nvSpPr>
                <p:cNvPr id="7793" name="Google Shape;7793;p12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2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126"/>
              <p:cNvGrpSpPr/>
              <p:nvPr/>
            </p:nvGrpSpPr>
            <p:grpSpPr>
              <a:xfrm>
                <a:off x="4044565" y="3103563"/>
                <a:ext cx="37783" cy="32451"/>
                <a:chOff x="4044565" y="3103563"/>
                <a:chExt cx="37783" cy="32451"/>
              </a:xfrm>
            </p:grpSpPr>
            <p:sp>
              <p:nvSpPr>
                <p:cNvPr id="7796" name="Google Shape;7796;p12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126"/>
              <p:cNvGrpSpPr/>
              <p:nvPr/>
            </p:nvGrpSpPr>
            <p:grpSpPr>
              <a:xfrm>
                <a:off x="4017454" y="3188237"/>
                <a:ext cx="37776" cy="32357"/>
                <a:chOff x="4017454" y="3188237"/>
                <a:chExt cx="37776" cy="32357"/>
              </a:xfrm>
            </p:grpSpPr>
            <p:sp>
              <p:nvSpPr>
                <p:cNvPr id="7799" name="Google Shape;7799;p12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126"/>
              <p:cNvGrpSpPr/>
              <p:nvPr/>
            </p:nvGrpSpPr>
            <p:grpSpPr>
              <a:xfrm>
                <a:off x="3921548" y="3157509"/>
                <a:ext cx="37783" cy="32357"/>
                <a:chOff x="3921548" y="3157509"/>
                <a:chExt cx="37783" cy="32357"/>
              </a:xfrm>
            </p:grpSpPr>
            <p:sp>
              <p:nvSpPr>
                <p:cNvPr id="7802" name="Google Shape;7802;p12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126"/>
              <p:cNvGrpSpPr/>
              <p:nvPr/>
            </p:nvGrpSpPr>
            <p:grpSpPr>
              <a:xfrm>
                <a:off x="3939056" y="3211620"/>
                <a:ext cx="37783" cy="32380"/>
                <a:chOff x="3939056" y="3211620"/>
                <a:chExt cx="37783" cy="32380"/>
              </a:xfrm>
            </p:grpSpPr>
            <p:sp>
              <p:nvSpPr>
                <p:cNvPr id="7805" name="Google Shape;7805;p12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126"/>
              <p:cNvGrpSpPr/>
              <p:nvPr/>
            </p:nvGrpSpPr>
            <p:grpSpPr>
              <a:xfrm>
                <a:off x="4176240" y="3136965"/>
                <a:ext cx="31405" cy="26930"/>
                <a:chOff x="4176240" y="3136965"/>
                <a:chExt cx="31405" cy="26930"/>
              </a:xfrm>
            </p:grpSpPr>
            <p:sp>
              <p:nvSpPr>
                <p:cNvPr id="7808" name="Google Shape;7808;p12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126"/>
              <p:cNvGrpSpPr/>
              <p:nvPr/>
            </p:nvGrpSpPr>
            <p:grpSpPr>
              <a:xfrm>
                <a:off x="4133148" y="3152593"/>
                <a:ext cx="31499" cy="27001"/>
                <a:chOff x="4133148" y="3152593"/>
                <a:chExt cx="31499" cy="27001"/>
              </a:xfrm>
            </p:grpSpPr>
            <p:sp>
              <p:nvSpPr>
                <p:cNvPr id="7811" name="Google Shape;7811;p12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126"/>
              <p:cNvGrpSpPr/>
              <p:nvPr/>
            </p:nvGrpSpPr>
            <p:grpSpPr>
              <a:xfrm>
                <a:off x="4220866" y="3073534"/>
                <a:ext cx="31499" cy="26898"/>
                <a:chOff x="4220866" y="3073534"/>
                <a:chExt cx="31499" cy="26898"/>
              </a:xfrm>
            </p:grpSpPr>
            <p:sp>
              <p:nvSpPr>
                <p:cNvPr id="7814" name="Google Shape;7814;p12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126"/>
              <p:cNvGrpSpPr/>
              <p:nvPr/>
            </p:nvGrpSpPr>
            <p:grpSpPr>
              <a:xfrm>
                <a:off x="3869702" y="3230323"/>
                <a:ext cx="31499" cy="26906"/>
                <a:chOff x="3869702" y="3230323"/>
                <a:chExt cx="31499" cy="26906"/>
              </a:xfrm>
            </p:grpSpPr>
            <p:sp>
              <p:nvSpPr>
                <p:cNvPr id="7817" name="Google Shape;7817;p12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9" name="Google Shape;7819;p126"/>
            <p:cNvGrpSpPr/>
            <p:nvPr/>
          </p:nvGrpSpPr>
          <p:grpSpPr>
            <a:xfrm>
              <a:off x="4271383" y="3065882"/>
              <a:ext cx="304556" cy="341663"/>
              <a:chOff x="4271383" y="3065882"/>
              <a:chExt cx="304556" cy="341663"/>
            </a:xfrm>
          </p:grpSpPr>
          <p:grpSp>
            <p:nvGrpSpPr>
              <p:cNvPr id="7820" name="Google Shape;7820;p126"/>
              <p:cNvGrpSpPr/>
              <p:nvPr/>
            </p:nvGrpSpPr>
            <p:grpSpPr>
              <a:xfrm>
                <a:off x="4293838" y="3078639"/>
                <a:ext cx="269353" cy="311973"/>
                <a:chOff x="4293838" y="3078639"/>
                <a:chExt cx="269353" cy="311973"/>
              </a:xfrm>
            </p:grpSpPr>
            <p:sp>
              <p:nvSpPr>
                <p:cNvPr id="7821" name="Google Shape;7821;p12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2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2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126"/>
              <p:cNvGrpSpPr/>
              <p:nvPr/>
            </p:nvGrpSpPr>
            <p:grpSpPr>
              <a:xfrm>
                <a:off x="4538164" y="3342061"/>
                <a:ext cx="37776" cy="32380"/>
                <a:chOff x="4538164" y="3342061"/>
                <a:chExt cx="37776" cy="32380"/>
              </a:xfrm>
            </p:grpSpPr>
            <p:sp>
              <p:nvSpPr>
                <p:cNvPr id="7839" name="Google Shape;7839;p12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2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126"/>
              <p:cNvGrpSpPr/>
              <p:nvPr/>
            </p:nvGrpSpPr>
            <p:grpSpPr>
              <a:xfrm>
                <a:off x="4271383" y="3194742"/>
                <a:ext cx="37783" cy="32420"/>
                <a:chOff x="4271383" y="3194742"/>
                <a:chExt cx="37783" cy="32420"/>
              </a:xfrm>
            </p:grpSpPr>
            <p:sp>
              <p:nvSpPr>
                <p:cNvPr id="7842" name="Google Shape;7842;p12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2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126"/>
              <p:cNvGrpSpPr/>
              <p:nvPr/>
            </p:nvGrpSpPr>
            <p:grpSpPr>
              <a:xfrm>
                <a:off x="4284416" y="3084058"/>
                <a:ext cx="37783" cy="32357"/>
                <a:chOff x="4284416" y="3084058"/>
                <a:chExt cx="37783" cy="32357"/>
              </a:xfrm>
            </p:grpSpPr>
            <p:sp>
              <p:nvSpPr>
                <p:cNvPr id="7845" name="Google Shape;7845;p12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126"/>
              <p:cNvGrpSpPr/>
              <p:nvPr/>
            </p:nvGrpSpPr>
            <p:grpSpPr>
              <a:xfrm>
                <a:off x="4478697" y="3297561"/>
                <a:ext cx="37776" cy="32451"/>
                <a:chOff x="4478697" y="3297561"/>
                <a:chExt cx="37776" cy="32451"/>
              </a:xfrm>
            </p:grpSpPr>
            <p:sp>
              <p:nvSpPr>
                <p:cNvPr id="7848" name="Google Shape;7848;p12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126"/>
              <p:cNvGrpSpPr/>
              <p:nvPr/>
            </p:nvGrpSpPr>
            <p:grpSpPr>
              <a:xfrm>
                <a:off x="4411813" y="3331711"/>
                <a:ext cx="37776" cy="32451"/>
                <a:chOff x="4411813" y="3331711"/>
                <a:chExt cx="37776" cy="32451"/>
              </a:xfrm>
            </p:grpSpPr>
            <p:sp>
              <p:nvSpPr>
                <p:cNvPr id="7851" name="Google Shape;7851;p12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126"/>
              <p:cNvGrpSpPr/>
              <p:nvPr/>
            </p:nvGrpSpPr>
            <p:grpSpPr>
              <a:xfrm>
                <a:off x="4337984" y="3375188"/>
                <a:ext cx="37776" cy="32357"/>
                <a:chOff x="4337984" y="3375188"/>
                <a:chExt cx="37776" cy="32357"/>
              </a:xfrm>
            </p:grpSpPr>
            <p:sp>
              <p:nvSpPr>
                <p:cNvPr id="7854" name="Google Shape;7854;p12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126"/>
              <p:cNvGrpSpPr/>
              <p:nvPr/>
            </p:nvGrpSpPr>
            <p:grpSpPr>
              <a:xfrm>
                <a:off x="4494867" y="3090530"/>
                <a:ext cx="37878" cy="32451"/>
                <a:chOff x="4494867" y="3090530"/>
                <a:chExt cx="37878" cy="32451"/>
              </a:xfrm>
            </p:grpSpPr>
            <p:sp>
              <p:nvSpPr>
                <p:cNvPr id="7857" name="Google Shape;7857;p12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126"/>
              <p:cNvGrpSpPr/>
              <p:nvPr/>
            </p:nvGrpSpPr>
            <p:grpSpPr>
              <a:xfrm>
                <a:off x="4525124" y="3207774"/>
                <a:ext cx="37783" cy="32420"/>
                <a:chOff x="4525124" y="3207774"/>
                <a:chExt cx="37783" cy="32420"/>
              </a:xfrm>
            </p:grpSpPr>
            <p:sp>
              <p:nvSpPr>
                <p:cNvPr id="7860" name="Google Shape;7860;p12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126"/>
              <p:cNvGrpSpPr/>
              <p:nvPr/>
            </p:nvGrpSpPr>
            <p:grpSpPr>
              <a:xfrm>
                <a:off x="4440544" y="3176479"/>
                <a:ext cx="31499" cy="26898"/>
                <a:chOff x="4440544" y="3176479"/>
                <a:chExt cx="31499" cy="26898"/>
              </a:xfrm>
            </p:grpSpPr>
            <p:sp>
              <p:nvSpPr>
                <p:cNvPr id="7863" name="Google Shape;7863;p12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126"/>
              <p:cNvGrpSpPr/>
              <p:nvPr/>
            </p:nvGrpSpPr>
            <p:grpSpPr>
              <a:xfrm>
                <a:off x="4350545" y="3156400"/>
                <a:ext cx="31405" cy="27001"/>
                <a:chOff x="4350545" y="3156400"/>
                <a:chExt cx="31405" cy="27001"/>
              </a:xfrm>
            </p:grpSpPr>
            <p:sp>
              <p:nvSpPr>
                <p:cNvPr id="7866" name="Google Shape;7866;p12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126"/>
              <p:cNvGrpSpPr/>
              <p:nvPr/>
            </p:nvGrpSpPr>
            <p:grpSpPr>
              <a:xfrm>
                <a:off x="4376703" y="3255058"/>
                <a:ext cx="31405" cy="27001"/>
                <a:chOff x="4376703" y="3255058"/>
                <a:chExt cx="31405" cy="27001"/>
              </a:xfrm>
            </p:grpSpPr>
            <p:sp>
              <p:nvSpPr>
                <p:cNvPr id="7869" name="Google Shape;7869;p12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2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26"/>
              <p:cNvGrpSpPr/>
              <p:nvPr/>
            </p:nvGrpSpPr>
            <p:grpSpPr>
              <a:xfrm>
                <a:off x="4331322" y="3283656"/>
                <a:ext cx="31405" cy="26945"/>
                <a:chOff x="4331322" y="3283656"/>
                <a:chExt cx="31405" cy="26945"/>
              </a:xfrm>
            </p:grpSpPr>
            <p:sp>
              <p:nvSpPr>
                <p:cNvPr id="7872" name="Google Shape;7872;p12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126"/>
              <p:cNvGrpSpPr/>
              <p:nvPr/>
            </p:nvGrpSpPr>
            <p:grpSpPr>
              <a:xfrm>
                <a:off x="4380510" y="3065882"/>
                <a:ext cx="31405" cy="26938"/>
                <a:chOff x="4380510" y="3065882"/>
                <a:chExt cx="31405" cy="26938"/>
              </a:xfrm>
            </p:grpSpPr>
            <p:sp>
              <p:nvSpPr>
                <p:cNvPr id="7875" name="Google Shape;7875;p12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7" name="Google Shape;7877;p126"/>
            <p:cNvGrpSpPr/>
            <p:nvPr/>
          </p:nvGrpSpPr>
          <p:grpSpPr>
            <a:xfrm>
              <a:off x="4558998" y="3188237"/>
              <a:ext cx="1280131" cy="1052746"/>
              <a:chOff x="4558998" y="3188237"/>
              <a:chExt cx="1280131" cy="1052746"/>
            </a:xfrm>
          </p:grpSpPr>
          <p:sp>
            <p:nvSpPr>
              <p:cNvPr id="7878" name="Google Shape;7878;p12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9" name="Google Shape;7879;p126"/>
              <p:cNvGrpSpPr/>
              <p:nvPr/>
            </p:nvGrpSpPr>
            <p:grpSpPr>
              <a:xfrm>
                <a:off x="4579164" y="3203653"/>
                <a:ext cx="1244833" cy="1020397"/>
                <a:chOff x="4579164" y="3203653"/>
                <a:chExt cx="1244833" cy="1020397"/>
              </a:xfrm>
            </p:grpSpPr>
            <p:sp>
              <p:nvSpPr>
                <p:cNvPr id="7880" name="Google Shape;7880;p12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2" name="Google Shape;7882;p126"/>
                <p:cNvGrpSpPr/>
                <p:nvPr/>
              </p:nvGrpSpPr>
              <p:grpSpPr>
                <a:xfrm>
                  <a:off x="4579164" y="3203653"/>
                  <a:ext cx="1244833" cy="1020397"/>
                  <a:chOff x="4579164" y="3203653"/>
                  <a:chExt cx="1244833" cy="1020397"/>
                </a:xfrm>
              </p:grpSpPr>
              <p:sp>
                <p:nvSpPr>
                  <p:cNvPr id="7883" name="Google Shape;7883;p12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2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5" name="Google Shape;7885;p126"/>
                  <p:cNvGrpSpPr/>
                  <p:nvPr/>
                </p:nvGrpSpPr>
                <p:grpSpPr>
                  <a:xfrm>
                    <a:off x="4579164" y="3203653"/>
                    <a:ext cx="1244833" cy="1020397"/>
                    <a:chOff x="4579164" y="3203653"/>
                    <a:chExt cx="1244833" cy="1020397"/>
                  </a:xfrm>
                </p:grpSpPr>
                <p:sp>
                  <p:nvSpPr>
                    <p:cNvPr id="7886" name="Google Shape;7886;p12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2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2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2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2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2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4" name="Google Shape;7894;p126"/>
                    <p:cNvGrpSpPr/>
                    <p:nvPr/>
                  </p:nvGrpSpPr>
                  <p:grpSpPr>
                    <a:xfrm>
                      <a:off x="4579164" y="3203653"/>
                      <a:ext cx="1244833" cy="1020397"/>
                      <a:chOff x="4579164" y="3203653"/>
                      <a:chExt cx="1244833" cy="1020397"/>
                    </a:xfrm>
                  </p:grpSpPr>
                  <p:sp>
                    <p:nvSpPr>
                      <p:cNvPr id="7895" name="Google Shape;7895;p12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2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126"/>
                      <p:cNvGrpSpPr/>
                      <p:nvPr/>
                    </p:nvGrpSpPr>
                    <p:grpSpPr>
                      <a:xfrm>
                        <a:off x="4579164" y="3203653"/>
                        <a:ext cx="1244833" cy="1020397"/>
                        <a:chOff x="4579164" y="3203653"/>
                        <a:chExt cx="1244833" cy="1020397"/>
                      </a:xfrm>
                    </p:grpSpPr>
                    <p:sp>
                      <p:nvSpPr>
                        <p:cNvPr id="7910" name="Google Shape;7910;p12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2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2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2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2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2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2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2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2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2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4" name="Google Shape;7934;p126"/>
                        <p:cNvGrpSpPr/>
                        <p:nvPr/>
                      </p:nvGrpSpPr>
                      <p:grpSpPr>
                        <a:xfrm>
                          <a:off x="4579164" y="3203653"/>
                          <a:ext cx="1244833" cy="1020397"/>
                          <a:chOff x="4579164" y="3203653"/>
                          <a:chExt cx="1244833" cy="1020397"/>
                        </a:xfrm>
                      </p:grpSpPr>
                      <p:sp>
                        <p:nvSpPr>
                          <p:cNvPr id="7935" name="Google Shape;7935;p12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126"/>
                          <p:cNvGrpSpPr/>
                          <p:nvPr/>
                        </p:nvGrpSpPr>
                        <p:grpSpPr>
                          <a:xfrm>
                            <a:off x="4579164" y="3203653"/>
                            <a:ext cx="1244833" cy="1020397"/>
                            <a:chOff x="4579164" y="3203653"/>
                            <a:chExt cx="1244833" cy="1020397"/>
                          </a:xfrm>
                        </p:grpSpPr>
                        <p:sp>
                          <p:nvSpPr>
                            <p:cNvPr id="7937" name="Google Shape;7937;p12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2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2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4" name="Google Shape;7944;p126"/>
                            <p:cNvGrpSpPr/>
                            <p:nvPr/>
                          </p:nvGrpSpPr>
                          <p:grpSpPr>
                            <a:xfrm>
                              <a:off x="4579164" y="3203653"/>
                              <a:ext cx="1244833" cy="1020397"/>
                              <a:chOff x="4579164" y="3203653"/>
                              <a:chExt cx="1244833" cy="1020397"/>
                            </a:xfrm>
                          </p:grpSpPr>
                          <p:sp>
                            <p:nvSpPr>
                              <p:cNvPr id="7945" name="Google Shape;7945;p12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2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2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2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2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2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2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2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2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2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2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2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2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8" name="Google Shape;7958;p126"/>
                              <p:cNvGrpSpPr/>
                              <p:nvPr/>
                            </p:nvGrpSpPr>
                            <p:grpSpPr>
                              <a:xfrm>
                                <a:off x="4579164" y="3203653"/>
                                <a:ext cx="1244833" cy="1020397"/>
                                <a:chOff x="4579164" y="3203653"/>
                                <a:chExt cx="1244833" cy="1020397"/>
                              </a:xfrm>
                            </p:grpSpPr>
                            <p:sp>
                              <p:nvSpPr>
                                <p:cNvPr id="7959" name="Google Shape;7959;p12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2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2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2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2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2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6" name="Google Shape;7966;p126"/>
                                <p:cNvGrpSpPr/>
                                <p:nvPr/>
                              </p:nvGrpSpPr>
                              <p:grpSpPr>
                                <a:xfrm>
                                  <a:off x="4579164" y="3203653"/>
                                  <a:ext cx="1244833" cy="1020397"/>
                                  <a:chOff x="4579164" y="3203653"/>
                                  <a:chExt cx="1244833" cy="1020397"/>
                                </a:xfrm>
                              </p:grpSpPr>
                              <p:sp>
                                <p:nvSpPr>
                                  <p:cNvPr id="7967" name="Google Shape;7967;p12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2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2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2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2" name="Google Shape;7972;p126"/>
                                  <p:cNvGrpSpPr/>
                                  <p:nvPr/>
                                </p:nvGrpSpPr>
                                <p:grpSpPr>
                                  <a:xfrm>
                                    <a:off x="4579164" y="3203653"/>
                                    <a:ext cx="1244833" cy="1020397"/>
                                    <a:chOff x="4579164" y="3203653"/>
                                    <a:chExt cx="1244833" cy="1020397"/>
                                  </a:xfrm>
                                </p:grpSpPr>
                                <p:sp>
                                  <p:nvSpPr>
                                    <p:cNvPr id="7973" name="Google Shape;7973;p12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2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2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2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977" name="Google Shape;7977;p12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2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80" name="Google Shape;7980;p12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981" name="Google Shape;7981;p126"/>
              <p:cNvGrpSpPr/>
              <p:nvPr/>
            </p:nvGrpSpPr>
            <p:grpSpPr>
              <a:xfrm>
                <a:off x="4595437" y="3598775"/>
                <a:ext cx="37776" cy="32451"/>
                <a:chOff x="4595437" y="3598775"/>
                <a:chExt cx="37776" cy="32451"/>
              </a:xfrm>
            </p:grpSpPr>
            <p:sp>
              <p:nvSpPr>
                <p:cNvPr id="7982" name="Google Shape;7982;p12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2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126"/>
              <p:cNvGrpSpPr/>
              <p:nvPr/>
            </p:nvGrpSpPr>
            <p:grpSpPr>
              <a:xfrm>
                <a:off x="4641864" y="3524443"/>
                <a:ext cx="37776" cy="32380"/>
                <a:chOff x="4641864" y="3524443"/>
                <a:chExt cx="37776" cy="32380"/>
              </a:xfrm>
            </p:grpSpPr>
            <p:sp>
              <p:nvSpPr>
                <p:cNvPr id="7985" name="Google Shape;7985;p12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2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126"/>
              <p:cNvGrpSpPr/>
              <p:nvPr/>
            </p:nvGrpSpPr>
            <p:grpSpPr>
              <a:xfrm>
                <a:off x="4648431" y="3893901"/>
                <a:ext cx="37776" cy="32357"/>
                <a:chOff x="4648431" y="3893901"/>
                <a:chExt cx="37776" cy="32357"/>
              </a:xfrm>
            </p:grpSpPr>
            <p:sp>
              <p:nvSpPr>
                <p:cNvPr id="7988" name="Google Shape;7988;p12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2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126"/>
              <p:cNvGrpSpPr/>
              <p:nvPr/>
            </p:nvGrpSpPr>
            <p:grpSpPr>
              <a:xfrm>
                <a:off x="4567752" y="3722908"/>
                <a:ext cx="37870" cy="32380"/>
                <a:chOff x="4567752" y="3722908"/>
                <a:chExt cx="37870" cy="32380"/>
              </a:xfrm>
            </p:grpSpPr>
            <p:sp>
              <p:nvSpPr>
                <p:cNvPr id="7991" name="Google Shape;7991;p12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126"/>
              <p:cNvGrpSpPr/>
              <p:nvPr/>
            </p:nvGrpSpPr>
            <p:grpSpPr>
              <a:xfrm>
                <a:off x="4617506" y="3652052"/>
                <a:ext cx="37783" cy="32357"/>
                <a:chOff x="4617506" y="3652052"/>
                <a:chExt cx="37783" cy="32357"/>
              </a:xfrm>
            </p:grpSpPr>
            <p:sp>
              <p:nvSpPr>
                <p:cNvPr id="7994" name="Google Shape;7994;p12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2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126"/>
              <p:cNvGrpSpPr/>
              <p:nvPr/>
            </p:nvGrpSpPr>
            <p:grpSpPr>
              <a:xfrm>
                <a:off x="4739005" y="3554149"/>
                <a:ext cx="37870" cy="32357"/>
                <a:chOff x="4739005" y="3554149"/>
                <a:chExt cx="37870" cy="32357"/>
              </a:xfrm>
            </p:grpSpPr>
            <p:sp>
              <p:nvSpPr>
                <p:cNvPr id="7997" name="Google Shape;7997;p12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2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126"/>
              <p:cNvGrpSpPr/>
              <p:nvPr/>
            </p:nvGrpSpPr>
            <p:grpSpPr>
              <a:xfrm>
                <a:off x="4806557" y="3630258"/>
                <a:ext cx="37776" cy="32364"/>
                <a:chOff x="4806557" y="3630258"/>
                <a:chExt cx="37776" cy="32364"/>
              </a:xfrm>
            </p:grpSpPr>
            <p:sp>
              <p:nvSpPr>
                <p:cNvPr id="8000" name="Google Shape;8000;p12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2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126"/>
              <p:cNvGrpSpPr/>
              <p:nvPr/>
            </p:nvGrpSpPr>
            <p:grpSpPr>
              <a:xfrm>
                <a:off x="4737007" y="4004357"/>
                <a:ext cx="37870" cy="32357"/>
                <a:chOff x="4737007" y="4004357"/>
                <a:chExt cx="37870" cy="32357"/>
              </a:xfrm>
            </p:grpSpPr>
            <p:sp>
              <p:nvSpPr>
                <p:cNvPr id="8003" name="Google Shape;8003;p12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2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126"/>
              <p:cNvGrpSpPr/>
              <p:nvPr/>
            </p:nvGrpSpPr>
            <p:grpSpPr>
              <a:xfrm>
                <a:off x="4773634" y="4208627"/>
                <a:ext cx="37776" cy="32357"/>
                <a:chOff x="4773634" y="4208627"/>
                <a:chExt cx="37776" cy="32357"/>
              </a:xfrm>
            </p:grpSpPr>
            <p:sp>
              <p:nvSpPr>
                <p:cNvPr id="8006" name="Google Shape;8006;p12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2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126"/>
              <p:cNvGrpSpPr/>
              <p:nvPr/>
            </p:nvGrpSpPr>
            <p:grpSpPr>
              <a:xfrm>
                <a:off x="4888282" y="4074764"/>
                <a:ext cx="37776" cy="32451"/>
                <a:chOff x="4888282" y="4074764"/>
                <a:chExt cx="37776" cy="32451"/>
              </a:xfrm>
            </p:grpSpPr>
            <p:sp>
              <p:nvSpPr>
                <p:cNvPr id="8009" name="Google Shape;8009;p12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2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126"/>
              <p:cNvGrpSpPr/>
              <p:nvPr/>
            </p:nvGrpSpPr>
            <p:grpSpPr>
              <a:xfrm>
                <a:off x="4901315" y="3804271"/>
                <a:ext cx="37776" cy="32364"/>
                <a:chOff x="4901315" y="3804271"/>
                <a:chExt cx="37776" cy="32364"/>
              </a:xfrm>
            </p:grpSpPr>
            <p:sp>
              <p:nvSpPr>
                <p:cNvPr id="8012" name="Google Shape;8012;p12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2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126"/>
              <p:cNvGrpSpPr/>
              <p:nvPr/>
            </p:nvGrpSpPr>
            <p:grpSpPr>
              <a:xfrm>
                <a:off x="4866394" y="3715035"/>
                <a:ext cx="37846" cy="32357"/>
                <a:chOff x="4866394" y="3715035"/>
                <a:chExt cx="37846" cy="32357"/>
              </a:xfrm>
            </p:grpSpPr>
            <p:sp>
              <p:nvSpPr>
                <p:cNvPr id="8015" name="Google Shape;8015;p12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2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126"/>
              <p:cNvGrpSpPr/>
              <p:nvPr/>
            </p:nvGrpSpPr>
            <p:grpSpPr>
              <a:xfrm>
                <a:off x="4979233" y="3839798"/>
                <a:ext cx="37878" cy="32420"/>
                <a:chOff x="4979233" y="3839798"/>
                <a:chExt cx="37878" cy="32420"/>
              </a:xfrm>
            </p:grpSpPr>
            <p:sp>
              <p:nvSpPr>
                <p:cNvPr id="8018" name="Google Shape;8018;p12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2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126"/>
              <p:cNvGrpSpPr/>
              <p:nvPr/>
            </p:nvGrpSpPr>
            <p:grpSpPr>
              <a:xfrm>
                <a:off x="4790662" y="3679147"/>
                <a:ext cx="37783" cy="32380"/>
                <a:chOff x="4790662" y="3679147"/>
                <a:chExt cx="37783" cy="32380"/>
              </a:xfrm>
            </p:grpSpPr>
            <p:sp>
              <p:nvSpPr>
                <p:cNvPr id="8021" name="Google Shape;8021;p12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2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126"/>
              <p:cNvGrpSpPr/>
              <p:nvPr/>
            </p:nvGrpSpPr>
            <p:grpSpPr>
              <a:xfrm>
                <a:off x="4857263" y="3557861"/>
                <a:ext cx="37776" cy="32357"/>
                <a:chOff x="4857263" y="3557861"/>
                <a:chExt cx="37776" cy="32357"/>
              </a:xfrm>
            </p:grpSpPr>
            <p:sp>
              <p:nvSpPr>
                <p:cNvPr id="8024" name="Google Shape;8024;p12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2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126"/>
              <p:cNvGrpSpPr/>
              <p:nvPr/>
            </p:nvGrpSpPr>
            <p:grpSpPr>
              <a:xfrm>
                <a:off x="4883902" y="3648033"/>
                <a:ext cx="37783" cy="32380"/>
                <a:chOff x="4883902" y="3648033"/>
                <a:chExt cx="37783" cy="32380"/>
              </a:xfrm>
            </p:grpSpPr>
            <p:sp>
              <p:nvSpPr>
                <p:cNvPr id="8027" name="Google Shape;8027;p12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126"/>
              <p:cNvGrpSpPr/>
              <p:nvPr/>
            </p:nvGrpSpPr>
            <p:grpSpPr>
              <a:xfrm>
                <a:off x="4907780" y="3347220"/>
                <a:ext cx="37878" cy="32357"/>
                <a:chOff x="4907780" y="3347220"/>
                <a:chExt cx="37878" cy="32357"/>
              </a:xfrm>
            </p:grpSpPr>
            <p:sp>
              <p:nvSpPr>
                <p:cNvPr id="8030" name="Google Shape;8030;p12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126"/>
              <p:cNvGrpSpPr/>
              <p:nvPr/>
            </p:nvGrpSpPr>
            <p:grpSpPr>
              <a:xfrm>
                <a:off x="5065048" y="3738150"/>
                <a:ext cx="37783" cy="32364"/>
                <a:chOff x="5065048" y="3738150"/>
                <a:chExt cx="37783" cy="32364"/>
              </a:xfrm>
            </p:grpSpPr>
            <p:sp>
              <p:nvSpPr>
                <p:cNvPr id="8033" name="Google Shape;8033;p12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126"/>
              <p:cNvGrpSpPr/>
              <p:nvPr/>
            </p:nvGrpSpPr>
            <p:grpSpPr>
              <a:xfrm>
                <a:off x="5071616" y="3284615"/>
                <a:ext cx="37783" cy="32357"/>
                <a:chOff x="5071616" y="3284615"/>
                <a:chExt cx="37783" cy="32357"/>
              </a:xfrm>
            </p:grpSpPr>
            <p:sp>
              <p:nvSpPr>
                <p:cNvPr id="8036" name="Google Shape;8036;p12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2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126"/>
              <p:cNvGrpSpPr/>
              <p:nvPr/>
            </p:nvGrpSpPr>
            <p:grpSpPr>
              <a:xfrm>
                <a:off x="5389291" y="3759921"/>
                <a:ext cx="37783" cy="32380"/>
                <a:chOff x="5389291" y="3759921"/>
                <a:chExt cx="37783" cy="32380"/>
              </a:xfrm>
            </p:grpSpPr>
            <p:sp>
              <p:nvSpPr>
                <p:cNvPr id="8039" name="Google Shape;8039;p12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2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126"/>
              <p:cNvGrpSpPr/>
              <p:nvPr/>
            </p:nvGrpSpPr>
            <p:grpSpPr>
              <a:xfrm>
                <a:off x="5431534" y="3632932"/>
                <a:ext cx="37878" cy="32451"/>
                <a:chOff x="5431534" y="3632932"/>
                <a:chExt cx="37878" cy="32451"/>
              </a:xfrm>
            </p:grpSpPr>
            <p:sp>
              <p:nvSpPr>
                <p:cNvPr id="8042" name="Google Shape;8042;p12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2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126"/>
              <p:cNvGrpSpPr/>
              <p:nvPr/>
            </p:nvGrpSpPr>
            <p:grpSpPr>
              <a:xfrm>
                <a:off x="5540755" y="3544829"/>
                <a:ext cx="37783" cy="32357"/>
                <a:chOff x="5540755" y="3544829"/>
                <a:chExt cx="37783" cy="32357"/>
              </a:xfrm>
            </p:grpSpPr>
            <p:sp>
              <p:nvSpPr>
                <p:cNvPr id="8045" name="Google Shape;8045;p12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2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126"/>
              <p:cNvGrpSpPr/>
              <p:nvPr/>
            </p:nvGrpSpPr>
            <p:grpSpPr>
              <a:xfrm>
                <a:off x="5579293" y="3412107"/>
                <a:ext cx="37776" cy="32357"/>
                <a:chOff x="5579293" y="3412107"/>
                <a:chExt cx="37776" cy="32357"/>
              </a:xfrm>
            </p:grpSpPr>
            <p:sp>
              <p:nvSpPr>
                <p:cNvPr id="8048" name="Google Shape;8048;p12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2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126"/>
              <p:cNvGrpSpPr/>
              <p:nvPr/>
            </p:nvGrpSpPr>
            <p:grpSpPr>
              <a:xfrm>
                <a:off x="5801346" y="3284615"/>
                <a:ext cx="37783" cy="32357"/>
                <a:chOff x="5801346" y="3284615"/>
                <a:chExt cx="37783" cy="32357"/>
              </a:xfrm>
            </p:grpSpPr>
            <p:sp>
              <p:nvSpPr>
                <p:cNvPr id="8051" name="Google Shape;8051;p12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2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126"/>
              <p:cNvGrpSpPr/>
              <p:nvPr/>
            </p:nvGrpSpPr>
            <p:grpSpPr>
              <a:xfrm>
                <a:off x="5763578" y="3399067"/>
                <a:ext cx="37776" cy="32364"/>
                <a:chOff x="5763578" y="3399067"/>
                <a:chExt cx="37776" cy="32364"/>
              </a:xfrm>
            </p:grpSpPr>
            <p:sp>
              <p:nvSpPr>
                <p:cNvPr id="8054" name="Google Shape;8054;p12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2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126"/>
              <p:cNvGrpSpPr/>
              <p:nvPr/>
            </p:nvGrpSpPr>
            <p:grpSpPr>
              <a:xfrm>
                <a:off x="5395858" y="3230952"/>
                <a:ext cx="37776" cy="32364"/>
                <a:chOff x="5395858" y="3230952"/>
                <a:chExt cx="37776" cy="32364"/>
              </a:xfrm>
            </p:grpSpPr>
            <p:sp>
              <p:nvSpPr>
                <p:cNvPr id="8057" name="Google Shape;8057;p12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2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126"/>
              <p:cNvGrpSpPr/>
              <p:nvPr/>
            </p:nvGrpSpPr>
            <p:grpSpPr>
              <a:xfrm>
                <a:off x="5264088" y="3188237"/>
                <a:ext cx="37776" cy="32357"/>
                <a:chOff x="5264088" y="3188237"/>
                <a:chExt cx="37776" cy="32357"/>
              </a:xfrm>
            </p:grpSpPr>
            <p:sp>
              <p:nvSpPr>
                <p:cNvPr id="8060" name="Google Shape;8060;p12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2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126"/>
              <p:cNvGrpSpPr/>
              <p:nvPr/>
            </p:nvGrpSpPr>
            <p:grpSpPr>
              <a:xfrm>
                <a:off x="5585758" y="3237425"/>
                <a:ext cx="37878" cy="32357"/>
                <a:chOff x="5585758" y="3237425"/>
                <a:chExt cx="37878" cy="32357"/>
              </a:xfrm>
            </p:grpSpPr>
            <p:sp>
              <p:nvSpPr>
                <p:cNvPr id="8063" name="Google Shape;8063;p12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2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126"/>
              <p:cNvGrpSpPr/>
              <p:nvPr/>
            </p:nvGrpSpPr>
            <p:grpSpPr>
              <a:xfrm>
                <a:off x="4874196" y="3291088"/>
                <a:ext cx="37878" cy="32451"/>
                <a:chOff x="4874196" y="3291088"/>
                <a:chExt cx="37878" cy="32451"/>
              </a:xfrm>
            </p:grpSpPr>
            <p:sp>
              <p:nvSpPr>
                <p:cNvPr id="8066" name="Google Shape;8066;p12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2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126"/>
              <p:cNvGrpSpPr/>
              <p:nvPr/>
            </p:nvGrpSpPr>
            <p:grpSpPr>
              <a:xfrm>
                <a:off x="5197770" y="3785466"/>
                <a:ext cx="37783" cy="32427"/>
                <a:chOff x="5197770" y="3785466"/>
                <a:chExt cx="37783" cy="32427"/>
              </a:xfrm>
            </p:grpSpPr>
            <p:sp>
              <p:nvSpPr>
                <p:cNvPr id="8069" name="Google Shape;8069;p12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2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126"/>
              <p:cNvGrpSpPr/>
              <p:nvPr/>
            </p:nvGrpSpPr>
            <p:grpSpPr>
              <a:xfrm>
                <a:off x="5177699" y="3492117"/>
                <a:ext cx="37776" cy="32357"/>
                <a:chOff x="5177699" y="3492117"/>
                <a:chExt cx="37776" cy="32357"/>
              </a:xfrm>
            </p:grpSpPr>
            <p:sp>
              <p:nvSpPr>
                <p:cNvPr id="8072" name="Google Shape;8072;p12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2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126"/>
              <p:cNvGrpSpPr/>
              <p:nvPr/>
            </p:nvGrpSpPr>
            <p:grpSpPr>
              <a:xfrm>
                <a:off x="5349431" y="3622346"/>
                <a:ext cx="37870" cy="32380"/>
                <a:chOff x="5349431" y="3622346"/>
                <a:chExt cx="37870" cy="32380"/>
              </a:xfrm>
            </p:grpSpPr>
            <p:sp>
              <p:nvSpPr>
                <p:cNvPr id="8075" name="Google Shape;8075;p12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2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126"/>
              <p:cNvGrpSpPr/>
              <p:nvPr/>
            </p:nvGrpSpPr>
            <p:grpSpPr>
              <a:xfrm>
                <a:off x="5068855" y="3563980"/>
                <a:ext cx="53954" cy="46223"/>
                <a:chOff x="5068855" y="3563980"/>
                <a:chExt cx="53954" cy="46223"/>
              </a:xfrm>
            </p:grpSpPr>
            <p:sp>
              <p:nvSpPr>
                <p:cNvPr id="8078" name="Google Shape;8078;p12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2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126"/>
              <p:cNvGrpSpPr/>
              <p:nvPr/>
            </p:nvGrpSpPr>
            <p:grpSpPr>
              <a:xfrm>
                <a:off x="5037654" y="3392507"/>
                <a:ext cx="37870" cy="32451"/>
                <a:chOff x="5037654" y="3392507"/>
                <a:chExt cx="37870" cy="32451"/>
              </a:xfrm>
            </p:grpSpPr>
            <p:sp>
              <p:nvSpPr>
                <p:cNvPr id="8081" name="Google Shape;8081;p12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2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126"/>
              <p:cNvGrpSpPr/>
              <p:nvPr/>
            </p:nvGrpSpPr>
            <p:grpSpPr>
              <a:xfrm>
                <a:off x="5456560" y="3368629"/>
                <a:ext cx="37870" cy="32451"/>
                <a:chOff x="5456560" y="3368629"/>
                <a:chExt cx="37870" cy="32451"/>
              </a:xfrm>
            </p:grpSpPr>
            <p:sp>
              <p:nvSpPr>
                <p:cNvPr id="8084" name="Google Shape;8084;p12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2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126"/>
              <p:cNvGrpSpPr/>
              <p:nvPr/>
            </p:nvGrpSpPr>
            <p:grpSpPr>
              <a:xfrm>
                <a:off x="4755749" y="3501516"/>
                <a:ext cx="46246" cy="39608"/>
                <a:chOff x="4755749" y="3501516"/>
                <a:chExt cx="46246" cy="39608"/>
              </a:xfrm>
            </p:grpSpPr>
            <p:sp>
              <p:nvSpPr>
                <p:cNvPr id="8087" name="Google Shape;8087;p12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2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126"/>
              <p:cNvGrpSpPr/>
              <p:nvPr/>
            </p:nvGrpSpPr>
            <p:grpSpPr>
              <a:xfrm>
                <a:off x="4681346" y="3485582"/>
                <a:ext cx="37783" cy="32427"/>
                <a:chOff x="4681346" y="3485582"/>
                <a:chExt cx="37783" cy="32427"/>
              </a:xfrm>
            </p:grpSpPr>
            <p:sp>
              <p:nvSpPr>
                <p:cNvPr id="8090" name="Google Shape;8090;p12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2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126"/>
              <p:cNvGrpSpPr/>
              <p:nvPr/>
            </p:nvGrpSpPr>
            <p:grpSpPr>
              <a:xfrm>
                <a:off x="4767067" y="3291088"/>
                <a:ext cx="37878" cy="32451"/>
                <a:chOff x="4767067" y="3291088"/>
                <a:chExt cx="37878" cy="32451"/>
              </a:xfrm>
            </p:grpSpPr>
            <p:sp>
              <p:nvSpPr>
                <p:cNvPr id="8093" name="Google Shape;8093;p12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2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126"/>
              <p:cNvGrpSpPr/>
              <p:nvPr/>
            </p:nvGrpSpPr>
            <p:grpSpPr>
              <a:xfrm>
                <a:off x="4687819" y="3405539"/>
                <a:ext cx="37776" cy="32451"/>
                <a:chOff x="4687819" y="3405539"/>
                <a:chExt cx="37776" cy="32451"/>
              </a:xfrm>
            </p:grpSpPr>
            <p:sp>
              <p:nvSpPr>
                <p:cNvPr id="8096" name="Google Shape;8096;p12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2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126"/>
              <p:cNvGrpSpPr/>
              <p:nvPr/>
            </p:nvGrpSpPr>
            <p:grpSpPr>
              <a:xfrm>
                <a:off x="4923101" y="3444809"/>
                <a:ext cx="52813" cy="45318"/>
                <a:chOff x="4923101" y="3444809"/>
                <a:chExt cx="52813" cy="45318"/>
              </a:xfrm>
            </p:grpSpPr>
            <p:sp>
              <p:nvSpPr>
                <p:cNvPr id="8099" name="Google Shape;8099;p12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2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126"/>
              <p:cNvGrpSpPr/>
              <p:nvPr/>
            </p:nvGrpSpPr>
            <p:grpSpPr>
              <a:xfrm>
                <a:off x="4846040" y="3654750"/>
                <a:ext cx="31405" cy="26993"/>
                <a:chOff x="4846040" y="3654750"/>
                <a:chExt cx="31405" cy="26993"/>
              </a:xfrm>
            </p:grpSpPr>
            <p:sp>
              <p:nvSpPr>
                <p:cNvPr id="8102" name="Google Shape;8102;p12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2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126"/>
              <p:cNvGrpSpPr/>
              <p:nvPr/>
            </p:nvGrpSpPr>
            <p:grpSpPr>
              <a:xfrm>
                <a:off x="4925673" y="3691700"/>
                <a:ext cx="40253" cy="34472"/>
                <a:chOff x="4925673" y="3691700"/>
                <a:chExt cx="40253" cy="34472"/>
              </a:xfrm>
            </p:grpSpPr>
            <p:sp>
              <p:nvSpPr>
                <p:cNvPr id="8105" name="Google Shape;8105;p12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2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126"/>
              <p:cNvGrpSpPr/>
              <p:nvPr/>
            </p:nvGrpSpPr>
            <p:grpSpPr>
              <a:xfrm>
                <a:off x="4894653" y="3740848"/>
                <a:ext cx="31405" cy="26906"/>
                <a:chOff x="4894653" y="3740848"/>
                <a:chExt cx="31405" cy="26906"/>
              </a:xfrm>
            </p:grpSpPr>
            <p:sp>
              <p:nvSpPr>
                <p:cNvPr id="8108" name="Google Shape;8108;p12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2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126"/>
              <p:cNvGrpSpPr/>
              <p:nvPr/>
            </p:nvGrpSpPr>
            <p:grpSpPr>
              <a:xfrm>
                <a:off x="4962300" y="3696348"/>
                <a:ext cx="38255" cy="32773"/>
                <a:chOff x="4962300" y="3696348"/>
                <a:chExt cx="38255" cy="32773"/>
              </a:xfrm>
            </p:grpSpPr>
            <p:sp>
              <p:nvSpPr>
                <p:cNvPr id="8111" name="Google Shape;8111;p12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2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126"/>
              <p:cNvGrpSpPr/>
              <p:nvPr/>
            </p:nvGrpSpPr>
            <p:grpSpPr>
              <a:xfrm>
                <a:off x="4980185" y="3743349"/>
                <a:ext cx="31499" cy="26969"/>
                <a:chOff x="4980185" y="3743349"/>
                <a:chExt cx="31499" cy="26969"/>
              </a:xfrm>
            </p:grpSpPr>
            <p:sp>
              <p:nvSpPr>
                <p:cNvPr id="8114" name="Google Shape;8114;p12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2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126"/>
              <p:cNvGrpSpPr/>
              <p:nvPr/>
            </p:nvGrpSpPr>
            <p:grpSpPr>
              <a:xfrm>
                <a:off x="5013768" y="3734312"/>
                <a:ext cx="31499" cy="26969"/>
                <a:chOff x="5013768" y="3734312"/>
                <a:chExt cx="31499" cy="26969"/>
              </a:xfrm>
            </p:grpSpPr>
            <p:sp>
              <p:nvSpPr>
                <p:cNvPr id="8117" name="Google Shape;8117;p12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2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126"/>
              <p:cNvGrpSpPr/>
              <p:nvPr/>
            </p:nvGrpSpPr>
            <p:grpSpPr>
              <a:xfrm>
                <a:off x="5036703" y="3764545"/>
                <a:ext cx="31499" cy="26898"/>
                <a:chOff x="5036703" y="3764545"/>
                <a:chExt cx="31499" cy="26898"/>
              </a:xfrm>
            </p:grpSpPr>
            <p:sp>
              <p:nvSpPr>
                <p:cNvPr id="8120" name="Google Shape;8120;p12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2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126"/>
              <p:cNvGrpSpPr/>
              <p:nvPr/>
            </p:nvGrpSpPr>
            <p:grpSpPr>
              <a:xfrm>
                <a:off x="4953546" y="3768352"/>
                <a:ext cx="31405" cy="26898"/>
                <a:chOff x="4953546" y="3768352"/>
                <a:chExt cx="31405" cy="26898"/>
              </a:xfrm>
            </p:grpSpPr>
            <p:sp>
              <p:nvSpPr>
                <p:cNvPr id="8123" name="Google Shape;8123;p12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2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126"/>
              <p:cNvGrpSpPr/>
              <p:nvPr/>
            </p:nvGrpSpPr>
            <p:grpSpPr>
              <a:xfrm>
                <a:off x="4964770" y="3814016"/>
                <a:ext cx="31499" cy="26993"/>
                <a:chOff x="4964770" y="3814016"/>
                <a:chExt cx="31499" cy="26993"/>
              </a:xfrm>
            </p:grpSpPr>
            <p:sp>
              <p:nvSpPr>
                <p:cNvPr id="8126" name="Google Shape;8126;p12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2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126"/>
              <p:cNvGrpSpPr/>
              <p:nvPr/>
            </p:nvGrpSpPr>
            <p:grpSpPr>
              <a:xfrm>
                <a:off x="4923290" y="3800504"/>
                <a:ext cx="31468" cy="26898"/>
                <a:chOff x="4923290" y="3800504"/>
                <a:chExt cx="31468" cy="26898"/>
              </a:xfrm>
            </p:grpSpPr>
            <p:sp>
              <p:nvSpPr>
                <p:cNvPr id="8129" name="Google Shape;8129;p12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2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126"/>
              <p:cNvGrpSpPr/>
              <p:nvPr/>
            </p:nvGrpSpPr>
            <p:grpSpPr>
              <a:xfrm>
                <a:off x="5108534" y="3650943"/>
                <a:ext cx="31405" cy="26993"/>
                <a:chOff x="5108534" y="3650943"/>
                <a:chExt cx="31405" cy="26993"/>
              </a:xfrm>
            </p:grpSpPr>
            <p:sp>
              <p:nvSpPr>
                <p:cNvPr id="8132" name="Google Shape;8132;p12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2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126"/>
              <p:cNvGrpSpPr/>
              <p:nvPr/>
            </p:nvGrpSpPr>
            <p:grpSpPr>
              <a:xfrm>
                <a:off x="5119380" y="3760739"/>
                <a:ext cx="31499" cy="26993"/>
                <a:chOff x="5119380" y="3760739"/>
                <a:chExt cx="31499" cy="26993"/>
              </a:xfrm>
            </p:grpSpPr>
            <p:sp>
              <p:nvSpPr>
                <p:cNvPr id="8135" name="Google Shape;8135;p12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2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126"/>
              <p:cNvGrpSpPr/>
              <p:nvPr/>
            </p:nvGrpSpPr>
            <p:grpSpPr>
              <a:xfrm>
                <a:off x="5119380" y="3788235"/>
                <a:ext cx="31499" cy="26993"/>
                <a:chOff x="5119380" y="3788235"/>
                <a:chExt cx="31499" cy="26993"/>
              </a:xfrm>
            </p:grpSpPr>
            <p:sp>
              <p:nvSpPr>
                <p:cNvPr id="8138" name="Google Shape;8138;p12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2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126"/>
              <p:cNvGrpSpPr/>
              <p:nvPr/>
            </p:nvGrpSpPr>
            <p:grpSpPr>
              <a:xfrm>
                <a:off x="5158005" y="3875284"/>
                <a:ext cx="31405" cy="27001"/>
                <a:chOff x="5158005" y="3875284"/>
                <a:chExt cx="31405" cy="27001"/>
              </a:xfrm>
            </p:grpSpPr>
            <p:sp>
              <p:nvSpPr>
                <p:cNvPr id="8141" name="Google Shape;8141;p12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2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126"/>
              <p:cNvGrpSpPr/>
              <p:nvPr/>
            </p:nvGrpSpPr>
            <p:grpSpPr>
              <a:xfrm>
                <a:off x="5233163" y="3764545"/>
                <a:ext cx="31499" cy="26898"/>
                <a:chOff x="5233163" y="3764545"/>
                <a:chExt cx="31499" cy="26898"/>
              </a:xfrm>
            </p:grpSpPr>
            <p:sp>
              <p:nvSpPr>
                <p:cNvPr id="8144" name="Google Shape;8144;p12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2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126"/>
              <p:cNvGrpSpPr/>
              <p:nvPr/>
            </p:nvGrpSpPr>
            <p:grpSpPr>
              <a:xfrm>
                <a:off x="5276168" y="3805545"/>
                <a:ext cx="31499" cy="26906"/>
                <a:chOff x="5276168" y="3805545"/>
                <a:chExt cx="31499" cy="26906"/>
              </a:xfrm>
            </p:grpSpPr>
            <p:sp>
              <p:nvSpPr>
                <p:cNvPr id="8147" name="Google Shape;8147;p12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2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126"/>
              <p:cNvGrpSpPr/>
              <p:nvPr/>
            </p:nvGrpSpPr>
            <p:grpSpPr>
              <a:xfrm>
                <a:off x="5294053" y="3851933"/>
                <a:ext cx="31405" cy="26945"/>
                <a:chOff x="5294053" y="3851933"/>
                <a:chExt cx="31405" cy="26945"/>
              </a:xfrm>
            </p:grpSpPr>
            <p:sp>
              <p:nvSpPr>
                <p:cNvPr id="8150" name="Google Shape;8150;p12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2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126"/>
              <p:cNvGrpSpPr/>
              <p:nvPr/>
            </p:nvGrpSpPr>
            <p:grpSpPr>
              <a:xfrm>
                <a:off x="5341723" y="3851902"/>
                <a:ext cx="31405" cy="26977"/>
                <a:chOff x="5341723" y="3851902"/>
                <a:chExt cx="31405" cy="26977"/>
              </a:xfrm>
            </p:grpSpPr>
            <p:sp>
              <p:nvSpPr>
                <p:cNvPr id="8153" name="Google Shape;8153;p12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2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126"/>
              <p:cNvGrpSpPr/>
              <p:nvPr/>
            </p:nvGrpSpPr>
            <p:grpSpPr>
              <a:xfrm>
                <a:off x="5054871" y="3507855"/>
                <a:ext cx="31405" cy="26993"/>
                <a:chOff x="5054871" y="3507855"/>
                <a:chExt cx="31405" cy="26993"/>
              </a:xfrm>
            </p:grpSpPr>
            <p:sp>
              <p:nvSpPr>
                <p:cNvPr id="8156" name="Google Shape;8156;p12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2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126"/>
              <p:cNvGrpSpPr/>
              <p:nvPr/>
            </p:nvGrpSpPr>
            <p:grpSpPr>
              <a:xfrm>
                <a:off x="4876579" y="3675325"/>
                <a:ext cx="31405" cy="26969"/>
                <a:chOff x="4876579" y="3675325"/>
                <a:chExt cx="31405" cy="26969"/>
              </a:xfrm>
            </p:grpSpPr>
            <p:sp>
              <p:nvSpPr>
                <p:cNvPr id="8159" name="Google Shape;8159;p12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2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126"/>
              <p:cNvGrpSpPr/>
              <p:nvPr/>
            </p:nvGrpSpPr>
            <p:grpSpPr>
              <a:xfrm>
                <a:off x="4842233" y="3688333"/>
                <a:ext cx="31405" cy="26993"/>
                <a:chOff x="4842233" y="3688333"/>
                <a:chExt cx="31405" cy="26993"/>
              </a:xfrm>
            </p:grpSpPr>
            <p:sp>
              <p:nvSpPr>
                <p:cNvPr id="8162" name="Google Shape;8162;p12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2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126"/>
              <p:cNvGrpSpPr/>
              <p:nvPr/>
            </p:nvGrpSpPr>
            <p:grpSpPr>
              <a:xfrm>
                <a:off x="5187876" y="3608032"/>
                <a:ext cx="31405" cy="27001"/>
                <a:chOff x="5187876" y="3608032"/>
                <a:chExt cx="31405" cy="27001"/>
              </a:xfrm>
            </p:grpSpPr>
            <p:sp>
              <p:nvSpPr>
                <p:cNvPr id="8165" name="Google Shape;8165;p12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2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7" name="Google Shape;8167;p12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2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9" name="Google Shape;8169;p126"/>
              <p:cNvGrpSpPr/>
              <p:nvPr/>
            </p:nvGrpSpPr>
            <p:grpSpPr>
              <a:xfrm>
                <a:off x="5269224" y="3304167"/>
                <a:ext cx="40253" cy="34402"/>
                <a:chOff x="5269224" y="3304167"/>
                <a:chExt cx="40253" cy="34402"/>
              </a:xfrm>
            </p:grpSpPr>
            <p:sp>
              <p:nvSpPr>
                <p:cNvPr id="8170" name="Google Shape;8170;p12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2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126"/>
              <p:cNvGrpSpPr/>
              <p:nvPr/>
            </p:nvGrpSpPr>
            <p:grpSpPr>
              <a:xfrm>
                <a:off x="5327354" y="3476615"/>
                <a:ext cx="49864" cy="42723"/>
                <a:chOff x="5327354" y="3476615"/>
                <a:chExt cx="49864" cy="42723"/>
              </a:xfrm>
            </p:grpSpPr>
            <p:sp>
              <p:nvSpPr>
                <p:cNvPr id="8173" name="Google Shape;8173;p12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2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5" name="Google Shape;8175;p12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2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7" name="Google Shape;8177;p126"/>
              <p:cNvGrpSpPr/>
              <p:nvPr/>
            </p:nvGrpSpPr>
            <p:grpSpPr>
              <a:xfrm>
                <a:off x="5341723" y="3775957"/>
                <a:ext cx="31405" cy="26898"/>
                <a:chOff x="5341723" y="3775957"/>
                <a:chExt cx="31405" cy="26898"/>
              </a:xfrm>
            </p:grpSpPr>
            <p:sp>
              <p:nvSpPr>
                <p:cNvPr id="8178" name="Google Shape;8178;p12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2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126"/>
              <p:cNvGrpSpPr/>
              <p:nvPr/>
            </p:nvGrpSpPr>
            <p:grpSpPr>
              <a:xfrm>
                <a:off x="5439053" y="3699274"/>
                <a:ext cx="31405" cy="26898"/>
                <a:chOff x="5439053" y="3699274"/>
                <a:chExt cx="31405" cy="26898"/>
              </a:xfrm>
            </p:grpSpPr>
            <p:sp>
              <p:nvSpPr>
                <p:cNvPr id="8181" name="Google Shape;8181;p12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2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126"/>
              <p:cNvGrpSpPr/>
              <p:nvPr/>
            </p:nvGrpSpPr>
            <p:grpSpPr>
              <a:xfrm>
                <a:off x="5412414" y="3622307"/>
                <a:ext cx="31499" cy="26993"/>
                <a:chOff x="5412414" y="3622307"/>
                <a:chExt cx="31499" cy="26993"/>
              </a:xfrm>
            </p:grpSpPr>
            <p:sp>
              <p:nvSpPr>
                <p:cNvPr id="8184" name="Google Shape;8184;p12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2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126"/>
              <p:cNvGrpSpPr/>
              <p:nvPr/>
            </p:nvGrpSpPr>
            <p:grpSpPr>
              <a:xfrm>
                <a:off x="5476254" y="3473949"/>
                <a:ext cx="26835" cy="26930"/>
                <a:chOff x="5476254" y="3473949"/>
                <a:chExt cx="26835" cy="26930"/>
              </a:xfrm>
            </p:grpSpPr>
            <p:sp>
              <p:nvSpPr>
                <p:cNvPr id="8187" name="Google Shape;8187;p12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2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126"/>
              <p:cNvGrpSpPr/>
              <p:nvPr/>
            </p:nvGrpSpPr>
            <p:grpSpPr>
              <a:xfrm>
                <a:off x="5564547" y="3481594"/>
                <a:ext cx="31397" cy="26898"/>
                <a:chOff x="5564547" y="3481594"/>
                <a:chExt cx="31397" cy="26898"/>
              </a:xfrm>
            </p:grpSpPr>
            <p:sp>
              <p:nvSpPr>
                <p:cNvPr id="8190" name="Google Shape;8190;p12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2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126"/>
              <p:cNvGrpSpPr/>
              <p:nvPr/>
            </p:nvGrpSpPr>
            <p:grpSpPr>
              <a:xfrm>
                <a:off x="5534101" y="3470174"/>
                <a:ext cx="31397" cy="26906"/>
                <a:chOff x="5534101" y="3470174"/>
                <a:chExt cx="31397" cy="26906"/>
              </a:xfrm>
            </p:grpSpPr>
            <p:sp>
              <p:nvSpPr>
                <p:cNvPr id="8193" name="Google Shape;8193;p12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2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126"/>
              <p:cNvGrpSpPr/>
              <p:nvPr/>
            </p:nvGrpSpPr>
            <p:grpSpPr>
              <a:xfrm>
                <a:off x="5610879" y="3314486"/>
                <a:ext cx="31499" cy="26938"/>
                <a:chOff x="5610879" y="3314486"/>
                <a:chExt cx="31499" cy="26938"/>
              </a:xfrm>
            </p:grpSpPr>
            <p:sp>
              <p:nvSpPr>
                <p:cNvPr id="8196" name="Google Shape;8196;p12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2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126"/>
              <p:cNvGrpSpPr/>
              <p:nvPr/>
            </p:nvGrpSpPr>
            <p:grpSpPr>
              <a:xfrm>
                <a:off x="4834525" y="3501382"/>
                <a:ext cx="31499" cy="26898"/>
                <a:chOff x="4834525" y="3501382"/>
                <a:chExt cx="31499" cy="26898"/>
              </a:xfrm>
            </p:grpSpPr>
            <p:sp>
              <p:nvSpPr>
                <p:cNvPr id="8199" name="Google Shape;8199;p12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2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126"/>
              <p:cNvGrpSpPr/>
              <p:nvPr/>
            </p:nvGrpSpPr>
            <p:grpSpPr>
              <a:xfrm>
                <a:off x="4898460" y="3580158"/>
                <a:ext cx="31405" cy="26898"/>
                <a:chOff x="4898460" y="3580158"/>
                <a:chExt cx="31405" cy="26898"/>
              </a:xfrm>
            </p:grpSpPr>
            <p:sp>
              <p:nvSpPr>
                <p:cNvPr id="8202" name="Google Shape;8202;p12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2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126"/>
              <p:cNvGrpSpPr/>
              <p:nvPr/>
            </p:nvGrpSpPr>
            <p:grpSpPr>
              <a:xfrm>
                <a:off x="4882667" y="3608032"/>
                <a:ext cx="31499" cy="27001"/>
                <a:chOff x="4882667" y="3608032"/>
                <a:chExt cx="31499" cy="27001"/>
              </a:xfrm>
            </p:grpSpPr>
            <p:sp>
              <p:nvSpPr>
                <p:cNvPr id="8205" name="Google Shape;8205;p12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2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126"/>
              <p:cNvGrpSpPr/>
              <p:nvPr/>
            </p:nvGrpSpPr>
            <p:grpSpPr>
              <a:xfrm>
                <a:off x="4843373" y="3631407"/>
                <a:ext cx="16273" cy="16186"/>
                <a:chOff x="4843373" y="3631407"/>
                <a:chExt cx="16273" cy="16186"/>
              </a:xfrm>
            </p:grpSpPr>
            <p:sp>
              <p:nvSpPr>
                <p:cNvPr id="8208" name="Google Shape;8208;p12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2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126"/>
              <p:cNvGrpSpPr/>
              <p:nvPr/>
            </p:nvGrpSpPr>
            <p:grpSpPr>
              <a:xfrm>
                <a:off x="4727773" y="3591578"/>
                <a:ext cx="31499" cy="26898"/>
                <a:chOff x="4727773" y="3591578"/>
                <a:chExt cx="31499" cy="26898"/>
              </a:xfrm>
            </p:grpSpPr>
            <p:sp>
              <p:nvSpPr>
                <p:cNvPr id="8211" name="Google Shape;8211;p12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2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3" name="Google Shape;8213;p12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2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5" name="Google Shape;8215;p126"/>
              <p:cNvGrpSpPr/>
              <p:nvPr/>
            </p:nvGrpSpPr>
            <p:grpSpPr>
              <a:xfrm>
                <a:off x="4609421" y="3577398"/>
                <a:ext cx="31499" cy="27001"/>
                <a:chOff x="4609421" y="3577398"/>
                <a:chExt cx="31499" cy="27001"/>
              </a:xfrm>
            </p:grpSpPr>
            <p:sp>
              <p:nvSpPr>
                <p:cNvPr id="8216" name="Google Shape;8216;p12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2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126"/>
              <p:cNvGrpSpPr/>
              <p:nvPr/>
            </p:nvGrpSpPr>
            <p:grpSpPr>
              <a:xfrm>
                <a:off x="4649289" y="3577398"/>
                <a:ext cx="31499" cy="27001"/>
                <a:chOff x="4649289" y="3577398"/>
                <a:chExt cx="31499" cy="27001"/>
              </a:xfrm>
            </p:grpSpPr>
            <p:sp>
              <p:nvSpPr>
                <p:cNvPr id="8219" name="Google Shape;8219;p12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2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126"/>
              <p:cNvGrpSpPr/>
              <p:nvPr/>
            </p:nvGrpSpPr>
            <p:grpSpPr>
              <a:xfrm>
                <a:off x="4605614" y="3639523"/>
                <a:ext cx="31499" cy="26906"/>
                <a:chOff x="4605614" y="3639523"/>
                <a:chExt cx="31499" cy="26906"/>
              </a:xfrm>
            </p:grpSpPr>
            <p:sp>
              <p:nvSpPr>
                <p:cNvPr id="8222" name="Google Shape;8222;p12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2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126"/>
              <p:cNvGrpSpPr/>
              <p:nvPr/>
            </p:nvGrpSpPr>
            <p:grpSpPr>
              <a:xfrm>
                <a:off x="4785149" y="3618846"/>
                <a:ext cx="26930" cy="26843"/>
                <a:chOff x="4785149" y="3618846"/>
                <a:chExt cx="26930" cy="26843"/>
              </a:xfrm>
            </p:grpSpPr>
            <p:sp>
              <p:nvSpPr>
                <p:cNvPr id="8225" name="Google Shape;8225;p12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2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126"/>
              <p:cNvGrpSpPr/>
              <p:nvPr/>
            </p:nvGrpSpPr>
            <p:grpSpPr>
              <a:xfrm>
                <a:off x="4810167" y="3601567"/>
                <a:ext cx="31405" cy="26898"/>
                <a:chOff x="4810167" y="3601567"/>
                <a:chExt cx="31405" cy="26898"/>
              </a:xfrm>
            </p:grpSpPr>
            <p:sp>
              <p:nvSpPr>
                <p:cNvPr id="8228" name="Google Shape;8228;p12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2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126"/>
              <p:cNvGrpSpPr/>
              <p:nvPr/>
            </p:nvGrpSpPr>
            <p:grpSpPr>
              <a:xfrm>
                <a:off x="4831002" y="3373230"/>
                <a:ext cx="31405" cy="26898"/>
                <a:chOff x="4831002" y="3373230"/>
                <a:chExt cx="31405" cy="26898"/>
              </a:xfrm>
            </p:grpSpPr>
            <p:sp>
              <p:nvSpPr>
                <p:cNvPr id="8231" name="Google Shape;8231;p12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2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126"/>
              <p:cNvGrpSpPr/>
              <p:nvPr/>
            </p:nvGrpSpPr>
            <p:grpSpPr>
              <a:xfrm>
                <a:off x="4719311" y="3355054"/>
                <a:ext cx="31499" cy="27001"/>
                <a:chOff x="4719311" y="3355054"/>
                <a:chExt cx="31499" cy="27001"/>
              </a:xfrm>
            </p:grpSpPr>
            <p:sp>
              <p:nvSpPr>
                <p:cNvPr id="8234" name="Google Shape;8234;p12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2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126"/>
              <p:cNvGrpSpPr/>
              <p:nvPr/>
            </p:nvGrpSpPr>
            <p:grpSpPr>
              <a:xfrm>
                <a:off x="4798755" y="3450260"/>
                <a:ext cx="26930" cy="26930"/>
                <a:chOff x="4798755" y="3450260"/>
                <a:chExt cx="26930" cy="26930"/>
              </a:xfrm>
            </p:grpSpPr>
            <p:sp>
              <p:nvSpPr>
                <p:cNvPr id="8237" name="Google Shape;8237;p12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2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126"/>
              <p:cNvGrpSpPr/>
              <p:nvPr/>
            </p:nvGrpSpPr>
            <p:grpSpPr>
              <a:xfrm>
                <a:off x="4645576" y="3467555"/>
                <a:ext cx="31405" cy="26953"/>
                <a:chOff x="4645576" y="3467555"/>
                <a:chExt cx="31405" cy="26953"/>
              </a:xfrm>
            </p:grpSpPr>
            <p:sp>
              <p:nvSpPr>
                <p:cNvPr id="8240" name="Google Shape;8240;p12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2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126"/>
              <p:cNvGrpSpPr/>
              <p:nvPr/>
            </p:nvGrpSpPr>
            <p:grpSpPr>
              <a:xfrm>
                <a:off x="4687631" y="3583965"/>
                <a:ext cx="31499" cy="26898"/>
                <a:chOff x="4687631" y="3583965"/>
                <a:chExt cx="31499" cy="26898"/>
              </a:xfrm>
            </p:grpSpPr>
            <p:sp>
              <p:nvSpPr>
                <p:cNvPr id="8243" name="Google Shape;8243;p12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2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126"/>
              <p:cNvGrpSpPr/>
              <p:nvPr/>
            </p:nvGrpSpPr>
            <p:grpSpPr>
              <a:xfrm>
                <a:off x="4719311" y="3471314"/>
                <a:ext cx="31499" cy="27001"/>
                <a:chOff x="4719311" y="3471314"/>
                <a:chExt cx="31499" cy="27001"/>
              </a:xfrm>
            </p:grpSpPr>
            <p:sp>
              <p:nvSpPr>
                <p:cNvPr id="8246" name="Google Shape;8246;p12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2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126"/>
              <p:cNvGrpSpPr/>
              <p:nvPr/>
            </p:nvGrpSpPr>
            <p:grpSpPr>
              <a:xfrm>
                <a:off x="4719311" y="3434404"/>
                <a:ext cx="31499" cy="26898"/>
                <a:chOff x="4719311" y="3434404"/>
                <a:chExt cx="31499" cy="26898"/>
              </a:xfrm>
            </p:grpSpPr>
            <p:sp>
              <p:nvSpPr>
                <p:cNvPr id="8249" name="Google Shape;8249;p12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2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126"/>
              <p:cNvGrpSpPr/>
              <p:nvPr/>
            </p:nvGrpSpPr>
            <p:grpSpPr>
              <a:xfrm>
                <a:off x="4768876" y="3401772"/>
                <a:ext cx="31499" cy="26898"/>
                <a:chOff x="4768876" y="3401772"/>
                <a:chExt cx="31499" cy="26898"/>
              </a:xfrm>
            </p:grpSpPr>
            <p:sp>
              <p:nvSpPr>
                <p:cNvPr id="8252" name="Google Shape;8252;p12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2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126"/>
              <p:cNvGrpSpPr/>
              <p:nvPr/>
            </p:nvGrpSpPr>
            <p:grpSpPr>
              <a:xfrm>
                <a:off x="4762214" y="3471377"/>
                <a:ext cx="26938" cy="26938"/>
                <a:chOff x="4762214" y="3471377"/>
                <a:chExt cx="26938" cy="26938"/>
              </a:xfrm>
            </p:grpSpPr>
            <p:sp>
              <p:nvSpPr>
                <p:cNvPr id="8255" name="Google Shape;8255;p12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2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126"/>
              <p:cNvGrpSpPr/>
              <p:nvPr/>
            </p:nvGrpSpPr>
            <p:grpSpPr>
              <a:xfrm>
                <a:off x="4790473" y="3344782"/>
                <a:ext cx="31405" cy="26898"/>
                <a:chOff x="4790473" y="3344782"/>
                <a:chExt cx="31405" cy="26898"/>
              </a:xfrm>
            </p:grpSpPr>
            <p:sp>
              <p:nvSpPr>
                <p:cNvPr id="8258" name="Google Shape;8258;p12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2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126"/>
              <p:cNvGrpSpPr/>
              <p:nvPr/>
            </p:nvGrpSpPr>
            <p:grpSpPr>
              <a:xfrm>
                <a:off x="4823774" y="3950733"/>
                <a:ext cx="37398" cy="32034"/>
                <a:chOff x="4823774" y="3950733"/>
                <a:chExt cx="37398" cy="32034"/>
              </a:xfrm>
            </p:grpSpPr>
            <p:sp>
              <p:nvSpPr>
                <p:cNvPr id="8261" name="Google Shape;8261;p12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2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126"/>
              <p:cNvGrpSpPr/>
              <p:nvPr/>
            </p:nvGrpSpPr>
            <p:grpSpPr>
              <a:xfrm>
                <a:off x="4823396" y="4110566"/>
                <a:ext cx="31405" cy="26906"/>
                <a:chOff x="4823396" y="4110566"/>
                <a:chExt cx="31405" cy="26906"/>
              </a:xfrm>
            </p:grpSpPr>
            <p:sp>
              <p:nvSpPr>
                <p:cNvPr id="8264" name="Google Shape;8264;p12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2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126"/>
              <p:cNvGrpSpPr/>
              <p:nvPr/>
            </p:nvGrpSpPr>
            <p:grpSpPr>
              <a:xfrm>
                <a:off x="4838332" y="3821150"/>
                <a:ext cx="31499" cy="26898"/>
                <a:chOff x="4838332" y="3821150"/>
                <a:chExt cx="31499" cy="26898"/>
              </a:xfrm>
            </p:grpSpPr>
            <p:sp>
              <p:nvSpPr>
                <p:cNvPr id="8267" name="Google Shape;8267;p12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2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126"/>
              <p:cNvGrpSpPr/>
              <p:nvPr/>
            </p:nvGrpSpPr>
            <p:grpSpPr>
              <a:xfrm>
                <a:off x="4661275" y="3815007"/>
                <a:ext cx="36824" cy="31523"/>
                <a:chOff x="4661275" y="3815007"/>
                <a:chExt cx="36824" cy="31523"/>
              </a:xfrm>
            </p:grpSpPr>
            <p:sp>
              <p:nvSpPr>
                <p:cNvPr id="8270" name="Google Shape;8270;p12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2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126"/>
              <p:cNvGrpSpPr/>
              <p:nvPr/>
            </p:nvGrpSpPr>
            <p:grpSpPr>
              <a:xfrm>
                <a:off x="4558998" y="3851037"/>
                <a:ext cx="33591" cy="28699"/>
                <a:chOff x="4558998" y="3851037"/>
                <a:chExt cx="33591" cy="28699"/>
              </a:xfrm>
            </p:grpSpPr>
            <p:sp>
              <p:nvSpPr>
                <p:cNvPr id="8273" name="Google Shape;8273;p12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2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126"/>
              <p:cNvGrpSpPr/>
              <p:nvPr/>
            </p:nvGrpSpPr>
            <p:grpSpPr>
              <a:xfrm>
                <a:off x="4696762" y="3638587"/>
                <a:ext cx="33591" cy="28794"/>
                <a:chOff x="4696762" y="3638587"/>
                <a:chExt cx="33591" cy="28794"/>
              </a:xfrm>
            </p:grpSpPr>
            <p:sp>
              <p:nvSpPr>
                <p:cNvPr id="8276" name="Google Shape;8276;p12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2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126"/>
              <p:cNvGrpSpPr/>
              <p:nvPr/>
            </p:nvGrpSpPr>
            <p:grpSpPr>
              <a:xfrm>
                <a:off x="4929479" y="3939140"/>
                <a:ext cx="33497" cy="28692"/>
                <a:chOff x="4929479" y="3939140"/>
                <a:chExt cx="33497" cy="28692"/>
              </a:xfrm>
            </p:grpSpPr>
            <p:sp>
              <p:nvSpPr>
                <p:cNvPr id="8279" name="Google Shape;8279;p12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2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126"/>
              <p:cNvGrpSpPr/>
              <p:nvPr/>
            </p:nvGrpSpPr>
            <p:grpSpPr>
              <a:xfrm>
                <a:off x="4907119" y="3986039"/>
                <a:ext cx="33497" cy="28699"/>
                <a:chOff x="4907119" y="3986039"/>
                <a:chExt cx="33497" cy="28699"/>
              </a:xfrm>
            </p:grpSpPr>
            <p:sp>
              <p:nvSpPr>
                <p:cNvPr id="8282" name="Google Shape;8282;p12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2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126"/>
              <p:cNvGrpSpPr/>
              <p:nvPr/>
            </p:nvGrpSpPr>
            <p:grpSpPr>
              <a:xfrm>
                <a:off x="4911783" y="4048102"/>
                <a:ext cx="33591" cy="28762"/>
                <a:chOff x="4911783" y="4048102"/>
                <a:chExt cx="33591" cy="28762"/>
              </a:xfrm>
            </p:grpSpPr>
            <p:sp>
              <p:nvSpPr>
                <p:cNvPr id="8285" name="Google Shape;8285;p12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2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7" name="Google Shape;8287;p12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2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126"/>
              <p:cNvGrpSpPr/>
              <p:nvPr/>
            </p:nvGrpSpPr>
            <p:grpSpPr>
              <a:xfrm>
                <a:off x="4762623" y="3837847"/>
                <a:ext cx="42416" cy="36273"/>
                <a:chOff x="4762623" y="3837847"/>
                <a:chExt cx="42416" cy="36273"/>
              </a:xfrm>
            </p:grpSpPr>
            <p:sp>
              <p:nvSpPr>
                <p:cNvPr id="8290" name="Google Shape;8290;p12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2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126"/>
              <p:cNvGrpSpPr/>
              <p:nvPr/>
            </p:nvGrpSpPr>
            <p:grpSpPr>
              <a:xfrm>
                <a:off x="4746044" y="4104966"/>
                <a:ext cx="33497" cy="28699"/>
                <a:chOff x="4746044" y="4104966"/>
                <a:chExt cx="33497" cy="28699"/>
              </a:xfrm>
            </p:grpSpPr>
            <p:sp>
              <p:nvSpPr>
                <p:cNvPr id="8293" name="Google Shape;8293;p12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2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126"/>
              <p:cNvGrpSpPr/>
              <p:nvPr/>
            </p:nvGrpSpPr>
            <p:grpSpPr>
              <a:xfrm>
                <a:off x="4859646" y="4162554"/>
                <a:ext cx="33591" cy="28762"/>
                <a:chOff x="4859646" y="4162554"/>
                <a:chExt cx="33591" cy="28762"/>
              </a:xfrm>
            </p:grpSpPr>
            <p:sp>
              <p:nvSpPr>
                <p:cNvPr id="8296" name="Google Shape;8296;p12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2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8" name="Google Shape;8298;p126"/>
            <p:cNvGrpSpPr/>
            <p:nvPr/>
          </p:nvGrpSpPr>
          <p:grpSpPr>
            <a:xfrm>
              <a:off x="3597785" y="3274438"/>
              <a:ext cx="855610" cy="1122100"/>
              <a:chOff x="3597785" y="3274438"/>
              <a:chExt cx="855610" cy="1122100"/>
            </a:xfrm>
          </p:grpSpPr>
          <p:grpSp>
            <p:nvGrpSpPr>
              <p:cNvPr id="8299" name="Google Shape;8299;p126"/>
              <p:cNvGrpSpPr/>
              <p:nvPr/>
            </p:nvGrpSpPr>
            <p:grpSpPr>
              <a:xfrm>
                <a:off x="3617857" y="3284717"/>
                <a:ext cx="826785" cy="1099165"/>
                <a:chOff x="3617857" y="3284717"/>
                <a:chExt cx="826785" cy="1099165"/>
              </a:xfrm>
            </p:grpSpPr>
            <p:sp>
              <p:nvSpPr>
                <p:cNvPr id="8300" name="Google Shape;8300;p12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2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2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2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2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2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2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2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2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2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2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2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2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2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2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2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2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2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2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2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2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2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2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2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2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2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2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2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2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2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2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2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2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2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2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2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2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2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2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2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2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2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2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2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2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2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2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2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2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2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2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2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2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2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2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2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126"/>
              <p:cNvGrpSpPr/>
              <p:nvPr/>
            </p:nvGrpSpPr>
            <p:grpSpPr>
              <a:xfrm>
                <a:off x="4180904" y="4251758"/>
                <a:ext cx="37783" cy="32420"/>
                <a:chOff x="4180904" y="4251758"/>
                <a:chExt cx="37783" cy="32420"/>
              </a:xfrm>
            </p:grpSpPr>
            <p:sp>
              <p:nvSpPr>
                <p:cNvPr id="8357" name="Google Shape;8357;p12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2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126"/>
              <p:cNvGrpSpPr/>
              <p:nvPr/>
            </p:nvGrpSpPr>
            <p:grpSpPr>
              <a:xfrm>
                <a:off x="4201644" y="4081324"/>
                <a:ext cx="37783" cy="32364"/>
                <a:chOff x="4201644" y="4081324"/>
                <a:chExt cx="37783" cy="32364"/>
              </a:xfrm>
            </p:grpSpPr>
            <p:sp>
              <p:nvSpPr>
                <p:cNvPr id="8360" name="Google Shape;8360;p12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2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126"/>
              <p:cNvGrpSpPr/>
              <p:nvPr/>
            </p:nvGrpSpPr>
            <p:grpSpPr>
              <a:xfrm>
                <a:off x="4284416" y="3887428"/>
                <a:ext cx="37783" cy="32451"/>
                <a:chOff x="4284416" y="3887428"/>
                <a:chExt cx="37783" cy="32451"/>
              </a:xfrm>
            </p:grpSpPr>
            <p:sp>
              <p:nvSpPr>
                <p:cNvPr id="8363" name="Google Shape;8363;p12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2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126"/>
              <p:cNvGrpSpPr/>
              <p:nvPr/>
            </p:nvGrpSpPr>
            <p:grpSpPr>
              <a:xfrm>
                <a:off x="4223721" y="3860404"/>
                <a:ext cx="37870" cy="32364"/>
                <a:chOff x="4223721" y="3860404"/>
                <a:chExt cx="37870" cy="32364"/>
              </a:xfrm>
            </p:grpSpPr>
            <p:sp>
              <p:nvSpPr>
                <p:cNvPr id="8366" name="Google Shape;8366;p12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2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126"/>
              <p:cNvGrpSpPr/>
              <p:nvPr/>
            </p:nvGrpSpPr>
            <p:grpSpPr>
              <a:xfrm>
                <a:off x="4104889" y="3699242"/>
                <a:ext cx="37776" cy="32357"/>
                <a:chOff x="4104889" y="3699242"/>
                <a:chExt cx="37776" cy="32357"/>
              </a:xfrm>
            </p:grpSpPr>
            <p:sp>
              <p:nvSpPr>
                <p:cNvPr id="8369" name="Google Shape;8369;p12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2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126"/>
              <p:cNvGrpSpPr/>
              <p:nvPr/>
            </p:nvGrpSpPr>
            <p:grpSpPr>
              <a:xfrm>
                <a:off x="4143608" y="3475121"/>
                <a:ext cx="37878" cy="32420"/>
                <a:chOff x="4143608" y="3475121"/>
                <a:chExt cx="37878" cy="32420"/>
              </a:xfrm>
            </p:grpSpPr>
            <p:sp>
              <p:nvSpPr>
                <p:cNvPr id="8372" name="Google Shape;8372;p12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2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126"/>
              <p:cNvGrpSpPr/>
              <p:nvPr/>
            </p:nvGrpSpPr>
            <p:grpSpPr>
              <a:xfrm>
                <a:off x="4217248" y="3570893"/>
                <a:ext cx="37776" cy="32364"/>
                <a:chOff x="4217248" y="3570893"/>
                <a:chExt cx="37776" cy="32364"/>
              </a:xfrm>
            </p:grpSpPr>
            <p:sp>
              <p:nvSpPr>
                <p:cNvPr id="8375" name="Google Shape;8375;p12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2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126"/>
              <p:cNvGrpSpPr/>
              <p:nvPr/>
            </p:nvGrpSpPr>
            <p:grpSpPr>
              <a:xfrm>
                <a:off x="4255307" y="3431612"/>
                <a:ext cx="37776" cy="32451"/>
                <a:chOff x="4255307" y="3431612"/>
                <a:chExt cx="37776" cy="32451"/>
              </a:xfrm>
            </p:grpSpPr>
            <p:sp>
              <p:nvSpPr>
                <p:cNvPr id="8378" name="Google Shape;8378;p12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2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126"/>
              <p:cNvGrpSpPr/>
              <p:nvPr/>
            </p:nvGrpSpPr>
            <p:grpSpPr>
              <a:xfrm>
                <a:off x="3853052" y="3577398"/>
                <a:ext cx="37776" cy="32420"/>
                <a:chOff x="3853052" y="3577398"/>
                <a:chExt cx="37776" cy="32420"/>
              </a:xfrm>
            </p:grpSpPr>
            <p:sp>
              <p:nvSpPr>
                <p:cNvPr id="8381" name="Google Shape;8381;p12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2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126"/>
              <p:cNvGrpSpPr/>
              <p:nvPr/>
            </p:nvGrpSpPr>
            <p:grpSpPr>
              <a:xfrm>
                <a:off x="4039908" y="3412107"/>
                <a:ext cx="37776" cy="32357"/>
                <a:chOff x="4039908" y="3412107"/>
                <a:chExt cx="37776" cy="32357"/>
              </a:xfrm>
            </p:grpSpPr>
            <p:sp>
              <p:nvSpPr>
                <p:cNvPr id="8384" name="Google Shape;8384;p12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2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126"/>
              <p:cNvGrpSpPr/>
              <p:nvPr/>
            </p:nvGrpSpPr>
            <p:grpSpPr>
              <a:xfrm>
                <a:off x="4017360" y="3342061"/>
                <a:ext cx="37870" cy="32380"/>
                <a:chOff x="4017360" y="3342061"/>
                <a:chExt cx="37870" cy="32380"/>
              </a:xfrm>
            </p:grpSpPr>
            <p:sp>
              <p:nvSpPr>
                <p:cNvPr id="8387" name="Google Shape;8387;p12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2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12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2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1" name="Google Shape;8391;p126"/>
              <p:cNvGrpSpPr/>
              <p:nvPr/>
            </p:nvGrpSpPr>
            <p:grpSpPr>
              <a:xfrm>
                <a:off x="3750870" y="3418650"/>
                <a:ext cx="37776" cy="32380"/>
                <a:chOff x="3750870" y="3418650"/>
                <a:chExt cx="37776" cy="32380"/>
              </a:xfrm>
            </p:grpSpPr>
            <p:sp>
              <p:nvSpPr>
                <p:cNvPr id="8392" name="Google Shape;8392;p12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2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126"/>
              <p:cNvGrpSpPr/>
              <p:nvPr/>
            </p:nvGrpSpPr>
            <p:grpSpPr>
              <a:xfrm>
                <a:off x="3632509" y="3274438"/>
                <a:ext cx="37783" cy="32357"/>
                <a:chOff x="3632509" y="3274438"/>
                <a:chExt cx="37783" cy="32357"/>
              </a:xfrm>
            </p:grpSpPr>
            <p:sp>
              <p:nvSpPr>
                <p:cNvPr id="8395" name="Google Shape;8395;p12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2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126"/>
              <p:cNvGrpSpPr/>
              <p:nvPr/>
            </p:nvGrpSpPr>
            <p:grpSpPr>
              <a:xfrm>
                <a:off x="3906424" y="3297561"/>
                <a:ext cx="37776" cy="32451"/>
                <a:chOff x="3906424" y="3297561"/>
                <a:chExt cx="37776" cy="32451"/>
              </a:xfrm>
            </p:grpSpPr>
            <p:sp>
              <p:nvSpPr>
                <p:cNvPr id="8398" name="Google Shape;8398;p12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2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126"/>
              <p:cNvGrpSpPr/>
              <p:nvPr/>
            </p:nvGrpSpPr>
            <p:grpSpPr>
              <a:xfrm>
                <a:off x="3866084" y="3412107"/>
                <a:ext cx="37776" cy="32357"/>
                <a:chOff x="3866084" y="3412107"/>
                <a:chExt cx="37776" cy="32357"/>
              </a:xfrm>
            </p:grpSpPr>
            <p:sp>
              <p:nvSpPr>
                <p:cNvPr id="8401" name="Google Shape;8401;p12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2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126"/>
              <p:cNvGrpSpPr/>
              <p:nvPr/>
            </p:nvGrpSpPr>
            <p:grpSpPr>
              <a:xfrm>
                <a:off x="4023919" y="3766409"/>
                <a:ext cx="37783" cy="32357"/>
                <a:chOff x="4023919" y="3766409"/>
                <a:chExt cx="37783" cy="32357"/>
              </a:xfrm>
            </p:grpSpPr>
            <p:sp>
              <p:nvSpPr>
                <p:cNvPr id="8404" name="Google Shape;8404;p12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2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126"/>
              <p:cNvGrpSpPr/>
              <p:nvPr/>
            </p:nvGrpSpPr>
            <p:grpSpPr>
              <a:xfrm>
                <a:off x="3973882" y="3779449"/>
                <a:ext cx="37776" cy="32357"/>
                <a:chOff x="3973882" y="3779449"/>
                <a:chExt cx="37776" cy="32357"/>
              </a:xfrm>
            </p:grpSpPr>
            <p:sp>
              <p:nvSpPr>
                <p:cNvPr id="8407" name="Google Shape;8407;p12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2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126"/>
              <p:cNvGrpSpPr/>
              <p:nvPr/>
            </p:nvGrpSpPr>
            <p:grpSpPr>
              <a:xfrm>
                <a:off x="4073398" y="3838028"/>
                <a:ext cx="37776" cy="32380"/>
                <a:chOff x="4073398" y="3838028"/>
                <a:chExt cx="37776" cy="32380"/>
              </a:xfrm>
            </p:grpSpPr>
            <p:sp>
              <p:nvSpPr>
                <p:cNvPr id="8410" name="Google Shape;8410;p12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2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126"/>
              <p:cNvGrpSpPr/>
              <p:nvPr/>
            </p:nvGrpSpPr>
            <p:grpSpPr>
              <a:xfrm>
                <a:off x="4342672" y="4144496"/>
                <a:ext cx="37752" cy="32364"/>
                <a:chOff x="4342672" y="4144496"/>
                <a:chExt cx="37752" cy="32364"/>
              </a:xfrm>
            </p:grpSpPr>
            <p:sp>
              <p:nvSpPr>
                <p:cNvPr id="8413" name="Google Shape;8413;p12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2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126"/>
              <p:cNvGrpSpPr/>
              <p:nvPr/>
            </p:nvGrpSpPr>
            <p:grpSpPr>
              <a:xfrm>
                <a:off x="4406386" y="4056872"/>
                <a:ext cx="37783" cy="32364"/>
                <a:chOff x="4406386" y="4056872"/>
                <a:chExt cx="37783" cy="32364"/>
              </a:xfrm>
            </p:grpSpPr>
            <p:sp>
              <p:nvSpPr>
                <p:cNvPr id="8416" name="Google Shape;8416;p12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2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126"/>
              <p:cNvGrpSpPr/>
              <p:nvPr/>
            </p:nvGrpSpPr>
            <p:grpSpPr>
              <a:xfrm>
                <a:off x="4284416" y="4245254"/>
                <a:ext cx="37783" cy="32357"/>
                <a:chOff x="4284416" y="4245254"/>
                <a:chExt cx="37783" cy="32357"/>
              </a:xfrm>
            </p:grpSpPr>
            <p:sp>
              <p:nvSpPr>
                <p:cNvPr id="8419" name="Google Shape;8419;p12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2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126"/>
              <p:cNvGrpSpPr/>
              <p:nvPr/>
            </p:nvGrpSpPr>
            <p:grpSpPr>
              <a:xfrm>
                <a:off x="4219057" y="4331258"/>
                <a:ext cx="37776" cy="32364"/>
                <a:chOff x="4219057" y="4331258"/>
                <a:chExt cx="37776" cy="32364"/>
              </a:xfrm>
            </p:grpSpPr>
            <p:sp>
              <p:nvSpPr>
                <p:cNvPr id="8422" name="Google Shape;8422;p12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2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26"/>
              <p:cNvGrpSpPr/>
              <p:nvPr/>
            </p:nvGrpSpPr>
            <p:grpSpPr>
              <a:xfrm>
                <a:off x="4204122" y="4141688"/>
                <a:ext cx="33497" cy="28699"/>
                <a:chOff x="4204122" y="4141688"/>
                <a:chExt cx="33497" cy="28699"/>
              </a:xfrm>
            </p:grpSpPr>
            <p:sp>
              <p:nvSpPr>
                <p:cNvPr id="8425" name="Google Shape;8425;p12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2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126"/>
              <p:cNvGrpSpPr/>
              <p:nvPr/>
            </p:nvGrpSpPr>
            <p:grpSpPr>
              <a:xfrm>
                <a:off x="4301546" y="4003869"/>
                <a:ext cx="38916" cy="33324"/>
                <a:chOff x="4301546" y="4003869"/>
                <a:chExt cx="38916" cy="33324"/>
              </a:xfrm>
            </p:grpSpPr>
            <p:sp>
              <p:nvSpPr>
                <p:cNvPr id="8428" name="Google Shape;8428;p12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2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126"/>
              <p:cNvGrpSpPr/>
              <p:nvPr/>
            </p:nvGrpSpPr>
            <p:grpSpPr>
              <a:xfrm>
                <a:off x="4210681" y="3924669"/>
                <a:ext cx="36549" cy="31366"/>
                <a:chOff x="4210681" y="3924669"/>
                <a:chExt cx="36549" cy="31366"/>
              </a:xfrm>
            </p:grpSpPr>
            <p:sp>
              <p:nvSpPr>
                <p:cNvPr id="8431" name="Google Shape;8431;p12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2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126"/>
              <p:cNvGrpSpPr/>
              <p:nvPr/>
            </p:nvGrpSpPr>
            <p:grpSpPr>
              <a:xfrm>
                <a:off x="3987771" y="3628874"/>
                <a:ext cx="31499" cy="26993"/>
                <a:chOff x="3987771" y="3628874"/>
                <a:chExt cx="31499" cy="26993"/>
              </a:xfrm>
            </p:grpSpPr>
            <p:sp>
              <p:nvSpPr>
                <p:cNvPr id="8434" name="Google Shape;8434;p12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2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126"/>
              <p:cNvGrpSpPr/>
              <p:nvPr/>
            </p:nvGrpSpPr>
            <p:grpSpPr>
              <a:xfrm>
                <a:off x="4087382" y="3775674"/>
                <a:ext cx="31405" cy="26898"/>
                <a:chOff x="4087382" y="3775674"/>
                <a:chExt cx="31405" cy="26898"/>
              </a:xfrm>
            </p:grpSpPr>
            <p:sp>
              <p:nvSpPr>
                <p:cNvPr id="8437" name="Google Shape;8437;p12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2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126"/>
              <p:cNvGrpSpPr/>
              <p:nvPr/>
            </p:nvGrpSpPr>
            <p:grpSpPr>
              <a:xfrm>
                <a:off x="4118873" y="3856637"/>
                <a:ext cx="31405" cy="26906"/>
                <a:chOff x="4118873" y="3856637"/>
                <a:chExt cx="31405" cy="26906"/>
              </a:xfrm>
            </p:grpSpPr>
            <p:sp>
              <p:nvSpPr>
                <p:cNvPr id="8440" name="Google Shape;8440;p12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2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126"/>
              <p:cNvGrpSpPr/>
              <p:nvPr/>
            </p:nvGrpSpPr>
            <p:grpSpPr>
              <a:xfrm>
                <a:off x="4168541" y="3639523"/>
                <a:ext cx="31499" cy="26906"/>
                <a:chOff x="4168541" y="3639523"/>
                <a:chExt cx="31499" cy="26906"/>
              </a:xfrm>
            </p:grpSpPr>
            <p:sp>
              <p:nvSpPr>
                <p:cNvPr id="8443" name="Google Shape;8443;p12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2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126"/>
              <p:cNvGrpSpPr/>
              <p:nvPr/>
            </p:nvGrpSpPr>
            <p:grpSpPr>
              <a:xfrm>
                <a:off x="3965789" y="3393545"/>
                <a:ext cx="31405" cy="26945"/>
                <a:chOff x="3965789" y="3393545"/>
                <a:chExt cx="31405" cy="26945"/>
              </a:xfrm>
            </p:grpSpPr>
            <p:sp>
              <p:nvSpPr>
                <p:cNvPr id="8446" name="Google Shape;8446;p12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2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126"/>
              <p:cNvGrpSpPr/>
              <p:nvPr/>
            </p:nvGrpSpPr>
            <p:grpSpPr>
              <a:xfrm>
                <a:off x="3925166" y="3491008"/>
                <a:ext cx="31405" cy="27001"/>
                <a:chOff x="3925166" y="3491008"/>
                <a:chExt cx="31405" cy="27001"/>
              </a:xfrm>
            </p:grpSpPr>
            <p:sp>
              <p:nvSpPr>
                <p:cNvPr id="8449" name="Google Shape;8449;p12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2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126"/>
              <p:cNvGrpSpPr/>
              <p:nvPr/>
            </p:nvGrpSpPr>
            <p:grpSpPr>
              <a:xfrm>
                <a:off x="3682845" y="3340976"/>
                <a:ext cx="31397" cy="26898"/>
                <a:chOff x="3682845" y="3340976"/>
                <a:chExt cx="31397" cy="26898"/>
              </a:xfrm>
            </p:grpSpPr>
            <p:sp>
              <p:nvSpPr>
                <p:cNvPr id="8452" name="Google Shape;8452;p12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2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126"/>
              <p:cNvGrpSpPr/>
              <p:nvPr/>
            </p:nvGrpSpPr>
            <p:grpSpPr>
              <a:xfrm>
                <a:off x="3795393" y="3353725"/>
                <a:ext cx="31499" cy="26993"/>
                <a:chOff x="3795393" y="3353725"/>
                <a:chExt cx="31499" cy="26993"/>
              </a:xfrm>
            </p:grpSpPr>
            <p:sp>
              <p:nvSpPr>
                <p:cNvPr id="8455" name="Google Shape;8455;p12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2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126"/>
              <p:cNvGrpSpPr/>
              <p:nvPr/>
            </p:nvGrpSpPr>
            <p:grpSpPr>
              <a:xfrm>
                <a:off x="4176909" y="4363221"/>
                <a:ext cx="38924" cy="33316"/>
                <a:chOff x="4176909" y="4363221"/>
                <a:chExt cx="38924" cy="33316"/>
              </a:xfrm>
            </p:grpSpPr>
            <p:sp>
              <p:nvSpPr>
                <p:cNvPr id="8458" name="Google Shape;8458;p12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2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126"/>
              <p:cNvGrpSpPr/>
              <p:nvPr/>
            </p:nvGrpSpPr>
            <p:grpSpPr>
              <a:xfrm>
                <a:off x="4226191" y="4007660"/>
                <a:ext cx="33560" cy="28770"/>
                <a:chOff x="4226191" y="4007660"/>
                <a:chExt cx="33560" cy="28770"/>
              </a:xfrm>
            </p:grpSpPr>
            <p:sp>
              <p:nvSpPr>
                <p:cNvPr id="8461" name="Google Shape;8461;p12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2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126"/>
              <p:cNvGrpSpPr/>
              <p:nvPr/>
            </p:nvGrpSpPr>
            <p:grpSpPr>
              <a:xfrm>
                <a:off x="3597785" y="3377045"/>
                <a:ext cx="33591" cy="28699"/>
                <a:chOff x="3597785" y="3377045"/>
                <a:chExt cx="33591" cy="28699"/>
              </a:xfrm>
            </p:grpSpPr>
            <p:sp>
              <p:nvSpPr>
                <p:cNvPr id="8464" name="Google Shape;8464;p12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2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126"/>
              <p:cNvGrpSpPr/>
              <p:nvPr/>
            </p:nvGrpSpPr>
            <p:grpSpPr>
              <a:xfrm>
                <a:off x="3887870" y="3669796"/>
                <a:ext cx="33591" cy="28692"/>
                <a:chOff x="3887870" y="3669796"/>
                <a:chExt cx="33591" cy="28692"/>
              </a:xfrm>
            </p:grpSpPr>
            <p:sp>
              <p:nvSpPr>
                <p:cNvPr id="8467" name="Google Shape;8467;p12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2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126"/>
              <p:cNvGrpSpPr/>
              <p:nvPr/>
            </p:nvGrpSpPr>
            <p:grpSpPr>
              <a:xfrm>
                <a:off x="3818320" y="3481625"/>
                <a:ext cx="33497" cy="28770"/>
                <a:chOff x="3818320" y="3481625"/>
                <a:chExt cx="33497" cy="28770"/>
              </a:xfrm>
            </p:grpSpPr>
            <p:sp>
              <p:nvSpPr>
                <p:cNvPr id="8470" name="Google Shape;8470;p12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2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126"/>
              <p:cNvGrpSpPr/>
              <p:nvPr/>
            </p:nvGrpSpPr>
            <p:grpSpPr>
              <a:xfrm>
                <a:off x="4278139" y="4120948"/>
                <a:ext cx="37492" cy="32129"/>
                <a:chOff x="4278139" y="4120948"/>
                <a:chExt cx="37492" cy="32129"/>
              </a:xfrm>
            </p:grpSpPr>
            <p:sp>
              <p:nvSpPr>
                <p:cNvPr id="8473" name="Google Shape;8473;p12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2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126"/>
              <p:cNvGrpSpPr/>
              <p:nvPr/>
            </p:nvGrpSpPr>
            <p:grpSpPr>
              <a:xfrm>
                <a:off x="4419898" y="3977388"/>
                <a:ext cx="33497" cy="28692"/>
                <a:chOff x="4419898" y="3977388"/>
                <a:chExt cx="33497" cy="28692"/>
              </a:xfrm>
            </p:grpSpPr>
            <p:sp>
              <p:nvSpPr>
                <p:cNvPr id="8476" name="Google Shape;8476;p12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2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126"/>
              <p:cNvGrpSpPr/>
              <p:nvPr/>
            </p:nvGrpSpPr>
            <p:grpSpPr>
              <a:xfrm>
                <a:off x="4158930" y="4034684"/>
                <a:ext cx="33497" cy="28762"/>
                <a:chOff x="4158930" y="4034684"/>
                <a:chExt cx="33497" cy="28762"/>
              </a:xfrm>
            </p:grpSpPr>
            <p:sp>
              <p:nvSpPr>
                <p:cNvPr id="8479" name="Google Shape;8479;p12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2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126"/>
              <p:cNvGrpSpPr/>
              <p:nvPr/>
            </p:nvGrpSpPr>
            <p:grpSpPr>
              <a:xfrm>
                <a:off x="4134949" y="3957049"/>
                <a:ext cx="33497" cy="28770"/>
                <a:chOff x="4134949" y="3957049"/>
                <a:chExt cx="33497" cy="28770"/>
              </a:xfrm>
            </p:grpSpPr>
            <p:sp>
              <p:nvSpPr>
                <p:cNvPr id="8482" name="Google Shape;8482;p12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2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126"/>
              <p:cNvGrpSpPr/>
              <p:nvPr/>
            </p:nvGrpSpPr>
            <p:grpSpPr>
              <a:xfrm>
                <a:off x="4193653" y="4184403"/>
                <a:ext cx="43580" cy="37264"/>
                <a:chOff x="4193653" y="4184403"/>
                <a:chExt cx="43580" cy="37264"/>
              </a:xfrm>
            </p:grpSpPr>
            <p:sp>
              <p:nvSpPr>
                <p:cNvPr id="8485" name="Google Shape;8485;p12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2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126"/>
              <p:cNvGrpSpPr/>
              <p:nvPr/>
            </p:nvGrpSpPr>
            <p:grpSpPr>
              <a:xfrm>
                <a:off x="4343600" y="3943844"/>
                <a:ext cx="43580" cy="37312"/>
                <a:chOff x="4343600" y="3943844"/>
                <a:chExt cx="43580" cy="37312"/>
              </a:xfrm>
            </p:grpSpPr>
            <p:sp>
              <p:nvSpPr>
                <p:cNvPr id="8488" name="Google Shape;8488;p12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2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126"/>
              <p:cNvGrpSpPr/>
              <p:nvPr/>
            </p:nvGrpSpPr>
            <p:grpSpPr>
              <a:xfrm>
                <a:off x="4172339" y="3381693"/>
                <a:ext cx="31499" cy="27001"/>
                <a:chOff x="4172339" y="3381693"/>
                <a:chExt cx="31499" cy="27001"/>
              </a:xfrm>
            </p:grpSpPr>
            <p:sp>
              <p:nvSpPr>
                <p:cNvPr id="8491" name="Google Shape;8491;p12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2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6" name="Shape 8496"/>
        <p:cNvGrpSpPr/>
        <p:nvPr/>
      </p:nvGrpSpPr>
      <p:grpSpPr>
        <a:xfrm>
          <a:off x="0" y="0"/>
          <a:ext cx="0" cy="0"/>
          <a:chOff x="0" y="0"/>
          <a:chExt cx="0" cy="0"/>
        </a:xfrm>
      </p:grpSpPr>
      <p:grpSp>
        <p:nvGrpSpPr>
          <p:cNvPr id="8497" name="Google Shape;8497;p127"/>
          <p:cNvGrpSpPr/>
          <p:nvPr/>
        </p:nvGrpSpPr>
        <p:grpSpPr>
          <a:xfrm>
            <a:off x="2126623" y="3607908"/>
            <a:ext cx="1102891" cy="760337"/>
            <a:chOff x="4967783" y="2151471"/>
            <a:chExt cx="3920692" cy="2702940"/>
          </a:xfrm>
        </p:grpSpPr>
        <p:grpSp>
          <p:nvGrpSpPr>
            <p:cNvPr id="8498" name="Google Shape;8498;p127"/>
            <p:cNvGrpSpPr/>
            <p:nvPr/>
          </p:nvGrpSpPr>
          <p:grpSpPr>
            <a:xfrm>
              <a:off x="5045709" y="2252109"/>
              <a:ext cx="3761071" cy="2501708"/>
              <a:chOff x="2691784" y="1805334"/>
              <a:chExt cx="3761071" cy="2501708"/>
            </a:xfrm>
          </p:grpSpPr>
          <p:sp>
            <p:nvSpPr>
              <p:cNvPr id="8499" name="Google Shape;8499;p12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2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2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2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2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2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2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127"/>
            <p:cNvGrpSpPr/>
            <p:nvPr/>
          </p:nvGrpSpPr>
          <p:grpSpPr>
            <a:xfrm>
              <a:off x="4967783" y="2151471"/>
              <a:ext cx="3920692" cy="2702940"/>
              <a:chOff x="2613858" y="1704696"/>
              <a:chExt cx="3920692" cy="2702940"/>
            </a:xfrm>
          </p:grpSpPr>
          <p:sp>
            <p:nvSpPr>
              <p:cNvPr id="8507" name="Google Shape;8507;p12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2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2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2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2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2" name="Google Shape;8512;p127"/>
          <p:cNvGrpSpPr/>
          <p:nvPr/>
        </p:nvGrpSpPr>
        <p:grpSpPr>
          <a:xfrm>
            <a:off x="3530532" y="1496185"/>
            <a:ext cx="1561911" cy="708580"/>
            <a:chOff x="3530532" y="1496185"/>
            <a:chExt cx="1561911" cy="708580"/>
          </a:xfrm>
        </p:grpSpPr>
        <p:grpSp>
          <p:nvGrpSpPr>
            <p:cNvPr id="8513" name="Google Shape;8513;p127"/>
            <p:cNvGrpSpPr/>
            <p:nvPr/>
          </p:nvGrpSpPr>
          <p:grpSpPr>
            <a:xfrm>
              <a:off x="3720318" y="1857562"/>
              <a:ext cx="1372125" cy="54"/>
              <a:chOff x="3720318" y="1857562"/>
              <a:chExt cx="1372125" cy="54"/>
            </a:xfrm>
          </p:grpSpPr>
          <p:cxnSp>
            <p:nvCxnSpPr>
              <p:cNvPr id="8514" name="Google Shape;8514;p127"/>
              <p:cNvCxnSpPr>
                <a:endCxn id="851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516" name="Google Shape;8516;p12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517" name="Google Shape;8517;p12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518" name="Google Shape;8518;p127"/>
              <p:cNvCxnSpPr>
                <a:stCxn id="851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519" name="Google Shape;8519;p127"/>
            <p:cNvGrpSpPr/>
            <p:nvPr/>
          </p:nvGrpSpPr>
          <p:grpSpPr>
            <a:xfrm>
              <a:off x="3567462" y="1496185"/>
              <a:ext cx="286500" cy="272914"/>
              <a:chOff x="3567462" y="1496185"/>
              <a:chExt cx="286500" cy="272914"/>
            </a:xfrm>
          </p:grpSpPr>
          <p:cxnSp>
            <p:nvCxnSpPr>
              <p:cNvPr id="8520" name="Google Shape;8520;p12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521" name="Google Shape;8521;p12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2" name="Google Shape;8522;p12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2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4" name="Google Shape;8524;p127"/>
            <p:cNvGrpSpPr/>
            <p:nvPr/>
          </p:nvGrpSpPr>
          <p:grpSpPr>
            <a:xfrm>
              <a:off x="3929014" y="1960574"/>
              <a:ext cx="286500" cy="242342"/>
              <a:chOff x="3929014" y="1960574"/>
              <a:chExt cx="286500" cy="242342"/>
            </a:xfrm>
          </p:grpSpPr>
          <p:cxnSp>
            <p:nvCxnSpPr>
              <p:cNvPr id="8525" name="Google Shape;8525;p12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526" name="Google Shape;8526;p12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127"/>
            <p:cNvGrpSpPr/>
            <p:nvPr/>
          </p:nvGrpSpPr>
          <p:grpSpPr>
            <a:xfrm>
              <a:off x="4290828" y="1496185"/>
              <a:ext cx="286500" cy="272914"/>
              <a:chOff x="4290828" y="1496185"/>
              <a:chExt cx="286500" cy="272914"/>
            </a:xfrm>
          </p:grpSpPr>
          <p:cxnSp>
            <p:nvCxnSpPr>
              <p:cNvPr id="8528" name="Google Shape;8528;p12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529" name="Google Shape;8529;p12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0" name="Google Shape;8530;p12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2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1" name="Google Shape;8531;p127"/>
            <p:cNvGrpSpPr/>
            <p:nvPr/>
          </p:nvGrpSpPr>
          <p:grpSpPr>
            <a:xfrm>
              <a:off x="4657726" y="1959674"/>
              <a:ext cx="286500" cy="245092"/>
              <a:chOff x="4657726" y="1959674"/>
              <a:chExt cx="286500" cy="245092"/>
            </a:xfrm>
          </p:grpSpPr>
          <p:cxnSp>
            <p:nvCxnSpPr>
              <p:cNvPr id="8532" name="Google Shape;8532;p12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533" name="Google Shape;8533;p12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4" name="Google Shape;8534;p127"/>
          <p:cNvGrpSpPr/>
          <p:nvPr/>
        </p:nvGrpSpPr>
        <p:grpSpPr>
          <a:xfrm>
            <a:off x="3512551" y="2358282"/>
            <a:ext cx="1597032" cy="378649"/>
            <a:chOff x="3512551" y="2358282"/>
            <a:chExt cx="1597032" cy="378649"/>
          </a:xfrm>
        </p:grpSpPr>
        <p:grpSp>
          <p:nvGrpSpPr>
            <p:cNvPr id="8535" name="Google Shape;8535;p127"/>
            <p:cNvGrpSpPr/>
            <p:nvPr/>
          </p:nvGrpSpPr>
          <p:grpSpPr>
            <a:xfrm>
              <a:off x="3738198" y="2553002"/>
              <a:ext cx="1145834" cy="117"/>
              <a:chOff x="3738198" y="2553002"/>
              <a:chExt cx="1145834" cy="117"/>
            </a:xfrm>
          </p:grpSpPr>
          <p:cxnSp>
            <p:nvCxnSpPr>
              <p:cNvPr id="8536" name="Google Shape;8536;p12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537" name="Google Shape;8537;p12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538" name="Google Shape;8538;p127"/>
              <p:cNvCxnSpPr>
                <a:stCxn id="8539" idx="6"/>
                <a:endCxn id="854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541" name="Google Shape;8541;p127"/>
            <p:cNvGrpSpPr/>
            <p:nvPr/>
          </p:nvGrpSpPr>
          <p:grpSpPr>
            <a:xfrm>
              <a:off x="3969644" y="2440153"/>
              <a:ext cx="225900" cy="296779"/>
              <a:chOff x="3969644" y="2440153"/>
              <a:chExt cx="225900" cy="296779"/>
            </a:xfrm>
          </p:grpSpPr>
          <p:cxnSp>
            <p:nvCxnSpPr>
              <p:cNvPr id="8542" name="Google Shape;8542;p12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540" name="Google Shape;8540;p12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2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127"/>
            <p:cNvGrpSpPr/>
            <p:nvPr/>
          </p:nvGrpSpPr>
          <p:grpSpPr>
            <a:xfrm>
              <a:off x="4426818" y="2358282"/>
              <a:ext cx="225600" cy="307471"/>
              <a:chOff x="4426818" y="2358282"/>
              <a:chExt cx="225600" cy="307471"/>
            </a:xfrm>
          </p:grpSpPr>
          <p:cxnSp>
            <p:nvCxnSpPr>
              <p:cNvPr id="8545" name="Google Shape;8545;p127"/>
              <p:cNvCxnSpPr>
                <a:stCxn id="854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547" name="Google Shape;8547;p12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2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127"/>
            <p:cNvGrpSpPr/>
            <p:nvPr/>
          </p:nvGrpSpPr>
          <p:grpSpPr>
            <a:xfrm>
              <a:off x="4883984" y="2440153"/>
              <a:ext cx="225600" cy="296479"/>
              <a:chOff x="4883984" y="2440153"/>
              <a:chExt cx="225600" cy="296479"/>
            </a:xfrm>
          </p:grpSpPr>
          <p:cxnSp>
            <p:nvCxnSpPr>
              <p:cNvPr id="8549" name="Google Shape;8549;p12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550" name="Google Shape;8550;p12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2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127"/>
            <p:cNvGrpSpPr/>
            <p:nvPr/>
          </p:nvGrpSpPr>
          <p:grpSpPr>
            <a:xfrm>
              <a:off x="3512551" y="2358356"/>
              <a:ext cx="225647" cy="307629"/>
              <a:chOff x="2182679" y="2005014"/>
              <a:chExt cx="792300" cy="1080158"/>
            </a:xfrm>
          </p:grpSpPr>
          <p:cxnSp>
            <p:nvCxnSpPr>
              <p:cNvPr id="8553" name="Google Shape;8553;p127"/>
              <p:cNvCxnSpPr>
                <a:stCxn id="855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539" name="Google Shape;8539;p12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2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5" name="Google Shape;8555;p127"/>
          <p:cNvGrpSpPr/>
          <p:nvPr/>
        </p:nvGrpSpPr>
        <p:grpSpPr>
          <a:xfrm>
            <a:off x="6872633" y="1182079"/>
            <a:ext cx="1559809" cy="722610"/>
            <a:chOff x="634175" y="2986275"/>
            <a:chExt cx="3147949" cy="1458344"/>
          </a:xfrm>
        </p:grpSpPr>
        <p:cxnSp>
          <p:nvCxnSpPr>
            <p:cNvPr id="8556" name="Google Shape;8556;p127"/>
            <p:cNvCxnSpPr>
              <a:stCxn id="8557" idx="4"/>
              <a:endCxn id="855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559" name="Google Shape;8559;p127"/>
            <p:cNvCxnSpPr>
              <a:stCxn id="8558" idx="0"/>
              <a:endCxn id="856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61" name="Google Shape;8561;p127"/>
            <p:cNvCxnSpPr>
              <a:stCxn id="8560" idx="4"/>
              <a:endCxn id="856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63" name="Google Shape;8563;p127"/>
            <p:cNvCxnSpPr>
              <a:stCxn id="8562" idx="0"/>
              <a:endCxn id="856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564" name="Google Shape;8564;p12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60" name="Google Shape;8560;p12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57" name="Google Shape;8557;p12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62" name="Google Shape;8562;p12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58" name="Google Shape;8558;p12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565" name="Google Shape;8565;p127"/>
          <p:cNvGrpSpPr/>
          <p:nvPr/>
        </p:nvGrpSpPr>
        <p:grpSpPr>
          <a:xfrm>
            <a:off x="3526424" y="2891987"/>
            <a:ext cx="1570719" cy="294123"/>
            <a:chOff x="998425" y="1182125"/>
            <a:chExt cx="1065400" cy="199500"/>
          </a:xfrm>
        </p:grpSpPr>
        <p:sp>
          <p:nvSpPr>
            <p:cNvPr id="8566" name="Google Shape;8566;p12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2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2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2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2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127"/>
          <p:cNvGrpSpPr/>
          <p:nvPr/>
        </p:nvGrpSpPr>
        <p:grpSpPr>
          <a:xfrm>
            <a:off x="6869680" y="2009474"/>
            <a:ext cx="1565716" cy="366729"/>
            <a:chOff x="1247650" y="2075423"/>
            <a:chExt cx="6648477" cy="1557238"/>
          </a:xfrm>
        </p:grpSpPr>
        <p:sp>
          <p:nvSpPr>
            <p:cNvPr id="8572" name="Google Shape;8572;p12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2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2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2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2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2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127"/>
          <p:cNvGrpSpPr/>
          <p:nvPr/>
        </p:nvGrpSpPr>
        <p:grpSpPr>
          <a:xfrm>
            <a:off x="6853992" y="3158289"/>
            <a:ext cx="1597061" cy="663440"/>
            <a:chOff x="6796238" y="3158297"/>
            <a:chExt cx="1630319" cy="677257"/>
          </a:xfrm>
        </p:grpSpPr>
        <p:cxnSp>
          <p:nvCxnSpPr>
            <p:cNvPr id="8579" name="Google Shape;8579;p12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580" name="Google Shape;8580;p12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581" name="Google Shape;8581;p12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582" name="Google Shape;8582;p12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583" name="Google Shape;8583;p127"/>
            <p:cNvGrpSpPr/>
            <p:nvPr/>
          </p:nvGrpSpPr>
          <p:grpSpPr>
            <a:xfrm>
              <a:off x="6796238" y="3311904"/>
              <a:ext cx="1630319" cy="377697"/>
              <a:chOff x="6796238" y="3311904"/>
              <a:chExt cx="1630319" cy="377697"/>
            </a:xfrm>
          </p:grpSpPr>
          <p:sp>
            <p:nvSpPr>
              <p:cNvPr id="8584" name="Google Shape;8584;p12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2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2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7" name="Google Shape;8587;p127"/>
          <p:cNvGrpSpPr/>
          <p:nvPr/>
        </p:nvGrpSpPr>
        <p:grpSpPr>
          <a:xfrm>
            <a:off x="5375130" y="1179681"/>
            <a:ext cx="1368606" cy="1593805"/>
            <a:chOff x="1839112" y="2209163"/>
            <a:chExt cx="1918159" cy="2233784"/>
          </a:xfrm>
        </p:grpSpPr>
        <p:sp>
          <p:nvSpPr>
            <p:cNvPr id="8588" name="Google Shape;8588;p12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2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2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1" name="Google Shape;8591;p127"/>
            <p:cNvCxnSpPr>
              <a:stCxn id="8588" idx="6"/>
              <a:endCxn id="858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92" name="Google Shape;8592;p127"/>
            <p:cNvCxnSpPr>
              <a:stCxn id="8589" idx="4"/>
              <a:endCxn id="859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594" name="Google Shape;8594;p127"/>
            <p:cNvCxnSpPr>
              <a:stCxn id="8593" idx="6"/>
              <a:endCxn id="859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95" name="Google Shape;8595;p127"/>
            <p:cNvCxnSpPr>
              <a:stCxn id="8590" idx="4"/>
              <a:endCxn id="859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593" name="Google Shape;8593;p12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2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2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8" name="Google Shape;8598;p127"/>
            <p:cNvCxnSpPr>
              <a:endCxn id="859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599" name="Google Shape;8599;p127"/>
          <p:cNvGrpSpPr/>
          <p:nvPr/>
        </p:nvGrpSpPr>
        <p:grpSpPr>
          <a:xfrm>
            <a:off x="3507503" y="1185917"/>
            <a:ext cx="1637968" cy="154942"/>
            <a:chOff x="238125" y="2506075"/>
            <a:chExt cx="7115411" cy="673075"/>
          </a:xfrm>
        </p:grpSpPr>
        <p:sp>
          <p:nvSpPr>
            <p:cNvPr id="8600" name="Google Shape;8600;p12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2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2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2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2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127"/>
          <p:cNvGrpSpPr/>
          <p:nvPr/>
        </p:nvGrpSpPr>
        <p:grpSpPr>
          <a:xfrm>
            <a:off x="746187" y="1507514"/>
            <a:ext cx="2476762" cy="91743"/>
            <a:chOff x="1464850" y="436376"/>
            <a:chExt cx="6001362" cy="222300"/>
          </a:xfrm>
        </p:grpSpPr>
        <p:sp>
          <p:nvSpPr>
            <p:cNvPr id="8606" name="Google Shape;8606;p12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2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2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2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2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1" name="Google Shape;8611;p12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612" name="Google Shape;8612;p12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613" name="Google Shape;8613;p12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614" name="Google Shape;8614;p12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615" name="Google Shape;8615;p127"/>
          <p:cNvGrpSpPr/>
          <p:nvPr/>
        </p:nvGrpSpPr>
        <p:grpSpPr>
          <a:xfrm>
            <a:off x="732455" y="2742980"/>
            <a:ext cx="1452710" cy="651923"/>
            <a:chOff x="803162" y="2667727"/>
            <a:chExt cx="1411906" cy="633611"/>
          </a:xfrm>
        </p:grpSpPr>
        <p:cxnSp>
          <p:nvCxnSpPr>
            <p:cNvPr id="8616" name="Google Shape;8616;p127"/>
            <p:cNvCxnSpPr>
              <a:stCxn id="8617" idx="2"/>
              <a:endCxn id="861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19" name="Google Shape;8619;p127"/>
            <p:cNvCxnSpPr>
              <a:stCxn id="8620" idx="0"/>
              <a:endCxn id="861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21" name="Google Shape;8621;p127"/>
            <p:cNvCxnSpPr>
              <a:stCxn id="8620" idx="2"/>
              <a:endCxn id="862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23" name="Google Shape;8623;p127"/>
            <p:cNvCxnSpPr>
              <a:stCxn id="8624" idx="0"/>
              <a:endCxn id="862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25" name="Google Shape;8625;p127"/>
            <p:cNvCxnSpPr>
              <a:stCxn id="8618" idx="2"/>
              <a:endCxn id="862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27" name="Google Shape;8627;p127"/>
            <p:cNvCxnSpPr>
              <a:stCxn id="8628" idx="0"/>
              <a:endCxn id="861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624" name="Google Shape;8624;p12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22" name="Google Shape;8622;p12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28" name="Google Shape;8628;p12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26" name="Google Shape;8626;p12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18" name="Google Shape;8618;p12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20" name="Google Shape;8620;p12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17" name="Google Shape;8617;p12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629" name="Google Shape;8629;p127"/>
          <p:cNvGrpSpPr/>
          <p:nvPr/>
        </p:nvGrpSpPr>
        <p:grpSpPr>
          <a:xfrm>
            <a:off x="732456" y="1178518"/>
            <a:ext cx="2518541" cy="209309"/>
            <a:chOff x="803163" y="1111966"/>
            <a:chExt cx="2447800" cy="203430"/>
          </a:xfrm>
        </p:grpSpPr>
        <p:grpSp>
          <p:nvGrpSpPr>
            <p:cNvPr id="8630" name="Google Shape;8630;p127"/>
            <p:cNvGrpSpPr/>
            <p:nvPr/>
          </p:nvGrpSpPr>
          <p:grpSpPr>
            <a:xfrm>
              <a:off x="1958180" y="1111966"/>
              <a:ext cx="588019" cy="121396"/>
              <a:chOff x="4808316" y="2800065"/>
              <a:chExt cx="1999386" cy="412910"/>
            </a:xfrm>
          </p:grpSpPr>
          <p:sp>
            <p:nvSpPr>
              <p:cNvPr id="8631" name="Google Shape;8631;p12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2" name="Google Shape;8632;p127"/>
              <p:cNvGrpSpPr/>
              <p:nvPr/>
            </p:nvGrpSpPr>
            <p:grpSpPr>
              <a:xfrm>
                <a:off x="4808316" y="2800065"/>
                <a:ext cx="92400" cy="411825"/>
                <a:chOff x="845575" y="2563700"/>
                <a:chExt cx="92400" cy="411825"/>
              </a:xfrm>
            </p:grpSpPr>
            <p:cxnSp>
              <p:nvCxnSpPr>
                <p:cNvPr id="8633" name="Google Shape;8633;p12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34" name="Google Shape;8634;p12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635" name="Google Shape;8635;p12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636" name="Google Shape;8636;p12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7" name="Google Shape;8637;p127"/>
            <p:cNvGrpSpPr/>
            <p:nvPr/>
          </p:nvGrpSpPr>
          <p:grpSpPr>
            <a:xfrm>
              <a:off x="803163" y="1111974"/>
              <a:ext cx="591158" cy="121545"/>
              <a:chOff x="803163" y="1111974"/>
              <a:chExt cx="591158" cy="121545"/>
            </a:xfrm>
          </p:grpSpPr>
          <p:grpSp>
            <p:nvGrpSpPr>
              <p:cNvPr id="8638" name="Google Shape;8638;p127"/>
              <p:cNvGrpSpPr/>
              <p:nvPr/>
            </p:nvGrpSpPr>
            <p:grpSpPr>
              <a:xfrm>
                <a:off x="803163" y="1111974"/>
                <a:ext cx="27175" cy="121077"/>
                <a:chOff x="845575" y="2563700"/>
                <a:chExt cx="92400" cy="411825"/>
              </a:xfrm>
            </p:grpSpPr>
            <p:cxnSp>
              <p:nvCxnSpPr>
                <p:cNvPr id="8639" name="Google Shape;8639;p12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40" name="Google Shape;8640;p12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1" name="Google Shape;8641;p12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127"/>
            <p:cNvGrpSpPr/>
            <p:nvPr/>
          </p:nvGrpSpPr>
          <p:grpSpPr>
            <a:xfrm>
              <a:off x="1381910" y="1194219"/>
              <a:ext cx="588341" cy="121177"/>
              <a:chOff x="1381910" y="1194219"/>
              <a:chExt cx="588341" cy="121177"/>
            </a:xfrm>
          </p:grpSpPr>
          <p:grpSp>
            <p:nvGrpSpPr>
              <p:cNvPr id="8643" name="Google Shape;8643;p127"/>
              <p:cNvGrpSpPr/>
              <p:nvPr/>
            </p:nvGrpSpPr>
            <p:grpSpPr>
              <a:xfrm rot="10800000">
                <a:off x="1381910" y="1194319"/>
                <a:ext cx="27175" cy="121077"/>
                <a:chOff x="2070100" y="2563700"/>
                <a:chExt cx="92400" cy="411825"/>
              </a:xfrm>
            </p:grpSpPr>
            <p:cxnSp>
              <p:nvCxnSpPr>
                <p:cNvPr id="8644" name="Google Shape;8644;p12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45" name="Google Shape;8645;p12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6" name="Google Shape;8646;p12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127"/>
            <p:cNvGrpSpPr/>
            <p:nvPr/>
          </p:nvGrpSpPr>
          <p:grpSpPr>
            <a:xfrm>
              <a:off x="2532079" y="1194219"/>
              <a:ext cx="704927" cy="121177"/>
              <a:chOff x="2532079" y="1194219"/>
              <a:chExt cx="704927" cy="121177"/>
            </a:xfrm>
          </p:grpSpPr>
          <p:grpSp>
            <p:nvGrpSpPr>
              <p:cNvPr id="8648" name="Google Shape;8648;p127"/>
              <p:cNvGrpSpPr/>
              <p:nvPr/>
            </p:nvGrpSpPr>
            <p:grpSpPr>
              <a:xfrm rot="10800000">
                <a:off x="2532079" y="1194319"/>
                <a:ext cx="27175" cy="121077"/>
                <a:chOff x="2070100" y="2563700"/>
                <a:chExt cx="92400" cy="411825"/>
              </a:xfrm>
            </p:grpSpPr>
            <p:cxnSp>
              <p:nvCxnSpPr>
                <p:cNvPr id="8649" name="Google Shape;8649;p12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50" name="Google Shape;8650;p12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1" name="Google Shape;8651;p12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2" name="Google Shape;8652;p127"/>
          <p:cNvGrpSpPr/>
          <p:nvPr/>
        </p:nvGrpSpPr>
        <p:grpSpPr>
          <a:xfrm>
            <a:off x="3525467" y="3875150"/>
            <a:ext cx="1567778" cy="491677"/>
            <a:chOff x="5194708" y="3484366"/>
            <a:chExt cx="3148148" cy="987304"/>
          </a:xfrm>
        </p:grpSpPr>
        <p:grpSp>
          <p:nvGrpSpPr>
            <p:cNvPr id="8653" name="Google Shape;8653;p127"/>
            <p:cNvGrpSpPr/>
            <p:nvPr/>
          </p:nvGrpSpPr>
          <p:grpSpPr>
            <a:xfrm>
              <a:off x="7531521" y="3484366"/>
              <a:ext cx="811335" cy="987304"/>
              <a:chOff x="3379425" y="1617275"/>
              <a:chExt cx="1090650" cy="1327200"/>
            </a:xfrm>
          </p:grpSpPr>
          <p:sp>
            <p:nvSpPr>
              <p:cNvPr id="8654" name="Google Shape;8654;p12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2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2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127"/>
            <p:cNvGrpSpPr/>
            <p:nvPr/>
          </p:nvGrpSpPr>
          <p:grpSpPr>
            <a:xfrm>
              <a:off x="6752546" y="3484366"/>
              <a:ext cx="811428" cy="987304"/>
              <a:chOff x="2332275" y="1617275"/>
              <a:chExt cx="1090775" cy="1327200"/>
            </a:xfrm>
          </p:grpSpPr>
          <p:sp>
            <p:nvSpPr>
              <p:cNvPr id="8658" name="Google Shape;8658;p12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2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2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127"/>
            <p:cNvGrpSpPr/>
            <p:nvPr/>
          </p:nvGrpSpPr>
          <p:grpSpPr>
            <a:xfrm>
              <a:off x="5973664" y="3484366"/>
              <a:ext cx="811335" cy="987304"/>
              <a:chOff x="1285250" y="1617275"/>
              <a:chExt cx="1090650" cy="1327200"/>
            </a:xfrm>
          </p:grpSpPr>
          <p:sp>
            <p:nvSpPr>
              <p:cNvPr id="8662" name="Google Shape;8662;p12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2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2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127"/>
            <p:cNvGrpSpPr/>
            <p:nvPr/>
          </p:nvGrpSpPr>
          <p:grpSpPr>
            <a:xfrm>
              <a:off x="5194708" y="3484366"/>
              <a:ext cx="811409" cy="987304"/>
              <a:chOff x="238125" y="1617275"/>
              <a:chExt cx="1090750" cy="1327200"/>
            </a:xfrm>
          </p:grpSpPr>
          <p:sp>
            <p:nvSpPr>
              <p:cNvPr id="8666" name="Google Shape;8666;p12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2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2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9" name="Google Shape;8669;p127"/>
          <p:cNvGrpSpPr/>
          <p:nvPr/>
        </p:nvGrpSpPr>
        <p:grpSpPr>
          <a:xfrm>
            <a:off x="3486076" y="3355561"/>
            <a:ext cx="1616964" cy="346256"/>
            <a:chOff x="1808063" y="4294338"/>
            <a:chExt cx="3370782" cy="721817"/>
          </a:xfrm>
        </p:grpSpPr>
        <p:sp>
          <p:nvSpPr>
            <p:cNvPr id="8670" name="Google Shape;8670;p12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2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2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2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2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2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2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2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2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2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127"/>
          <p:cNvGrpSpPr/>
          <p:nvPr/>
        </p:nvGrpSpPr>
        <p:grpSpPr>
          <a:xfrm>
            <a:off x="764288" y="3641590"/>
            <a:ext cx="1295882" cy="646587"/>
            <a:chOff x="834100" y="3642869"/>
            <a:chExt cx="1259483" cy="628426"/>
          </a:xfrm>
        </p:grpSpPr>
        <p:sp>
          <p:nvSpPr>
            <p:cNvPr id="8681" name="Google Shape;8681;p12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2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2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2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2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2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2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2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2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2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2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2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2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2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2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2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2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2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2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2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2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2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6" name="Google Shape;8706;p127"/>
            <p:cNvGrpSpPr/>
            <p:nvPr/>
          </p:nvGrpSpPr>
          <p:grpSpPr>
            <a:xfrm>
              <a:off x="1360364" y="3847835"/>
              <a:ext cx="208119" cy="224359"/>
              <a:chOff x="1360769" y="3847100"/>
              <a:chExt cx="208119" cy="224359"/>
            </a:xfrm>
          </p:grpSpPr>
          <p:sp>
            <p:nvSpPr>
              <p:cNvPr id="8707" name="Google Shape;8707;p12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2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2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2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2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2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2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2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2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2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2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2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2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2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2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2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2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2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7" name="Google Shape;8727;p12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2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2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2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2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2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2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2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2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2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2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2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127"/>
          <p:cNvGrpSpPr/>
          <p:nvPr/>
        </p:nvGrpSpPr>
        <p:grpSpPr>
          <a:xfrm rot="5400000">
            <a:off x="5977401" y="3438087"/>
            <a:ext cx="164064" cy="1414916"/>
            <a:chOff x="4428249" y="1369375"/>
            <a:chExt cx="36905" cy="429569"/>
          </a:xfrm>
        </p:grpSpPr>
        <p:sp>
          <p:nvSpPr>
            <p:cNvPr id="8742" name="Google Shape;8742;p12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2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2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2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2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2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2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2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2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2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2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2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2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2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2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2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2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2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2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2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2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2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2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127"/>
          <p:cNvGrpSpPr/>
          <p:nvPr/>
        </p:nvGrpSpPr>
        <p:grpSpPr>
          <a:xfrm flipH="1" rot="10800000">
            <a:off x="5349830" y="3026630"/>
            <a:ext cx="1419207" cy="24808"/>
            <a:chOff x="219558" y="4738465"/>
            <a:chExt cx="5852400" cy="102300"/>
          </a:xfrm>
        </p:grpSpPr>
        <p:cxnSp>
          <p:nvCxnSpPr>
            <p:cNvPr id="8775" name="Google Shape;8775;p12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776" name="Google Shape;8776;p12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2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2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2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2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127"/>
          <p:cNvGrpSpPr/>
          <p:nvPr/>
        </p:nvGrpSpPr>
        <p:grpSpPr>
          <a:xfrm>
            <a:off x="5361148" y="3399694"/>
            <a:ext cx="1396570" cy="385016"/>
            <a:chOff x="5286284" y="2966544"/>
            <a:chExt cx="1396570" cy="385016"/>
          </a:xfrm>
        </p:grpSpPr>
        <p:cxnSp>
          <p:nvCxnSpPr>
            <p:cNvPr id="8782" name="Google Shape;8782;p12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783" name="Google Shape;8783;p12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784" name="Google Shape;8784;p127"/>
            <p:cNvGrpSpPr/>
            <p:nvPr/>
          </p:nvGrpSpPr>
          <p:grpSpPr>
            <a:xfrm>
              <a:off x="5287688" y="3173364"/>
              <a:ext cx="1395166" cy="74100"/>
              <a:chOff x="5287688" y="3173364"/>
              <a:chExt cx="1395166" cy="74100"/>
            </a:xfrm>
          </p:grpSpPr>
          <p:cxnSp>
            <p:nvCxnSpPr>
              <p:cNvPr id="8785" name="Google Shape;8785;p12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786" name="Google Shape;8786;p12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787" name="Google Shape;8787;p12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88" name="Google Shape;8788;p12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89" name="Google Shape;8789;p12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90" name="Google Shape;8790;p12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91" name="Google Shape;8791;p12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92" name="Google Shape;8792;p12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793" name="Google Shape;8793;p12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794" name="Google Shape;8794;p127"/>
          <p:cNvGrpSpPr/>
          <p:nvPr/>
        </p:nvGrpSpPr>
        <p:grpSpPr>
          <a:xfrm>
            <a:off x="2047214" y="1818470"/>
            <a:ext cx="1182276" cy="662027"/>
            <a:chOff x="2029517" y="1732295"/>
            <a:chExt cx="1149068" cy="643432"/>
          </a:xfrm>
        </p:grpSpPr>
        <p:grpSp>
          <p:nvGrpSpPr>
            <p:cNvPr id="8795" name="Google Shape;8795;p127"/>
            <p:cNvGrpSpPr/>
            <p:nvPr/>
          </p:nvGrpSpPr>
          <p:grpSpPr>
            <a:xfrm>
              <a:off x="2708660" y="1746937"/>
              <a:ext cx="455427" cy="244429"/>
              <a:chOff x="2700693" y="1746937"/>
              <a:chExt cx="455427" cy="244429"/>
            </a:xfrm>
          </p:grpSpPr>
          <p:grpSp>
            <p:nvGrpSpPr>
              <p:cNvPr id="8796" name="Google Shape;8796;p127"/>
              <p:cNvGrpSpPr/>
              <p:nvPr/>
            </p:nvGrpSpPr>
            <p:grpSpPr>
              <a:xfrm>
                <a:off x="2905682" y="1782817"/>
                <a:ext cx="250438" cy="208549"/>
                <a:chOff x="2905682" y="1782817"/>
                <a:chExt cx="250438" cy="208549"/>
              </a:xfrm>
            </p:grpSpPr>
            <p:cxnSp>
              <p:nvCxnSpPr>
                <p:cNvPr id="8797" name="Google Shape;8797;p12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98" name="Google Shape;8798;p12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127"/>
              <p:cNvGrpSpPr/>
              <p:nvPr/>
            </p:nvGrpSpPr>
            <p:grpSpPr>
              <a:xfrm>
                <a:off x="2700693" y="1746937"/>
                <a:ext cx="449967" cy="72374"/>
                <a:chOff x="2700693" y="1746937"/>
                <a:chExt cx="449967" cy="72374"/>
              </a:xfrm>
            </p:grpSpPr>
            <p:cxnSp>
              <p:nvCxnSpPr>
                <p:cNvPr id="8800" name="Google Shape;8800;p12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801" name="Google Shape;8801;p12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2" name="Google Shape;8802;p127"/>
            <p:cNvGrpSpPr/>
            <p:nvPr/>
          </p:nvGrpSpPr>
          <p:grpSpPr>
            <a:xfrm>
              <a:off x="2029517" y="1732295"/>
              <a:ext cx="1149068" cy="643432"/>
              <a:chOff x="2029517" y="1732295"/>
              <a:chExt cx="1149068" cy="643432"/>
            </a:xfrm>
          </p:grpSpPr>
          <p:grpSp>
            <p:nvGrpSpPr>
              <p:cNvPr id="8803" name="Google Shape;8803;p127"/>
              <p:cNvGrpSpPr/>
              <p:nvPr/>
            </p:nvGrpSpPr>
            <p:grpSpPr>
              <a:xfrm>
                <a:off x="2703618" y="2103152"/>
                <a:ext cx="474966" cy="260017"/>
                <a:chOff x="2703618" y="2103152"/>
                <a:chExt cx="474966" cy="260017"/>
              </a:xfrm>
            </p:grpSpPr>
            <p:grpSp>
              <p:nvGrpSpPr>
                <p:cNvPr id="8804" name="Google Shape;8804;p127"/>
                <p:cNvGrpSpPr/>
                <p:nvPr/>
              </p:nvGrpSpPr>
              <p:grpSpPr>
                <a:xfrm>
                  <a:off x="2703618" y="2290640"/>
                  <a:ext cx="450291" cy="72529"/>
                  <a:chOff x="2703618" y="2290640"/>
                  <a:chExt cx="450291" cy="72529"/>
                </a:xfrm>
              </p:grpSpPr>
              <p:cxnSp>
                <p:nvCxnSpPr>
                  <p:cNvPr id="8805" name="Google Shape;8805;p12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806" name="Google Shape;8806;p12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127"/>
                <p:cNvGrpSpPr/>
                <p:nvPr/>
              </p:nvGrpSpPr>
              <p:grpSpPr>
                <a:xfrm>
                  <a:off x="2908607" y="2103152"/>
                  <a:ext cx="269977" cy="223538"/>
                  <a:chOff x="2908607" y="2103152"/>
                  <a:chExt cx="269977" cy="223538"/>
                </a:xfrm>
              </p:grpSpPr>
              <p:cxnSp>
                <p:nvCxnSpPr>
                  <p:cNvPr id="8808" name="Google Shape;8808;p12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809" name="Google Shape;8809;p12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0" name="Google Shape;8810;p127"/>
              <p:cNvGrpSpPr/>
              <p:nvPr/>
            </p:nvGrpSpPr>
            <p:grpSpPr>
              <a:xfrm>
                <a:off x="2029517" y="1732295"/>
                <a:ext cx="685827" cy="643432"/>
                <a:chOff x="2029517" y="1732295"/>
                <a:chExt cx="685827" cy="643432"/>
              </a:xfrm>
            </p:grpSpPr>
            <p:sp>
              <p:nvSpPr>
                <p:cNvPr id="8811" name="Google Shape;8811;p12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2" name="Google Shape;8812;p127"/>
                <p:cNvGrpSpPr/>
                <p:nvPr/>
              </p:nvGrpSpPr>
              <p:grpSpPr>
                <a:xfrm>
                  <a:off x="2158948" y="1732295"/>
                  <a:ext cx="556396" cy="333108"/>
                  <a:chOff x="2158948" y="1732295"/>
                  <a:chExt cx="556396" cy="333108"/>
                </a:xfrm>
              </p:grpSpPr>
              <p:cxnSp>
                <p:nvCxnSpPr>
                  <p:cNvPr id="8813" name="Google Shape;8813;p12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814" name="Google Shape;8814;p12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127"/>
                <p:cNvGrpSpPr/>
                <p:nvPr/>
              </p:nvGrpSpPr>
              <p:grpSpPr>
                <a:xfrm>
                  <a:off x="2159908" y="2065057"/>
                  <a:ext cx="550884" cy="310670"/>
                  <a:chOff x="2159908" y="2065057"/>
                  <a:chExt cx="550884" cy="310670"/>
                </a:xfrm>
              </p:grpSpPr>
              <p:cxnSp>
                <p:nvCxnSpPr>
                  <p:cNvPr id="8816" name="Google Shape;8816;p12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817" name="Google Shape;8817;p12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818" name="Google Shape;8818;p127"/>
          <p:cNvGrpSpPr/>
          <p:nvPr/>
        </p:nvGrpSpPr>
        <p:grpSpPr>
          <a:xfrm>
            <a:off x="732462" y="1766083"/>
            <a:ext cx="962651" cy="810058"/>
            <a:chOff x="844912" y="1681380"/>
            <a:chExt cx="935611" cy="787305"/>
          </a:xfrm>
        </p:grpSpPr>
        <p:grpSp>
          <p:nvGrpSpPr>
            <p:cNvPr id="8819" name="Google Shape;8819;p127"/>
            <p:cNvGrpSpPr/>
            <p:nvPr/>
          </p:nvGrpSpPr>
          <p:grpSpPr>
            <a:xfrm>
              <a:off x="844912" y="1819635"/>
              <a:ext cx="329836" cy="510016"/>
              <a:chOff x="844912" y="1819635"/>
              <a:chExt cx="329836" cy="510016"/>
            </a:xfrm>
          </p:grpSpPr>
          <p:sp>
            <p:nvSpPr>
              <p:cNvPr id="8820" name="Google Shape;8820;p12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2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2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2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2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2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127"/>
            <p:cNvGrpSpPr/>
            <p:nvPr/>
          </p:nvGrpSpPr>
          <p:grpSpPr>
            <a:xfrm>
              <a:off x="1284601" y="2158168"/>
              <a:ext cx="495923" cy="310517"/>
              <a:chOff x="1284601" y="2158168"/>
              <a:chExt cx="495923" cy="310517"/>
            </a:xfrm>
          </p:grpSpPr>
          <p:sp>
            <p:nvSpPr>
              <p:cNvPr id="8827" name="Google Shape;8827;p12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127"/>
              <p:cNvGrpSpPr/>
              <p:nvPr/>
            </p:nvGrpSpPr>
            <p:grpSpPr>
              <a:xfrm>
                <a:off x="1507666" y="2158168"/>
                <a:ext cx="272858" cy="310517"/>
                <a:chOff x="1507666" y="2158168"/>
                <a:chExt cx="272858" cy="310517"/>
              </a:xfrm>
            </p:grpSpPr>
            <p:grpSp>
              <p:nvGrpSpPr>
                <p:cNvPr id="8829" name="Google Shape;8829;p127"/>
                <p:cNvGrpSpPr/>
                <p:nvPr/>
              </p:nvGrpSpPr>
              <p:grpSpPr>
                <a:xfrm>
                  <a:off x="1507666" y="2176104"/>
                  <a:ext cx="166395" cy="273149"/>
                  <a:chOff x="1507666" y="2176104"/>
                  <a:chExt cx="166395" cy="273149"/>
                </a:xfrm>
              </p:grpSpPr>
              <p:sp>
                <p:nvSpPr>
                  <p:cNvPr id="8830" name="Google Shape;8830;p12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2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2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2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2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2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2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7" name="Google Shape;8837;p12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2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9" name="Google Shape;8839;p127"/>
            <p:cNvGrpSpPr/>
            <p:nvPr/>
          </p:nvGrpSpPr>
          <p:grpSpPr>
            <a:xfrm>
              <a:off x="1284601" y="1681380"/>
              <a:ext cx="495923" cy="310517"/>
              <a:chOff x="1284601" y="1681380"/>
              <a:chExt cx="495923" cy="310517"/>
            </a:xfrm>
          </p:grpSpPr>
          <p:sp>
            <p:nvSpPr>
              <p:cNvPr id="8840" name="Google Shape;8840;p12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127"/>
              <p:cNvGrpSpPr/>
              <p:nvPr/>
            </p:nvGrpSpPr>
            <p:grpSpPr>
              <a:xfrm>
                <a:off x="1507666" y="1681380"/>
                <a:ext cx="272858" cy="310517"/>
                <a:chOff x="1507666" y="1681380"/>
                <a:chExt cx="272858" cy="310517"/>
              </a:xfrm>
            </p:grpSpPr>
            <p:grpSp>
              <p:nvGrpSpPr>
                <p:cNvPr id="8842" name="Google Shape;8842;p127"/>
                <p:cNvGrpSpPr/>
                <p:nvPr/>
              </p:nvGrpSpPr>
              <p:grpSpPr>
                <a:xfrm>
                  <a:off x="1507666" y="1700120"/>
                  <a:ext cx="166395" cy="272984"/>
                  <a:chOff x="1507666" y="1700120"/>
                  <a:chExt cx="166395" cy="272984"/>
                </a:xfrm>
              </p:grpSpPr>
              <p:sp>
                <p:nvSpPr>
                  <p:cNvPr id="8843" name="Google Shape;8843;p12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2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2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2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2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2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2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0" name="Google Shape;8850;p12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2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52" name="Google Shape;8852;p127"/>
          <p:cNvGrpSpPr/>
          <p:nvPr/>
        </p:nvGrpSpPr>
        <p:grpSpPr>
          <a:xfrm>
            <a:off x="6841403" y="2533512"/>
            <a:ext cx="1622269" cy="552443"/>
            <a:chOff x="6894650" y="2574740"/>
            <a:chExt cx="1445100" cy="492111"/>
          </a:xfrm>
        </p:grpSpPr>
        <p:sp>
          <p:nvSpPr>
            <p:cNvPr id="8853" name="Google Shape;8853;p12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2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2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2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2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8" name="Google Shape;8858;p12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859" name="Google Shape;8859;p127"/>
          <p:cNvGrpSpPr/>
          <p:nvPr/>
        </p:nvGrpSpPr>
        <p:grpSpPr>
          <a:xfrm>
            <a:off x="6860946" y="3907768"/>
            <a:ext cx="1583206" cy="475705"/>
            <a:chOff x="6953919" y="3907920"/>
            <a:chExt cx="1377300" cy="475705"/>
          </a:xfrm>
        </p:grpSpPr>
        <p:cxnSp>
          <p:nvCxnSpPr>
            <p:cNvPr id="8860" name="Google Shape;8860;p12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861" name="Google Shape;8861;p12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862" name="Google Shape;8862;p12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863" name="Google Shape;8863;p12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864" name="Google Shape;8864;p12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865" name="Google Shape;8865;p127"/>
          <p:cNvGrpSpPr/>
          <p:nvPr/>
        </p:nvGrpSpPr>
        <p:grpSpPr>
          <a:xfrm>
            <a:off x="2364534" y="2668913"/>
            <a:ext cx="836286" cy="824529"/>
            <a:chOff x="2389399" y="2595741"/>
            <a:chExt cx="812796" cy="801369"/>
          </a:xfrm>
        </p:grpSpPr>
        <p:grpSp>
          <p:nvGrpSpPr>
            <p:cNvPr id="8866" name="Google Shape;8866;p127"/>
            <p:cNvGrpSpPr/>
            <p:nvPr/>
          </p:nvGrpSpPr>
          <p:grpSpPr>
            <a:xfrm>
              <a:off x="2492145" y="2881565"/>
              <a:ext cx="607300" cy="229751"/>
              <a:chOff x="2492145" y="2881565"/>
              <a:chExt cx="607300" cy="229751"/>
            </a:xfrm>
          </p:grpSpPr>
          <p:sp>
            <p:nvSpPr>
              <p:cNvPr id="8867" name="Google Shape;8867;p12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2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2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127"/>
            <p:cNvGrpSpPr/>
            <p:nvPr/>
          </p:nvGrpSpPr>
          <p:grpSpPr>
            <a:xfrm>
              <a:off x="2389399" y="2595741"/>
              <a:ext cx="812796" cy="296825"/>
              <a:chOff x="2389399" y="2595741"/>
              <a:chExt cx="812796" cy="296825"/>
            </a:xfrm>
          </p:grpSpPr>
          <p:grpSp>
            <p:nvGrpSpPr>
              <p:cNvPr id="8871" name="Google Shape;8871;p127"/>
              <p:cNvGrpSpPr/>
              <p:nvPr/>
            </p:nvGrpSpPr>
            <p:grpSpPr>
              <a:xfrm>
                <a:off x="2389399" y="2595741"/>
                <a:ext cx="363638" cy="296825"/>
                <a:chOff x="2389399" y="2595741"/>
                <a:chExt cx="363638" cy="296825"/>
              </a:xfrm>
            </p:grpSpPr>
            <p:grpSp>
              <p:nvGrpSpPr>
                <p:cNvPr id="8872" name="Google Shape;8872;p127"/>
                <p:cNvGrpSpPr/>
                <p:nvPr/>
              </p:nvGrpSpPr>
              <p:grpSpPr>
                <a:xfrm>
                  <a:off x="2493852" y="2794333"/>
                  <a:ext cx="259185" cy="98232"/>
                  <a:chOff x="2493852" y="2794333"/>
                  <a:chExt cx="259185" cy="98232"/>
                </a:xfrm>
              </p:grpSpPr>
              <p:sp>
                <p:nvSpPr>
                  <p:cNvPr id="8873" name="Google Shape;8873;p12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2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2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127"/>
                <p:cNvGrpSpPr/>
                <p:nvPr/>
              </p:nvGrpSpPr>
              <p:grpSpPr>
                <a:xfrm>
                  <a:off x="2389399" y="2595741"/>
                  <a:ext cx="224343" cy="182054"/>
                  <a:chOff x="2389399" y="2595741"/>
                  <a:chExt cx="224343" cy="182054"/>
                </a:xfrm>
              </p:grpSpPr>
              <p:sp>
                <p:nvSpPr>
                  <p:cNvPr id="8877" name="Google Shape;8877;p12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2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9" name="Google Shape;8879;p127"/>
              <p:cNvGrpSpPr/>
              <p:nvPr/>
            </p:nvGrpSpPr>
            <p:grpSpPr>
              <a:xfrm>
                <a:off x="2683630" y="2595741"/>
                <a:ext cx="224334" cy="296825"/>
                <a:chOff x="2683630" y="2595741"/>
                <a:chExt cx="224334" cy="296825"/>
              </a:xfrm>
            </p:grpSpPr>
            <p:grpSp>
              <p:nvGrpSpPr>
                <p:cNvPr id="8880" name="Google Shape;8880;p127"/>
                <p:cNvGrpSpPr/>
                <p:nvPr/>
              </p:nvGrpSpPr>
              <p:grpSpPr>
                <a:xfrm>
                  <a:off x="2788083" y="2794333"/>
                  <a:ext cx="15356" cy="98232"/>
                  <a:chOff x="2788083" y="2794333"/>
                  <a:chExt cx="15356" cy="98232"/>
                </a:xfrm>
              </p:grpSpPr>
              <p:sp>
                <p:nvSpPr>
                  <p:cNvPr id="8881" name="Google Shape;8881;p12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2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2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127"/>
                <p:cNvGrpSpPr/>
                <p:nvPr/>
              </p:nvGrpSpPr>
              <p:grpSpPr>
                <a:xfrm>
                  <a:off x="2683630" y="2595741"/>
                  <a:ext cx="224334" cy="182054"/>
                  <a:chOff x="2683630" y="2595741"/>
                  <a:chExt cx="224334" cy="182054"/>
                </a:xfrm>
              </p:grpSpPr>
              <p:sp>
                <p:nvSpPr>
                  <p:cNvPr id="8885" name="Google Shape;8885;p12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2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7" name="Google Shape;8887;p127"/>
              <p:cNvGrpSpPr/>
              <p:nvPr/>
            </p:nvGrpSpPr>
            <p:grpSpPr>
              <a:xfrm>
                <a:off x="2838475" y="2595741"/>
                <a:ext cx="363719" cy="296825"/>
                <a:chOff x="2838475" y="2595741"/>
                <a:chExt cx="363719" cy="296825"/>
              </a:xfrm>
            </p:grpSpPr>
            <p:grpSp>
              <p:nvGrpSpPr>
                <p:cNvPr id="8888" name="Google Shape;8888;p127"/>
                <p:cNvGrpSpPr/>
                <p:nvPr/>
              </p:nvGrpSpPr>
              <p:grpSpPr>
                <a:xfrm>
                  <a:off x="2838475" y="2794333"/>
                  <a:ext cx="259185" cy="98232"/>
                  <a:chOff x="2838475" y="2794333"/>
                  <a:chExt cx="259185" cy="98232"/>
                </a:xfrm>
              </p:grpSpPr>
              <p:sp>
                <p:nvSpPr>
                  <p:cNvPr id="8889" name="Google Shape;8889;p12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2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2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127"/>
                <p:cNvGrpSpPr/>
                <p:nvPr/>
              </p:nvGrpSpPr>
              <p:grpSpPr>
                <a:xfrm>
                  <a:off x="2977852" y="2595741"/>
                  <a:ext cx="224343" cy="182054"/>
                  <a:chOff x="2977852" y="2595741"/>
                  <a:chExt cx="224343" cy="182054"/>
                </a:xfrm>
              </p:grpSpPr>
              <p:sp>
                <p:nvSpPr>
                  <p:cNvPr id="8893" name="Google Shape;8893;p12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2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95" name="Google Shape;8895;p127"/>
            <p:cNvGrpSpPr/>
            <p:nvPr/>
          </p:nvGrpSpPr>
          <p:grpSpPr>
            <a:xfrm>
              <a:off x="2389399" y="3100241"/>
              <a:ext cx="812796" cy="296869"/>
              <a:chOff x="2389399" y="3100241"/>
              <a:chExt cx="812796" cy="296869"/>
            </a:xfrm>
          </p:grpSpPr>
          <p:grpSp>
            <p:nvGrpSpPr>
              <p:cNvPr id="8896" name="Google Shape;8896;p127"/>
              <p:cNvGrpSpPr/>
              <p:nvPr/>
            </p:nvGrpSpPr>
            <p:grpSpPr>
              <a:xfrm>
                <a:off x="2683630" y="3100241"/>
                <a:ext cx="224334" cy="296869"/>
                <a:chOff x="2683630" y="3100241"/>
                <a:chExt cx="224334" cy="296869"/>
              </a:xfrm>
            </p:grpSpPr>
            <p:grpSp>
              <p:nvGrpSpPr>
                <p:cNvPr id="8897" name="Google Shape;8897;p127"/>
                <p:cNvGrpSpPr/>
                <p:nvPr/>
              </p:nvGrpSpPr>
              <p:grpSpPr>
                <a:xfrm>
                  <a:off x="2788083" y="3100241"/>
                  <a:ext cx="15356" cy="98237"/>
                  <a:chOff x="2788083" y="3100241"/>
                  <a:chExt cx="15356" cy="98237"/>
                </a:xfrm>
              </p:grpSpPr>
              <p:sp>
                <p:nvSpPr>
                  <p:cNvPr id="8898" name="Google Shape;8898;p12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2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2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127"/>
                <p:cNvGrpSpPr/>
                <p:nvPr/>
              </p:nvGrpSpPr>
              <p:grpSpPr>
                <a:xfrm>
                  <a:off x="2683630" y="3215065"/>
                  <a:ext cx="224334" cy="182045"/>
                  <a:chOff x="2683630" y="3215065"/>
                  <a:chExt cx="224334" cy="182045"/>
                </a:xfrm>
              </p:grpSpPr>
              <p:sp>
                <p:nvSpPr>
                  <p:cNvPr id="8902" name="Google Shape;8902;p12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2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4" name="Google Shape;8904;p127"/>
              <p:cNvGrpSpPr/>
              <p:nvPr/>
            </p:nvGrpSpPr>
            <p:grpSpPr>
              <a:xfrm>
                <a:off x="2389399" y="3100241"/>
                <a:ext cx="363638" cy="296869"/>
                <a:chOff x="2389399" y="3100241"/>
                <a:chExt cx="363638" cy="296869"/>
              </a:xfrm>
            </p:grpSpPr>
            <p:grpSp>
              <p:nvGrpSpPr>
                <p:cNvPr id="8905" name="Google Shape;8905;p127"/>
                <p:cNvGrpSpPr/>
                <p:nvPr/>
              </p:nvGrpSpPr>
              <p:grpSpPr>
                <a:xfrm>
                  <a:off x="2493852" y="3100241"/>
                  <a:ext cx="259185" cy="98237"/>
                  <a:chOff x="2493852" y="3100241"/>
                  <a:chExt cx="259185" cy="98237"/>
                </a:xfrm>
              </p:grpSpPr>
              <p:sp>
                <p:nvSpPr>
                  <p:cNvPr id="8906" name="Google Shape;8906;p12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2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2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127"/>
                <p:cNvGrpSpPr/>
                <p:nvPr/>
              </p:nvGrpSpPr>
              <p:grpSpPr>
                <a:xfrm>
                  <a:off x="2389399" y="3215065"/>
                  <a:ext cx="224343" cy="182045"/>
                  <a:chOff x="2389399" y="3215065"/>
                  <a:chExt cx="224343" cy="182045"/>
                </a:xfrm>
              </p:grpSpPr>
              <p:sp>
                <p:nvSpPr>
                  <p:cNvPr id="8910" name="Google Shape;8910;p12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2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2" name="Google Shape;8912;p127"/>
              <p:cNvGrpSpPr/>
              <p:nvPr/>
            </p:nvGrpSpPr>
            <p:grpSpPr>
              <a:xfrm>
                <a:off x="2838475" y="3100241"/>
                <a:ext cx="363719" cy="296869"/>
                <a:chOff x="2838475" y="3100241"/>
                <a:chExt cx="363719" cy="296869"/>
              </a:xfrm>
            </p:grpSpPr>
            <p:grpSp>
              <p:nvGrpSpPr>
                <p:cNvPr id="8913" name="Google Shape;8913;p127"/>
                <p:cNvGrpSpPr/>
                <p:nvPr/>
              </p:nvGrpSpPr>
              <p:grpSpPr>
                <a:xfrm>
                  <a:off x="2838475" y="3100241"/>
                  <a:ext cx="259185" cy="98237"/>
                  <a:chOff x="2838475" y="3100241"/>
                  <a:chExt cx="259185" cy="98237"/>
                </a:xfrm>
              </p:grpSpPr>
              <p:sp>
                <p:nvSpPr>
                  <p:cNvPr id="8914" name="Google Shape;8914;p12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2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2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127"/>
                <p:cNvGrpSpPr/>
                <p:nvPr/>
              </p:nvGrpSpPr>
              <p:grpSpPr>
                <a:xfrm>
                  <a:off x="2977852" y="3215065"/>
                  <a:ext cx="224343" cy="182045"/>
                  <a:chOff x="2977852" y="3215065"/>
                  <a:chExt cx="224343" cy="182045"/>
                </a:xfrm>
              </p:grpSpPr>
              <p:sp>
                <p:nvSpPr>
                  <p:cNvPr id="8918" name="Google Shape;8918;p12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2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3" name="Shape 8923"/>
        <p:cNvGrpSpPr/>
        <p:nvPr/>
      </p:nvGrpSpPr>
      <p:grpSpPr>
        <a:xfrm>
          <a:off x="0" y="0"/>
          <a:ext cx="0" cy="0"/>
          <a:chOff x="0" y="0"/>
          <a:chExt cx="0" cy="0"/>
        </a:xfrm>
      </p:grpSpPr>
      <p:grpSp>
        <p:nvGrpSpPr>
          <p:cNvPr id="8924" name="Google Shape;8924;p128"/>
          <p:cNvGrpSpPr/>
          <p:nvPr/>
        </p:nvGrpSpPr>
        <p:grpSpPr>
          <a:xfrm>
            <a:off x="718875" y="3363288"/>
            <a:ext cx="2390414" cy="1024800"/>
            <a:chOff x="728925" y="3296613"/>
            <a:chExt cx="2390414" cy="1024800"/>
          </a:xfrm>
        </p:grpSpPr>
        <p:grpSp>
          <p:nvGrpSpPr>
            <p:cNvPr id="8925" name="Google Shape;8925;p128"/>
            <p:cNvGrpSpPr/>
            <p:nvPr/>
          </p:nvGrpSpPr>
          <p:grpSpPr>
            <a:xfrm>
              <a:off x="728925" y="3619800"/>
              <a:ext cx="2390414" cy="500893"/>
              <a:chOff x="728925" y="3619800"/>
              <a:chExt cx="2390414" cy="500893"/>
            </a:xfrm>
          </p:grpSpPr>
          <p:sp>
            <p:nvSpPr>
              <p:cNvPr id="8926" name="Google Shape;8926;p12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27" name="Google Shape;8927;p12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28" name="Google Shape;8928;p128"/>
            <p:cNvGrpSpPr/>
            <p:nvPr/>
          </p:nvGrpSpPr>
          <p:grpSpPr>
            <a:xfrm>
              <a:off x="1348050" y="3296613"/>
              <a:ext cx="1706152" cy="1024800"/>
              <a:chOff x="1348050" y="3296613"/>
              <a:chExt cx="1706152" cy="1024800"/>
            </a:xfrm>
          </p:grpSpPr>
          <p:sp>
            <p:nvSpPr>
              <p:cNvPr id="8929" name="Google Shape;8929;p12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30" name="Google Shape;8930;p12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31" name="Google Shape;8931;p12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32" name="Google Shape;8932;p12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33" name="Google Shape;8933;p12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34" name="Google Shape;8934;p128"/>
            <p:cNvGrpSpPr/>
            <p:nvPr/>
          </p:nvGrpSpPr>
          <p:grpSpPr>
            <a:xfrm>
              <a:off x="1455707" y="3654858"/>
              <a:ext cx="1491150" cy="417657"/>
              <a:chOff x="1455707" y="3654858"/>
              <a:chExt cx="1491150" cy="417657"/>
            </a:xfrm>
          </p:grpSpPr>
          <p:sp>
            <p:nvSpPr>
              <p:cNvPr id="8935" name="Google Shape;8935;p12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2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2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2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2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2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2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2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2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2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2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2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2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2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2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2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2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2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2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2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55" name="Google Shape;8955;p128"/>
          <p:cNvGraphicFramePr/>
          <p:nvPr/>
        </p:nvGraphicFramePr>
        <p:xfrm>
          <a:off x="5954575" y="2361200"/>
          <a:ext cx="3000000" cy="3000000"/>
        </p:xfrm>
        <a:graphic>
          <a:graphicData uri="http://schemas.openxmlformats.org/drawingml/2006/table">
            <a:tbl>
              <a:tblPr>
                <a:noFill/>
                <a:tableStyleId>{89FBEA96-C8E7-43C8-8308-72618AA3E878}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8956" name="Google Shape;8956;p128"/>
          <p:cNvGrpSpPr/>
          <p:nvPr/>
        </p:nvGrpSpPr>
        <p:grpSpPr>
          <a:xfrm>
            <a:off x="727251" y="1188964"/>
            <a:ext cx="2396505" cy="976502"/>
            <a:chOff x="749309" y="1112739"/>
            <a:chExt cx="2371603" cy="976502"/>
          </a:xfrm>
        </p:grpSpPr>
        <p:grpSp>
          <p:nvGrpSpPr>
            <p:cNvPr id="8957" name="Google Shape;8957;p128"/>
            <p:cNvGrpSpPr/>
            <p:nvPr/>
          </p:nvGrpSpPr>
          <p:grpSpPr>
            <a:xfrm>
              <a:off x="1092126" y="1112739"/>
              <a:ext cx="2028786" cy="975464"/>
              <a:chOff x="1092126" y="1112739"/>
              <a:chExt cx="2028786" cy="975464"/>
            </a:xfrm>
          </p:grpSpPr>
          <p:sp>
            <p:nvSpPr>
              <p:cNvPr id="8958" name="Google Shape;8958;p12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2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2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2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2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2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2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2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2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2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2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2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2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2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2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2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2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2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2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2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2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2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2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2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128"/>
            <p:cNvGrpSpPr/>
            <p:nvPr/>
          </p:nvGrpSpPr>
          <p:grpSpPr>
            <a:xfrm>
              <a:off x="749309" y="1112739"/>
              <a:ext cx="314700" cy="975464"/>
              <a:chOff x="749309" y="1112739"/>
              <a:chExt cx="314700" cy="975464"/>
            </a:xfrm>
          </p:grpSpPr>
          <p:sp>
            <p:nvSpPr>
              <p:cNvPr id="8983" name="Google Shape;8983;p12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2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2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2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7" name="Google Shape;8987;p12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2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2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2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991" name="Google Shape;8991;p128"/>
          <p:cNvGraphicFramePr/>
          <p:nvPr/>
        </p:nvGraphicFramePr>
        <p:xfrm>
          <a:off x="5954600" y="1188950"/>
          <a:ext cx="3000000" cy="3000000"/>
        </p:xfrm>
        <a:graphic>
          <a:graphicData uri="http://schemas.openxmlformats.org/drawingml/2006/table">
            <a:tbl>
              <a:tblPr>
                <a:noFill/>
                <a:tableStyleId>{89FBEA96-C8E7-43C8-8308-72618AA3E878}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992" name="Google Shape;8992;p128"/>
          <p:cNvGraphicFramePr/>
          <p:nvPr/>
        </p:nvGraphicFramePr>
        <p:xfrm>
          <a:off x="3375463" y="2361200"/>
          <a:ext cx="3000000" cy="3000000"/>
        </p:xfrm>
        <a:graphic>
          <a:graphicData uri="http://schemas.openxmlformats.org/drawingml/2006/table">
            <a:tbl>
              <a:tblPr>
                <a:noFill/>
                <a:tableStyleId>{89FBEA96-C8E7-43C8-8308-72618AA3E878}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993" name="Google Shape;8993;p128"/>
          <p:cNvGrpSpPr/>
          <p:nvPr/>
        </p:nvGrpSpPr>
        <p:grpSpPr>
          <a:xfrm>
            <a:off x="3377449" y="3352160"/>
            <a:ext cx="2363377" cy="1047062"/>
            <a:chOff x="3358399" y="3285485"/>
            <a:chExt cx="2363377" cy="1047062"/>
          </a:xfrm>
        </p:grpSpPr>
        <p:grpSp>
          <p:nvGrpSpPr>
            <p:cNvPr id="8994" name="Google Shape;8994;p128"/>
            <p:cNvGrpSpPr/>
            <p:nvPr/>
          </p:nvGrpSpPr>
          <p:grpSpPr>
            <a:xfrm>
              <a:off x="3358412" y="3285485"/>
              <a:ext cx="2363244" cy="139500"/>
              <a:chOff x="3358412" y="3285485"/>
              <a:chExt cx="2363244" cy="139500"/>
            </a:xfrm>
          </p:grpSpPr>
          <p:sp>
            <p:nvSpPr>
              <p:cNvPr id="8995" name="Google Shape;8995;p12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2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2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2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2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128"/>
            <p:cNvGrpSpPr/>
            <p:nvPr/>
          </p:nvGrpSpPr>
          <p:grpSpPr>
            <a:xfrm>
              <a:off x="3358412" y="3466996"/>
              <a:ext cx="2363244" cy="139500"/>
              <a:chOff x="3358412" y="3466996"/>
              <a:chExt cx="2363244" cy="139500"/>
            </a:xfrm>
          </p:grpSpPr>
          <p:sp>
            <p:nvSpPr>
              <p:cNvPr id="9001" name="Google Shape;9001;p12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2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2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2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2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128"/>
            <p:cNvGrpSpPr/>
            <p:nvPr/>
          </p:nvGrpSpPr>
          <p:grpSpPr>
            <a:xfrm>
              <a:off x="3358412" y="3648507"/>
              <a:ext cx="2363244" cy="139500"/>
              <a:chOff x="3358412" y="3648507"/>
              <a:chExt cx="2363244" cy="139500"/>
            </a:xfrm>
          </p:grpSpPr>
          <p:sp>
            <p:nvSpPr>
              <p:cNvPr id="9007" name="Google Shape;9007;p12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2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2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2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2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128"/>
            <p:cNvGrpSpPr/>
            <p:nvPr/>
          </p:nvGrpSpPr>
          <p:grpSpPr>
            <a:xfrm>
              <a:off x="3358412" y="3830018"/>
              <a:ext cx="2363244" cy="139500"/>
              <a:chOff x="3358412" y="3830018"/>
              <a:chExt cx="2363244" cy="139500"/>
            </a:xfrm>
          </p:grpSpPr>
          <p:sp>
            <p:nvSpPr>
              <p:cNvPr id="9013" name="Google Shape;9013;p12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2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2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2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2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128"/>
            <p:cNvGrpSpPr/>
            <p:nvPr/>
          </p:nvGrpSpPr>
          <p:grpSpPr>
            <a:xfrm>
              <a:off x="3358399" y="4011514"/>
              <a:ext cx="2363377" cy="139537"/>
              <a:chOff x="3294800" y="4134603"/>
              <a:chExt cx="2638876" cy="152400"/>
            </a:xfrm>
          </p:grpSpPr>
          <p:sp>
            <p:nvSpPr>
              <p:cNvPr id="9019" name="Google Shape;9019;p12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2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2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2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2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128"/>
            <p:cNvGrpSpPr/>
            <p:nvPr/>
          </p:nvGrpSpPr>
          <p:grpSpPr>
            <a:xfrm>
              <a:off x="3358399" y="4193010"/>
              <a:ext cx="2363377" cy="139537"/>
              <a:chOff x="3294800" y="4134603"/>
              <a:chExt cx="2638876" cy="152400"/>
            </a:xfrm>
          </p:grpSpPr>
          <p:sp>
            <p:nvSpPr>
              <p:cNvPr id="9025" name="Google Shape;9025;p12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2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2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2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2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030" name="Google Shape;9030;p128"/>
          <p:cNvGraphicFramePr/>
          <p:nvPr/>
        </p:nvGraphicFramePr>
        <p:xfrm>
          <a:off x="728250" y="2361200"/>
          <a:ext cx="3000000" cy="3000000"/>
        </p:xfrm>
        <a:graphic>
          <a:graphicData uri="http://schemas.openxmlformats.org/drawingml/2006/table">
            <a:tbl>
              <a:tblPr>
                <a:noFill/>
                <a:tableStyleId>{89FBEA96-C8E7-43C8-8308-72618AA3E878}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031" name="Google Shape;9031;p128"/>
          <p:cNvGrpSpPr/>
          <p:nvPr/>
        </p:nvGrpSpPr>
        <p:grpSpPr>
          <a:xfrm>
            <a:off x="4177919" y="2765014"/>
            <a:ext cx="1302095" cy="60959"/>
            <a:chOff x="3558802" y="4011427"/>
            <a:chExt cx="1866000" cy="111300"/>
          </a:xfrm>
        </p:grpSpPr>
        <p:sp>
          <p:nvSpPr>
            <p:cNvPr id="9032" name="Google Shape;9032;p12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2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128"/>
          <p:cNvGrpSpPr/>
          <p:nvPr/>
        </p:nvGrpSpPr>
        <p:grpSpPr>
          <a:xfrm>
            <a:off x="4723407" y="3047174"/>
            <a:ext cx="914340" cy="60959"/>
            <a:chOff x="3558802" y="4011427"/>
            <a:chExt cx="1866000" cy="111300"/>
          </a:xfrm>
        </p:grpSpPr>
        <p:sp>
          <p:nvSpPr>
            <p:cNvPr id="9035" name="Google Shape;9035;p12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2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128"/>
          <p:cNvGrpSpPr/>
          <p:nvPr/>
        </p:nvGrpSpPr>
        <p:grpSpPr>
          <a:xfrm>
            <a:off x="5891249" y="3374972"/>
            <a:ext cx="2519825" cy="1001454"/>
            <a:chOff x="1906114" y="789980"/>
            <a:chExt cx="1487676" cy="606868"/>
          </a:xfrm>
        </p:grpSpPr>
        <p:cxnSp>
          <p:nvCxnSpPr>
            <p:cNvPr id="9038" name="Google Shape;9038;p12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039" name="Google Shape;9039;p12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040" name="Google Shape;9040;p12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041" name="Google Shape;9041;p12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042" name="Google Shape;9042;p12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043" name="Google Shape;9043;p12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044" name="Google Shape;9044;p12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045" name="Google Shape;9045;p12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2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2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2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2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2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2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052" name="Google Shape;9052;p12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053" name="Google Shape;9053;p12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054" name="Google Shape;9054;p12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128"/>
          <p:cNvGrpSpPr/>
          <p:nvPr/>
        </p:nvGrpSpPr>
        <p:grpSpPr>
          <a:xfrm>
            <a:off x="3372612" y="1159008"/>
            <a:ext cx="2363393" cy="1005865"/>
            <a:chOff x="3292400" y="1193188"/>
            <a:chExt cx="2615240" cy="1131075"/>
          </a:xfrm>
        </p:grpSpPr>
        <p:sp>
          <p:nvSpPr>
            <p:cNvPr id="9056" name="Google Shape;9056;p12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57" name="Google Shape;9057;p12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58" name="Google Shape;9058;p12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059" name="Google Shape;9059;p12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060" name="Google Shape;9060;p12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061" name="Google Shape;9061;p12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062" name="Google Shape;9062;p12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063" name="Google Shape;9063;p12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064" name="Google Shape;9064;p12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065" name="Google Shape;9065;p12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066" name="Google Shape;9066;p12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067" name="Google Shape;9067;p12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068" name="Google Shape;9068;p12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069" name="Google Shape;9069;p12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070" name="Google Shape;9070;p128"/>
            <p:cNvGrpSpPr/>
            <p:nvPr/>
          </p:nvGrpSpPr>
          <p:grpSpPr>
            <a:xfrm>
              <a:off x="3748438" y="1378608"/>
              <a:ext cx="2159202" cy="903971"/>
              <a:chOff x="1683525" y="2179850"/>
              <a:chExt cx="4519050" cy="2134525"/>
            </a:xfrm>
          </p:grpSpPr>
          <p:sp>
            <p:nvSpPr>
              <p:cNvPr id="9071" name="Google Shape;9071;p12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2" name="Google Shape;9072;p12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3" name="Google Shape;9073;p12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4" name="Google Shape;9074;p12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5" name="Google Shape;9075;p12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6" name="Google Shape;9076;p12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7" name="Google Shape;9077;p12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8" name="Google Shape;9078;p12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79" name="Google Shape;9079;p12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80" name="Google Shape;9080;p12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81" name="Google Shape;9081;p12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82" name="Google Shape;9082;p12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6" name="Shape 9086"/>
        <p:cNvGrpSpPr/>
        <p:nvPr/>
      </p:nvGrpSpPr>
      <p:grpSpPr>
        <a:xfrm>
          <a:off x="0" y="0"/>
          <a:ext cx="0" cy="0"/>
          <a:chOff x="0" y="0"/>
          <a:chExt cx="0" cy="0"/>
        </a:xfrm>
      </p:grpSpPr>
      <p:grpSp>
        <p:nvGrpSpPr>
          <p:cNvPr id="9087" name="Google Shape;9087;p129"/>
          <p:cNvGrpSpPr/>
          <p:nvPr/>
        </p:nvGrpSpPr>
        <p:grpSpPr>
          <a:xfrm>
            <a:off x="4814684" y="1191441"/>
            <a:ext cx="745431" cy="718863"/>
            <a:chOff x="4249973" y="1201875"/>
            <a:chExt cx="1958568" cy="1888762"/>
          </a:xfrm>
        </p:grpSpPr>
        <p:sp>
          <p:nvSpPr>
            <p:cNvPr id="9088" name="Google Shape;9088;p12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129"/>
            <p:cNvGrpSpPr/>
            <p:nvPr/>
          </p:nvGrpSpPr>
          <p:grpSpPr>
            <a:xfrm>
              <a:off x="5853086" y="1789142"/>
              <a:ext cx="355454" cy="1048099"/>
              <a:chOff x="5576108" y="2016725"/>
              <a:chExt cx="565200" cy="1666560"/>
            </a:xfrm>
          </p:grpSpPr>
          <p:sp>
            <p:nvSpPr>
              <p:cNvPr id="9090" name="Google Shape;9090;p12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91" name="Google Shape;9091;p12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129"/>
            <p:cNvGrpSpPr/>
            <p:nvPr/>
          </p:nvGrpSpPr>
          <p:grpSpPr>
            <a:xfrm>
              <a:off x="4869455" y="2691676"/>
              <a:ext cx="1013897" cy="398961"/>
              <a:chOff x="4012057" y="3451825"/>
              <a:chExt cx="1612175" cy="634379"/>
            </a:xfrm>
          </p:grpSpPr>
          <p:sp>
            <p:nvSpPr>
              <p:cNvPr id="9093" name="Google Shape;9093;p12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94" name="Google Shape;9094;p12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129"/>
            <p:cNvGrpSpPr/>
            <p:nvPr/>
          </p:nvGrpSpPr>
          <p:grpSpPr>
            <a:xfrm>
              <a:off x="4276937" y="2155961"/>
              <a:ext cx="651965" cy="891358"/>
              <a:chOff x="3069908" y="2599997"/>
              <a:chExt cx="1036675" cy="1417328"/>
            </a:xfrm>
          </p:grpSpPr>
          <p:sp>
            <p:nvSpPr>
              <p:cNvPr id="9096" name="Google Shape;9096;p12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97" name="Google Shape;9097;p12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129"/>
            <p:cNvGrpSpPr/>
            <p:nvPr/>
          </p:nvGrpSpPr>
          <p:grpSpPr>
            <a:xfrm>
              <a:off x="5054918" y="1201875"/>
              <a:ext cx="999548" cy="602711"/>
              <a:chOff x="4306958" y="1082925"/>
              <a:chExt cx="1589359" cy="958358"/>
            </a:xfrm>
          </p:grpSpPr>
          <p:sp>
            <p:nvSpPr>
              <p:cNvPr id="9099" name="Google Shape;9099;p12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00" name="Google Shape;9100;p12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129"/>
            <p:cNvGrpSpPr/>
            <p:nvPr/>
          </p:nvGrpSpPr>
          <p:grpSpPr>
            <a:xfrm>
              <a:off x="4249973" y="1303451"/>
              <a:ext cx="799317" cy="841334"/>
              <a:chOff x="3027033" y="1244439"/>
              <a:chExt cx="1270977" cy="1337786"/>
            </a:xfrm>
          </p:grpSpPr>
          <p:sp>
            <p:nvSpPr>
              <p:cNvPr id="9102" name="Google Shape;9102;p12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03" name="Google Shape;9103;p12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4" name="Google Shape;9104;p129"/>
          <p:cNvGrpSpPr/>
          <p:nvPr/>
        </p:nvGrpSpPr>
        <p:grpSpPr>
          <a:xfrm>
            <a:off x="731057" y="2069890"/>
            <a:ext cx="761767" cy="729896"/>
            <a:chOff x="2657744" y="2337745"/>
            <a:chExt cx="832987" cy="798137"/>
          </a:xfrm>
        </p:grpSpPr>
        <p:sp>
          <p:nvSpPr>
            <p:cNvPr id="9105" name="Google Shape;9105;p12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2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2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2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2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2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129"/>
          <p:cNvGrpSpPr/>
          <p:nvPr/>
        </p:nvGrpSpPr>
        <p:grpSpPr>
          <a:xfrm>
            <a:off x="3242022" y="2073097"/>
            <a:ext cx="685569" cy="723586"/>
            <a:chOff x="3398134" y="2057755"/>
            <a:chExt cx="704087" cy="743130"/>
          </a:xfrm>
        </p:grpSpPr>
        <p:grpSp>
          <p:nvGrpSpPr>
            <p:cNvPr id="9112" name="Google Shape;9112;p129"/>
            <p:cNvGrpSpPr/>
            <p:nvPr/>
          </p:nvGrpSpPr>
          <p:grpSpPr>
            <a:xfrm>
              <a:off x="3398134" y="2290183"/>
              <a:ext cx="315300" cy="219900"/>
              <a:chOff x="3398134" y="2290183"/>
              <a:chExt cx="315300" cy="219900"/>
            </a:xfrm>
          </p:grpSpPr>
          <p:sp>
            <p:nvSpPr>
              <p:cNvPr id="9113" name="Google Shape;9113;p12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14" name="Google Shape;9114;p129"/>
              <p:cNvCxnSpPr>
                <a:stCxn id="911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115" name="Google Shape;9115;p129"/>
            <p:cNvGrpSpPr/>
            <p:nvPr/>
          </p:nvGrpSpPr>
          <p:grpSpPr>
            <a:xfrm>
              <a:off x="3547823" y="2467358"/>
              <a:ext cx="219900" cy="333527"/>
              <a:chOff x="3547823" y="2467358"/>
              <a:chExt cx="219900" cy="333527"/>
            </a:xfrm>
          </p:grpSpPr>
          <p:sp>
            <p:nvSpPr>
              <p:cNvPr id="9116" name="Google Shape;9116;p12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17" name="Google Shape;9117;p12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118" name="Google Shape;9118;p129"/>
            <p:cNvGrpSpPr/>
            <p:nvPr/>
          </p:nvGrpSpPr>
          <p:grpSpPr>
            <a:xfrm>
              <a:off x="3734138" y="2467358"/>
              <a:ext cx="219900" cy="333527"/>
              <a:chOff x="3734138" y="2467358"/>
              <a:chExt cx="219900" cy="333527"/>
            </a:xfrm>
          </p:grpSpPr>
          <p:sp>
            <p:nvSpPr>
              <p:cNvPr id="9119" name="Google Shape;9119;p12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20" name="Google Shape;9120;p12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121" name="Google Shape;9121;p129"/>
            <p:cNvGrpSpPr/>
            <p:nvPr/>
          </p:nvGrpSpPr>
          <p:grpSpPr>
            <a:xfrm>
              <a:off x="3787560" y="2288011"/>
              <a:ext cx="314661" cy="219900"/>
              <a:chOff x="3787560" y="2288011"/>
              <a:chExt cx="314661" cy="219900"/>
            </a:xfrm>
          </p:grpSpPr>
          <p:sp>
            <p:nvSpPr>
              <p:cNvPr id="9122" name="Google Shape;9122;p12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23" name="Google Shape;9123;p12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124" name="Google Shape;9124;p129"/>
            <p:cNvGrpSpPr/>
            <p:nvPr/>
          </p:nvGrpSpPr>
          <p:grpSpPr>
            <a:xfrm>
              <a:off x="3637290" y="2057755"/>
              <a:ext cx="219900" cy="335499"/>
              <a:chOff x="3637290" y="2057755"/>
              <a:chExt cx="219900" cy="335499"/>
            </a:xfrm>
          </p:grpSpPr>
          <p:sp>
            <p:nvSpPr>
              <p:cNvPr id="9125" name="Google Shape;9125;p12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126" name="Google Shape;9126;p12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127" name="Google Shape;9127;p129"/>
          <p:cNvGrpSpPr/>
          <p:nvPr/>
        </p:nvGrpSpPr>
        <p:grpSpPr>
          <a:xfrm>
            <a:off x="4917244" y="2079792"/>
            <a:ext cx="710153" cy="710153"/>
            <a:chOff x="5007123" y="2079403"/>
            <a:chExt cx="687600" cy="687600"/>
          </a:xfrm>
        </p:grpSpPr>
        <p:sp>
          <p:nvSpPr>
            <p:cNvPr id="9128" name="Google Shape;9128;p12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2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2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2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129"/>
          <p:cNvGrpSpPr/>
          <p:nvPr/>
        </p:nvGrpSpPr>
        <p:grpSpPr>
          <a:xfrm>
            <a:off x="5726681" y="2074299"/>
            <a:ext cx="720998" cy="721183"/>
            <a:chOff x="5797446" y="2063053"/>
            <a:chExt cx="698100" cy="698280"/>
          </a:xfrm>
        </p:grpSpPr>
        <p:sp>
          <p:nvSpPr>
            <p:cNvPr id="9133" name="Google Shape;9133;p12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2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2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2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129"/>
          <p:cNvGrpSpPr/>
          <p:nvPr/>
        </p:nvGrpSpPr>
        <p:grpSpPr>
          <a:xfrm>
            <a:off x="8171828" y="3719904"/>
            <a:ext cx="280585" cy="673164"/>
            <a:chOff x="8075075" y="3754290"/>
            <a:chExt cx="255612" cy="613194"/>
          </a:xfrm>
        </p:grpSpPr>
        <p:grpSp>
          <p:nvGrpSpPr>
            <p:cNvPr id="9138" name="Google Shape;9138;p129"/>
            <p:cNvGrpSpPr/>
            <p:nvPr/>
          </p:nvGrpSpPr>
          <p:grpSpPr>
            <a:xfrm>
              <a:off x="8075075" y="3754290"/>
              <a:ext cx="255612" cy="613194"/>
              <a:chOff x="8075075" y="3754290"/>
              <a:chExt cx="255612" cy="613194"/>
            </a:xfrm>
          </p:grpSpPr>
          <p:sp>
            <p:nvSpPr>
              <p:cNvPr id="9139" name="Google Shape;9139;p12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2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1" name="Google Shape;9141;p12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129"/>
          <p:cNvGrpSpPr/>
          <p:nvPr/>
        </p:nvGrpSpPr>
        <p:grpSpPr>
          <a:xfrm>
            <a:off x="5288887" y="3708700"/>
            <a:ext cx="470352" cy="683745"/>
            <a:chOff x="1697726" y="3244179"/>
            <a:chExt cx="788124" cy="1146069"/>
          </a:xfrm>
        </p:grpSpPr>
        <p:sp>
          <p:nvSpPr>
            <p:cNvPr id="9143" name="Google Shape;9143;p12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2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5" name="Google Shape;9145;p12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6" name="Google Shape;9146;p129"/>
          <p:cNvGrpSpPr/>
          <p:nvPr/>
        </p:nvGrpSpPr>
        <p:grpSpPr>
          <a:xfrm>
            <a:off x="5910037" y="3719902"/>
            <a:ext cx="293891" cy="293845"/>
            <a:chOff x="6134814" y="3754290"/>
            <a:chExt cx="293891" cy="293845"/>
          </a:xfrm>
        </p:grpSpPr>
        <p:sp>
          <p:nvSpPr>
            <p:cNvPr id="9147" name="Google Shape;9147;p12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2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129"/>
          <p:cNvGrpSpPr/>
          <p:nvPr/>
        </p:nvGrpSpPr>
        <p:grpSpPr>
          <a:xfrm>
            <a:off x="5910037" y="4098574"/>
            <a:ext cx="293891" cy="293891"/>
            <a:chOff x="6134814" y="4086186"/>
            <a:chExt cx="293891" cy="293891"/>
          </a:xfrm>
        </p:grpSpPr>
        <p:sp>
          <p:nvSpPr>
            <p:cNvPr id="9150" name="Google Shape;9150;p12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2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2" name="Google Shape;9152;p12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2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4" name="Google Shape;9154;p129"/>
          <p:cNvGrpSpPr/>
          <p:nvPr/>
        </p:nvGrpSpPr>
        <p:grpSpPr>
          <a:xfrm>
            <a:off x="7835013" y="2927266"/>
            <a:ext cx="622883" cy="621944"/>
            <a:chOff x="1187048" y="238125"/>
            <a:chExt cx="5256397" cy="5248476"/>
          </a:xfrm>
        </p:grpSpPr>
        <p:sp>
          <p:nvSpPr>
            <p:cNvPr id="9155" name="Google Shape;9155;p12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2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2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2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129"/>
          <p:cNvGrpSpPr/>
          <p:nvPr/>
        </p:nvGrpSpPr>
        <p:grpSpPr>
          <a:xfrm>
            <a:off x="2292118" y="2936875"/>
            <a:ext cx="1310987" cy="612407"/>
            <a:chOff x="238125" y="1188750"/>
            <a:chExt cx="7140450" cy="3335550"/>
          </a:xfrm>
        </p:grpSpPr>
        <p:sp>
          <p:nvSpPr>
            <p:cNvPr id="9160" name="Google Shape;9160;p12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2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2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2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2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129"/>
          <p:cNvGrpSpPr/>
          <p:nvPr/>
        </p:nvGrpSpPr>
        <p:grpSpPr>
          <a:xfrm>
            <a:off x="6617990" y="2927430"/>
            <a:ext cx="1110299" cy="621702"/>
            <a:chOff x="238125" y="1335475"/>
            <a:chExt cx="5418735" cy="3034175"/>
          </a:xfrm>
        </p:grpSpPr>
        <p:sp>
          <p:nvSpPr>
            <p:cNvPr id="9166" name="Google Shape;9166;p12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2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2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129"/>
          <p:cNvGrpSpPr/>
          <p:nvPr/>
        </p:nvGrpSpPr>
        <p:grpSpPr>
          <a:xfrm>
            <a:off x="5435649" y="2924327"/>
            <a:ext cx="1074451" cy="627181"/>
            <a:chOff x="5359127" y="2910889"/>
            <a:chExt cx="1097723" cy="640831"/>
          </a:xfrm>
        </p:grpSpPr>
        <p:grpSp>
          <p:nvGrpSpPr>
            <p:cNvPr id="9170" name="Google Shape;9170;p129"/>
            <p:cNvGrpSpPr/>
            <p:nvPr/>
          </p:nvGrpSpPr>
          <p:grpSpPr>
            <a:xfrm>
              <a:off x="5929791" y="3263088"/>
              <a:ext cx="527060" cy="287097"/>
              <a:chOff x="5929791" y="3263088"/>
              <a:chExt cx="527060" cy="287097"/>
            </a:xfrm>
          </p:grpSpPr>
          <p:sp>
            <p:nvSpPr>
              <p:cNvPr id="9171" name="Google Shape;9171;p12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72" name="Google Shape;9172;p12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73" name="Google Shape;9173;p129"/>
            <p:cNvGrpSpPr/>
            <p:nvPr/>
          </p:nvGrpSpPr>
          <p:grpSpPr>
            <a:xfrm>
              <a:off x="5359127" y="3263089"/>
              <a:ext cx="526428" cy="288631"/>
              <a:chOff x="5359127" y="3263089"/>
              <a:chExt cx="526428" cy="288631"/>
            </a:xfrm>
          </p:grpSpPr>
          <p:sp>
            <p:nvSpPr>
              <p:cNvPr id="9174" name="Google Shape;9174;p12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75" name="Google Shape;9175;p12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76" name="Google Shape;9176;p129"/>
            <p:cNvGrpSpPr/>
            <p:nvPr/>
          </p:nvGrpSpPr>
          <p:grpSpPr>
            <a:xfrm>
              <a:off x="5551525" y="2910889"/>
              <a:ext cx="520901" cy="610283"/>
              <a:chOff x="5551525" y="2910889"/>
              <a:chExt cx="520901" cy="610283"/>
            </a:xfrm>
          </p:grpSpPr>
          <p:sp>
            <p:nvSpPr>
              <p:cNvPr id="9177" name="Google Shape;9177;p12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78" name="Google Shape;9178;p12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79" name="Google Shape;9179;p129"/>
            <p:cNvGrpSpPr/>
            <p:nvPr/>
          </p:nvGrpSpPr>
          <p:grpSpPr>
            <a:xfrm>
              <a:off x="5743962" y="2919100"/>
              <a:ext cx="623674" cy="284502"/>
              <a:chOff x="5743962" y="2919100"/>
              <a:chExt cx="623674" cy="284502"/>
            </a:xfrm>
          </p:grpSpPr>
          <p:sp>
            <p:nvSpPr>
              <p:cNvPr id="9180" name="Google Shape;9180;p12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81" name="Google Shape;9181;p12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182" name="Google Shape;9182;p129"/>
          <p:cNvGrpSpPr/>
          <p:nvPr/>
        </p:nvGrpSpPr>
        <p:grpSpPr>
          <a:xfrm>
            <a:off x="7586863" y="2075038"/>
            <a:ext cx="874976" cy="719600"/>
            <a:chOff x="7608988" y="2093194"/>
            <a:chExt cx="817276" cy="672147"/>
          </a:xfrm>
        </p:grpSpPr>
        <p:cxnSp>
          <p:nvCxnSpPr>
            <p:cNvPr id="9183" name="Google Shape;9183;p12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84" name="Google Shape;9184;p12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85" name="Google Shape;9185;p12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86" name="Google Shape;9186;p12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87" name="Google Shape;9187;p12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188" name="Google Shape;9188;p12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189" name="Google Shape;9189;p129"/>
            <p:cNvGrpSpPr/>
            <p:nvPr/>
          </p:nvGrpSpPr>
          <p:grpSpPr>
            <a:xfrm>
              <a:off x="7721175" y="2093194"/>
              <a:ext cx="599587" cy="623846"/>
              <a:chOff x="7721175" y="2093194"/>
              <a:chExt cx="599587" cy="623846"/>
            </a:xfrm>
          </p:grpSpPr>
          <p:grpSp>
            <p:nvGrpSpPr>
              <p:cNvPr id="9190" name="Google Shape;9190;p129"/>
              <p:cNvGrpSpPr/>
              <p:nvPr/>
            </p:nvGrpSpPr>
            <p:grpSpPr>
              <a:xfrm>
                <a:off x="7721175" y="2093194"/>
                <a:ext cx="291605" cy="623846"/>
                <a:chOff x="9405575" y="2061418"/>
                <a:chExt cx="291605" cy="623846"/>
              </a:xfrm>
            </p:grpSpPr>
            <p:sp>
              <p:nvSpPr>
                <p:cNvPr id="9191" name="Google Shape;9191;p12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2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2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2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2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2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2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129"/>
              <p:cNvGrpSpPr/>
              <p:nvPr/>
            </p:nvGrpSpPr>
            <p:grpSpPr>
              <a:xfrm flipH="1">
                <a:off x="8029157" y="2093194"/>
                <a:ext cx="291605" cy="623846"/>
                <a:chOff x="9405575" y="2061418"/>
                <a:chExt cx="291605" cy="623846"/>
              </a:xfrm>
            </p:grpSpPr>
            <p:sp>
              <p:nvSpPr>
                <p:cNvPr id="9199" name="Google Shape;9199;p12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2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2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2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2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2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2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06" name="Google Shape;9206;p129"/>
          <p:cNvGrpSpPr/>
          <p:nvPr/>
        </p:nvGrpSpPr>
        <p:grpSpPr>
          <a:xfrm>
            <a:off x="4031299" y="1191441"/>
            <a:ext cx="712557" cy="785901"/>
            <a:chOff x="4206459" y="1191441"/>
            <a:chExt cx="712557" cy="785901"/>
          </a:xfrm>
        </p:grpSpPr>
        <p:sp>
          <p:nvSpPr>
            <p:cNvPr id="9207" name="Google Shape;9207;p12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2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2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2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1" name="Google Shape;9211;p129"/>
            <p:cNvGrpSpPr/>
            <p:nvPr/>
          </p:nvGrpSpPr>
          <p:grpSpPr>
            <a:xfrm>
              <a:off x="4644280" y="1290523"/>
              <a:ext cx="143716" cy="29463"/>
              <a:chOff x="4644280" y="1290523"/>
              <a:chExt cx="143716" cy="29463"/>
            </a:xfrm>
          </p:grpSpPr>
          <p:sp>
            <p:nvSpPr>
              <p:cNvPr id="9212" name="Google Shape;9212;p12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2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2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2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129"/>
            <p:cNvGrpSpPr/>
            <p:nvPr/>
          </p:nvGrpSpPr>
          <p:grpSpPr>
            <a:xfrm>
              <a:off x="4356567" y="1191441"/>
              <a:ext cx="143690" cy="29488"/>
              <a:chOff x="4356567" y="1191441"/>
              <a:chExt cx="143690" cy="29488"/>
            </a:xfrm>
          </p:grpSpPr>
          <p:sp>
            <p:nvSpPr>
              <p:cNvPr id="9217" name="Google Shape;9217;p12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2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2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2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129"/>
            <p:cNvGrpSpPr/>
            <p:nvPr/>
          </p:nvGrpSpPr>
          <p:grpSpPr>
            <a:xfrm>
              <a:off x="4339009" y="1863727"/>
              <a:ext cx="143703" cy="29476"/>
              <a:chOff x="4339009" y="1863727"/>
              <a:chExt cx="143703" cy="29476"/>
            </a:xfrm>
          </p:grpSpPr>
          <p:sp>
            <p:nvSpPr>
              <p:cNvPr id="9222" name="Google Shape;9222;p12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2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2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2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129"/>
            <p:cNvGrpSpPr/>
            <p:nvPr/>
          </p:nvGrpSpPr>
          <p:grpSpPr>
            <a:xfrm>
              <a:off x="4206459" y="1607315"/>
              <a:ext cx="29539" cy="142899"/>
              <a:chOff x="4206459" y="1607315"/>
              <a:chExt cx="29539" cy="142899"/>
            </a:xfrm>
          </p:grpSpPr>
          <p:sp>
            <p:nvSpPr>
              <p:cNvPr id="9227" name="Google Shape;9227;p12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2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2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2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1" name="Google Shape;9231;p12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2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2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2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5" name="Google Shape;9235;p129"/>
            <p:cNvGrpSpPr/>
            <p:nvPr/>
          </p:nvGrpSpPr>
          <p:grpSpPr>
            <a:xfrm>
              <a:off x="4889463" y="1423737"/>
              <a:ext cx="29552" cy="142899"/>
              <a:chOff x="4889463" y="1423737"/>
              <a:chExt cx="29552" cy="142899"/>
            </a:xfrm>
          </p:grpSpPr>
          <p:sp>
            <p:nvSpPr>
              <p:cNvPr id="9236" name="Google Shape;9236;p12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2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2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2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129"/>
            <p:cNvGrpSpPr/>
            <p:nvPr/>
          </p:nvGrpSpPr>
          <p:grpSpPr>
            <a:xfrm>
              <a:off x="4771663" y="1876896"/>
              <a:ext cx="108651" cy="100447"/>
              <a:chOff x="4771663" y="1876896"/>
              <a:chExt cx="108651" cy="100447"/>
            </a:xfrm>
          </p:grpSpPr>
          <p:sp>
            <p:nvSpPr>
              <p:cNvPr id="9241" name="Google Shape;9241;p12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2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2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2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5" name="Google Shape;9245;p129"/>
          <p:cNvGrpSpPr/>
          <p:nvPr/>
        </p:nvGrpSpPr>
        <p:grpSpPr>
          <a:xfrm>
            <a:off x="4026774" y="2074664"/>
            <a:ext cx="791287" cy="720350"/>
            <a:chOff x="267375" y="1071875"/>
            <a:chExt cx="470500" cy="428550"/>
          </a:xfrm>
        </p:grpSpPr>
        <p:sp>
          <p:nvSpPr>
            <p:cNvPr id="9246" name="Google Shape;9246;p12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2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2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2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2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2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2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2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129"/>
          <p:cNvGrpSpPr/>
          <p:nvPr/>
        </p:nvGrpSpPr>
        <p:grpSpPr>
          <a:xfrm>
            <a:off x="727269" y="3719294"/>
            <a:ext cx="1408444" cy="673166"/>
            <a:chOff x="712664" y="3693287"/>
            <a:chExt cx="1460738" cy="698160"/>
          </a:xfrm>
        </p:grpSpPr>
        <p:grpSp>
          <p:nvGrpSpPr>
            <p:cNvPr id="9255" name="Google Shape;9255;p129"/>
            <p:cNvGrpSpPr/>
            <p:nvPr/>
          </p:nvGrpSpPr>
          <p:grpSpPr>
            <a:xfrm>
              <a:off x="1380079" y="4133090"/>
              <a:ext cx="234048" cy="258099"/>
              <a:chOff x="1380079" y="4133090"/>
              <a:chExt cx="234048" cy="258099"/>
            </a:xfrm>
          </p:grpSpPr>
          <p:sp>
            <p:nvSpPr>
              <p:cNvPr id="9256" name="Google Shape;9256;p12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2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2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129"/>
            <p:cNvGrpSpPr/>
            <p:nvPr/>
          </p:nvGrpSpPr>
          <p:grpSpPr>
            <a:xfrm>
              <a:off x="884610" y="3864082"/>
              <a:ext cx="1118566" cy="527275"/>
              <a:chOff x="890961" y="3865463"/>
              <a:chExt cx="1115221" cy="525698"/>
            </a:xfrm>
          </p:grpSpPr>
          <p:sp>
            <p:nvSpPr>
              <p:cNvPr id="9260" name="Google Shape;9260;p12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2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2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129"/>
            <p:cNvGrpSpPr/>
            <p:nvPr/>
          </p:nvGrpSpPr>
          <p:grpSpPr>
            <a:xfrm>
              <a:off x="712664" y="3693287"/>
              <a:ext cx="1460738" cy="698160"/>
              <a:chOff x="712664" y="3693025"/>
              <a:chExt cx="1460738" cy="698160"/>
            </a:xfrm>
          </p:grpSpPr>
          <p:sp>
            <p:nvSpPr>
              <p:cNvPr id="9264" name="Google Shape;9264;p12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2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2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2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2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2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0" name="Google Shape;9270;p129"/>
          <p:cNvGrpSpPr/>
          <p:nvPr/>
        </p:nvGrpSpPr>
        <p:grpSpPr>
          <a:xfrm>
            <a:off x="3164985" y="1191441"/>
            <a:ext cx="795485" cy="738831"/>
            <a:chOff x="3348603" y="1236445"/>
            <a:chExt cx="749256" cy="695894"/>
          </a:xfrm>
        </p:grpSpPr>
        <p:grpSp>
          <p:nvGrpSpPr>
            <p:cNvPr id="9271" name="Google Shape;9271;p129"/>
            <p:cNvGrpSpPr/>
            <p:nvPr/>
          </p:nvGrpSpPr>
          <p:grpSpPr>
            <a:xfrm>
              <a:off x="3583779" y="1236445"/>
              <a:ext cx="293795" cy="285811"/>
              <a:chOff x="3750225" y="1774000"/>
              <a:chExt cx="149575" cy="145525"/>
            </a:xfrm>
          </p:grpSpPr>
          <p:sp>
            <p:nvSpPr>
              <p:cNvPr id="9272" name="Google Shape;9272;p12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2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129"/>
            <p:cNvGrpSpPr/>
            <p:nvPr/>
          </p:nvGrpSpPr>
          <p:grpSpPr>
            <a:xfrm>
              <a:off x="3775534" y="1462599"/>
              <a:ext cx="322325" cy="285958"/>
              <a:chOff x="3847850" y="1889150"/>
              <a:chExt cx="164100" cy="145600"/>
            </a:xfrm>
          </p:grpSpPr>
          <p:sp>
            <p:nvSpPr>
              <p:cNvPr id="9275" name="Google Shape;9275;p12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2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129"/>
            <p:cNvGrpSpPr/>
            <p:nvPr/>
          </p:nvGrpSpPr>
          <p:grpSpPr>
            <a:xfrm>
              <a:off x="3545329" y="1646528"/>
              <a:ext cx="293746" cy="285811"/>
              <a:chOff x="3730650" y="1982800"/>
              <a:chExt cx="149550" cy="145525"/>
            </a:xfrm>
          </p:grpSpPr>
          <p:sp>
            <p:nvSpPr>
              <p:cNvPr id="9278" name="Google Shape;9278;p12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2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129"/>
            <p:cNvGrpSpPr/>
            <p:nvPr/>
          </p:nvGrpSpPr>
          <p:grpSpPr>
            <a:xfrm>
              <a:off x="3348603" y="1415046"/>
              <a:ext cx="294384" cy="284387"/>
              <a:chOff x="3630494" y="1864938"/>
              <a:chExt cx="149875" cy="144800"/>
            </a:xfrm>
          </p:grpSpPr>
          <p:sp>
            <p:nvSpPr>
              <p:cNvPr id="9281" name="Google Shape;9281;p12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2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3" name="Google Shape;9283;p129"/>
          <p:cNvGrpSpPr/>
          <p:nvPr/>
        </p:nvGrpSpPr>
        <p:grpSpPr>
          <a:xfrm>
            <a:off x="2286512" y="3714337"/>
            <a:ext cx="1324924" cy="678083"/>
            <a:chOff x="2413923" y="3711366"/>
            <a:chExt cx="1374117" cy="703260"/>
          </a:xfrm>
        </p:grpSpPr>
        <p:grpSp>
          <p:nvGrpSpPr>
            <p:cNvPr id="9284" name="Google Shape;9284;p129"/>
            <p:cNvGrpSpPr/>
            <p:nvPr/>
          </p:nvGrpSpPr>
          <p:grpSpPr>
            <a:xfrm>
              <a:off x="2413923" y="3711366"/>
              <a:ext cx="1374117" cy="703260"/>
              <a:chOff x="2413923" y="3711366"/>
              <a:chExt cx="1374117" cy="703260"/>
            </a:xfrm>
          </p:grpSpPr>
          <p:sp>
            <p:nvSpPr>
              <p:cNvPr id="9285" name="Google Shape;9285;p12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6" name="Google Shape;9286;p129"/>
              <p:cNvGrpSpPr/>
              <p:nvPr/>
            </p:nvGrpSpPr>
            <p:grpSpPr>
              <a:xfrm>
                <a:off x="2600284" y="3808654"/>
                <a:ext cx="234506" cy="138009"/>
                <a:chOff x="2600284" y="3808654"/>
                <a:chExt cx="234506" cy="138009"/>
              </a:xfrm>
            </p:grpSpPr>
            <p:sp>
              <p:nvSpPr>
                <p:cNvPr id="9287" name="Google Shape;9287;p12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8" name="Google Shape;9288;p12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89" name="Google Shape;9289;p129"/>
              <p:cNvGrpSpPr/>
              <p:nvPr/>
            </p:nvGrpSpPr>
            <p:grpSpPr>
              <a:xfrm>
                <a:off x="3359659" y="3805664"/>
                <a:ext cx="232294" cy="141000"/>
                <a:chOff x="3359659" y="3805664"/>
                <a:chExt cx="232294" cy="141000"/>
              </a:xfrm>
            </p:grpSpPr>
            <p:sp>
              <p:nvSpPr>
                <p:cNvPr id="9290" name="Google Shape;9290;p12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1" name="Google Shape;9291;p12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92" name="Google Shape;9292;p129"/>
              <p:cNvGrpSpPr/>
              <p:nvPr/>
            </p:nvGrpSpPr>
            <p:grpSpPr>
              <a:xfrm>
                <a:off x="3067316" y="3711366"/>
                <a:ext cx="66900" cy="166809"/>
                <a:chOff x="3067316" y="3711366"/>
                <a:chExt cx="66900" cy="166809"/>
              </a:xfrm>
            </p:grpSpPr>
            <p:sp>
              <p:nvSpPr>
                <p:cNvPr id="9293" name="Google Shape;9293;p12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4" name="Google Shape;9294;p12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95" name="Google Shape;9295;p129"/>
              <p:cNvGrpSpPr/>
              <p:nvPr/>
            </p:nvGrpSpPr>
            <p:grpSpPr>
              <a:xfrm>
                <a:off x="2413923" y="4058666"/>
                <a:ext cx="224119" cy="66900"/>
                <a:chOff x="2413923" y="4058666"/>
                <a:chExt cx="224119" cy="66900"/>
              </a:xfrm>
            </p:grpSpPr>
            <p:sp>
              <p:nvSpPr>
                <p:cNvPr id="9296" name="Google Shape;9296;p12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7" name="Google Shape;9297;p12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98" name="Google Shape;9298;p129"/>
              <p:cNvGrpSpPr/>
              <p:nvPr/>
            </p:nvGrpSpPr>
            <p:grpSpPr>
              <a:xfrm>
                <a:off x="3564643" y="4058666"/>
                <a:ext cx="223397" cy="66900"/>
                <a:chOff x="3564643" y="4058666"/>
                <a:chExt cx="223397" cy="66900"/>
              </a:xfrm>
            </p:grpSpPr>
            <p:sp>
              <p:nvSpPr>
                <p:cNvPr id="9299" name="Google Shape;9299;p12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0" name="Google Shape;9300;p12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301" name="Google Shape;9301;p129"/>
            <p:cNvGrpSpPr/>
            <p:nvPr/>
          </p:nvGrpSpPr>
          <p:grpSpPr>
            <a:xfrm>
              <a:off x="2633353" y="3965763"/>
              <a:ext cx="933975" cy="445687"/>
              <a:chOff x="2633353" y="3965763"/>
              <a:chExt cx="933975" cy="445687"/>
            </a:xfrm>
          </p:grpSpPr>
          <p:sp>
            <p:nvSpPr>
              <p:cNvPr id="9302" name="Google Shape;9302;p12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2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4" name="Google Shape;9304;p129"/>
          <p:cNvGrpSpPr/>
          <p:nvPr/>
        </p:nvGrpSpPr>
        <p:grpSpPr>
          <a:xfrm>
            <a:off x="6410784" y="1264884"/>
            <a:ext cx="1131087" cy="587383"/>
            <a:chOff x="238125" y="999450"/>
            <a:chExt cx="7140700" cy="3708225"/>
          </a:xfrm>
        </p:grpSpPr>
        <p:sp>
          <p:nvSpPr>
            <p:cNvPr id="9305" name="Google Shape;9305;p12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2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2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2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2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2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2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2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2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129"/>
          <p:cNvGrpSpPr/>
          <p:nvPr/>
        </p:nvGrpSpPr>
        <p:grpSpPr>
          <a:xfrm>
            <a:off x="3762234" y="3714379"/>
            <a:ext cx="1375854" cy="678131"/>
            <a:chOff x="3913765" y="3641905"/>
            <a:chExt cx="1522805" cy="750560"/>
          </a:xfrm>
        </p:grpSpPr>
        <p:grpSp>
          <p:nvGrpSpPr>
            <p:cNvPr id="9315" name="Google Shape;9315;p129"/>
            <p:cNvGrpSpPr/>
            <p:nvPr/>
          </p:nvGrpSpPr>
          <p:grpSpPr>
            <a:xfrm>
              <a:off x="3913765" y="3997002"/>
              <a:ext cx="1522805" cy="395463"/>
              <a:chOff x="3913765" y="3997002"/>
              <a:chExt cx="1522805" cy="395463"/>
            </a:xfrm>
          </p:grpSpPr>
          <p:grpSp>
            <p:nvGrpSpPr>
              <p:cNvPr id="9316" name="Google Shape;9316;p129"/>
              <p:cNvGrpSpPr/>
              <p:nvPr/>
            </p:nvGrpSpPr>
            <p:grpSpPr>
              <a:xfrm>
                <a:off x="3913765" y="4138659"/>
                <a:ext cx="507602" cy="253806"/>
                <a:chOff x="3913765" y="4138659"/>
                <a:chExt cx="507602" cy="253806"/>
              </a:xfrm>
            </p:grpSpPr>
            <p:sp>
              <p:nvSpPr>
                <p:cNvPr id="9317" name="Google Shape;9317;p12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2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319" name="Google Shape;9319;p129"/>
              <p:cNvGrpSpPr/>
              <p:nvPr/>
            </p:nvGrpSpPr>
            <p:grpSpPr>
              <a:xfrm>
                <a:off x="4421361" y="3997002"/>
                <a:ext cx="507618" cy="395463"/>
                <a:chOff x="4421361" y="3997002"/>
                <a:chExt cx="507618" cy="395463"/>
              </a:xfrm>
            </p:grpSpPr>
            <p:sp>
              <p:nvSpPr>
                <p:cNvPr id="9320" name="Google Shape;9320;p12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2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129"/>
              <p:cNvGrpSpPr/>
              <p:nvPr/>
            </p:nvGrpSpPr>
            <p:grpSpPr>
              <a:xfrm>
                <a:off x="4928973" y="4189418"/>
                <a:ext cx="507596" cy="203047"/>
                <a:chOff x="4928973" y="4189418"/>
                <a:chExt cx="507596" cy="203047"/>
              </a:xfrm>
            </p:grpSpPr>
            <p:sp>
              <p:nvSpPr>
                <p:cNvPr id="9323" name="Google Shape;9323;p12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2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5" name="Google Shape;9325;p129"/>
            <p:cNvGrpSpPr/>
            <p:nvPr/>
          </p:nvGrpSpPr>
          <p:grpSpPr>
            <a:xfrm>
              <a:off x="4482186" y="3641905"/>
              <a:ext cx="397605" cy="349784"/>
              <a:chOff x="2906375" y="1159725"/>
              <a:chExt cx="1860575" cy="1636800"/>
            </a:xfrm>
          </p:grpSpPr>
          <p:sp>
            <p:nvSpPr>
              <p:cNvPr id="9326" name="Google Shape;9326;p12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2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2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2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0" name="Google Shape;9330;p129"/>
          <p:cNvGrpSpPr/>
          <p:nvPr/>
        </p:nvGrpSpPr>
        <p:grpSpPr>
          <a:xfrm>
            <a:off x="6546943" y="2074305"/>
            <a:ext cx="940737" cy="721067"/>
            <a:chOff x="6599718" y="2068734"/>
            <a:chExt cx="940737" cy="721067"/>
          </a:xfrm>
        </p:grpSpPr>
        <p:sp>
          <p:nvSpPr>
            <p:cNvPr id="9331" name="Google Shape;9331;p12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2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2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2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2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2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129"/>
            <p:cNvGrpSpPr/>
            <p:nvPr/>
          </p:nvGrpSpPr>
          <p:grpSpPr>
            <a:xfrm>
              <a:off x="6836957" y="2068734"/>
              <a:ext cx="461892" cy="721067"/>
              <a:chOff x="6836957" y="2068734"/>
              <a:chExt cx="461892" cy="721067"/>
            </a:xfrm>
          </p:grpSpPr>
          <p:sp>
            <p:nvSpPr>
              <p:cNvPr id="9338" name="Google Shape;9338;p12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2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2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2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2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2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4" name="Google Shape;9344;p129"/>
              <p:cNvGrpSpPr/>
              <p:nvPr/>
            </p:nvGrpSpPr>
            <p:grpSpPr>
              <a:xfrm>
                <a:off x="6836957" y="2068734"/>
                <a:ext cx="461892" cy="721067"/>
                <a:chOff x="6836957" y="2068734"/>
                <a:chExt cx="461892" cy="721067"/>
              </a:xfrm>
            </p:grpSpPr>
            <p:sp>
              <p:nvSpPr>
                <p:cNvPr id="9345" name="Google Shape;9345;p12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2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2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2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2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2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2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52" name="Google Shape;9352;p129"/>
          <p:cNvGrpSpPr/>
          <p:nvPr/>
        </p:nvGrpSpPr>
        <p:grpSpPr>
          <a:xfrm>
            <a:off x="2430262" y="2078652"/>
            <a:ext cx="712577" cy="712374"/>
            <a:chOff x="2559249" y="2069323"/>
            <a:chExt cx="685566" cy="685634"/>
          </a:xfrm>
        </p:grpSpPr>
        <p:sp>
          <p:nvSpPr>
            <p:cNvPr id="9353" name="Google Shape;9353;p12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2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2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2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2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2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2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2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2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2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2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2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2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29"/>
          <p:cNvGrpSpPr/>
          <p:nvPr/>
        </p:nvGrpSpPr>
        <p:grpSpPr>
          <a:xfrm>
            <a:off x="7612699" y="1191441"/>
            <a:ext cx="845645" cy="711911"/>
            <a:chOff x="951975" y="315800"/>
            <a:chExt cx="5860325" cy="4933550"/>
          </a:xfrm>
        </p:grpSpPr>
        <p:sp>
          <p:nvSpPr>
            <p:cNvPr id="9367" name="Google Shape;9367;p12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2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2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2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2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2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2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2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129"/>
          <p:cNvGrpSpPr/>
          <p:nvPr/>
        </p:nvGrpSpPr>
        <p:grpSpPr>
          <a:xfrm>
            <a:off x="3709828" y="2927550"/>
            <a:ext cx="1617932" cy="621724"/>
            <a:chOff x="3862800" y="3038525"/>
            <a:chExt cx="1329006" cy="510698"/>
          </a:xfrm>
        </p:grpSpPr>
        <p:sp>
          <p:nvSpPr>
            <p:cNvPr id="9376" name="Google Shape;9376;p12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2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8" name="Google Shape;9378;p129"/>
            <p:cNvGrpSpPr/>
            <p:nvPr/>
          </p:nvGrpSpPr>
          <p:grpSpPr>
            <a:xfrm>
              <a:off x="3967075" y="3040337"/>
              <a:ext cx="1019927" cy="402126"/>
              <a:chOff x="3967075" y="3040337"/>
              <a:chExt cx="1019927" cy="402126"/>
            </a:xfrm>
          </p:grpSpPr>
          <p:sp>
            <p:nvSpPr>
              <p:cNvPr id="9379" name="Google Shape;9379;p12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2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129"/>
            <p:cNvGrpSpPr/>
            <p:nvPr/>
          </p:nvGrpSpPr>
          <p:grpSpPr>
            <a:xfrm>
              <a:off x="4186700" y="3040337"/>
              <a:ext cx="390475" cy="183289"/>
              <a:chOff x="4186700" y="3040337"/>
              <a:chExt cx="390475" cy="183289"/>
            </a:xfrm>
          </p:grpSpPr>
          <p:sp>
            <p:nvSpPr>
              <p:cNvPr id="9382" name="Google Shape;9382;p12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2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129"/>
            <p:cNvGrpSpPr/>
            <p:nvPr/>
          </p:nvGrpSpPr>
          <p:grpSpPr>
            <a:xfrm>
              <a:off x="4073727" y="3040337"/>
              <a:ext cx="697794" cy="296263"/>
              <a:chOff x="4073727" y="3040337"/>
              <a:chExt cx="697794" cy="296263"/>
            </a:xfrm>
          </p:grpSpPr>
          <p:sp>
            <p:nvSpPr>
              <p:cNvPr id="9385" name="Google Shape;9385;p12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2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129"/>
            <p:cNvGrpSpPr/>
            <p:nvPr/>
          </p:nvGrpSpPr>
          <p:grpSpPr>
            <a:xfrm>
              <a:off x="3862800" y="3038525"/>
              <a:ext cx="1329006" cy="510698"/>
              <a:chOff x="3862800" y="3038525"/>
              <a:chExt cx="1329006" cy="510698"/>
            </a:xfrm>
          </p:grpSpPr>
          <p:sp>
            <p:nvSpPr>
              <p:cNvPr id="9388" name="Google Shape;9388;p12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2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0" name="Google Shape;9390;p129"/>
          <p:cNvGrpSpPr/>
          <p:nvPr/>
        </p:nvGrpSpPr>
        <p:grpSpPr>
          <a:xfrm>
            <a:off x="718150" y="1191441"/>
            <a:ext cx="883205" cy="775176"/>
            <a:chOff x="649648" y="271400"/>
            <a:chExt cx="6215377" cy="5455143"/>
          </a:xfrm>
        </p:grpSpPr>
        <p:sp>
          <p:nvSpPr>
            <p:cNvPr id="9391" name="Google Shape;9391;p12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2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2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2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2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2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2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2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2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2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2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2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129"/>
          <p:cNvGrpSpPr/>
          <p:nvPr/>
        </p:nvGrpSpPr>
        <p:grpSpPr>
          <a:xfrm>
            <a:off x="2326452" y="1191441"/>
            <a:ext cx="767704" cy="815489"/>
            <a:chOff x="2499700" y="1135950"/>
            <a:chExt cx="732402" cy="777990"/>
          </a:xfrm>
        </p:grpSpPr>
        <p:grpSp>
          <p:nvGrpSpPr>
            <p:cNvPr id="9404" name="Google Shape;9404;p129"/>
            <p:cNvGrpSpPr/>
            <p:nvPr/>
          </p:nvGrpSpPr>
          <p:grpSpPr>
            <a:xfrm>
              <a:off x="2499700" y="1135950"/>
              <a:ext cx="732402" cy="694705"/>
              <a:chOff x="2499700" y="1135950"/>
              <a:chExt cx="732402" cy="694705"/>
            </a:xfrm>
          </p:grpSpPr>
          <p:sp>
            <p:nvSpPr>
              <p:cNvPr id="9405" name="Google Shape;9405;p12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2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2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2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2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2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2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2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2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2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2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2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2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2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2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2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2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2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2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2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2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2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2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2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2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2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2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129"/>
            <p:cNvGrpSpPr/>
            <p:nvPr/>
          </p:nvGrpSpPr>
          <p:grpSpPr>
            <a:xfrm>
              <a:off x="2517909" y="1188726"/>
              <a:ext cx="702702" cy="725214"/>
              <a:chOff x="2517909" y="1188726"/>
              <a:chExt cx="702702" cy="725214"/>
            </a:xfrm>
          </p:grpSpPr>
          <p:sp>
            <p:nvSpPr>
              <p:cNvPr id="9433" name="Google Shape;9433;p12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2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2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2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2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8" name="Google Shape;9438;p129"/>
          <p:cNvGrpSpPr/>
          <p:nvPr/>
        </p:nvGrpSpPr>
        <p:grpSpPr>
          <a:xfrm>
            <a:off x="1672184" y="1191441"/>
            <a:ext cx="583439" cy="870229"/>
            <a:chOff x="1716825" y="1121550"/>
            <a:chExt cx="622800" cy="928938"/>
          </a:xfrm>
        </p:grpSpPr>
        <p:grpSp>
          <p:nvGrpSpPr>
            <p:cNvPr id="9439" name="Google Shape;9439;p129"/>
            <p:cNvGrpSpPr/>
            <p:nvPr/>
          </p:nvGrpSpPr>
          <p:grpSpPr>
            <a:xfrm>
              <a:off x="1716825" y="1121550"/>
              <a:ext cx="622800" cy="928938"/>
              <a:chOff x="1716825" y="1121550"/>
              <a:chExt cx="622800" cy="928938"/>
            </a:xfrm>
          </p:grpSpPr>
          <p:cxnSp>
            <p:nvCxnSpPr>
              <p:cNvPr id="9440" name="Google Shape;9440;p12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441" name="Google Shape;9441;p12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129"/>
            <p:cNvGrpSpPr/>
            <p:nvPr/>
          </p:nvGrpSpPr>
          <p:grpSpPr>
            <a:xfrm>
              <a:off x="1768050" y="1172775"/>
              <a:ext cx="520200" cy="832000"/>
              <a:chOff x="1768050" y="1172775"/>
              <a:chExt cx="520200" cy="832000"/>
            </a:xfrm>
          </p:grpSpPr>
          <p:cxnSp>
            <p:nvCxnSpPr>
              <p:cNvPr id="9443" name="Google Shape;9443;p12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444" name="Google Shape;9444;p12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129"/>
            <p:cNvGrpSpPr/>
            <p:nvPr/>
          </p:nvGrpSpPr>
          <p:grpSpPr>
            <a:xfrm>
              <a:off x="1820100" y="1225475"/>
              <a:ext cx="416400" cy="729575"/>
              <a:chOff x="1820100" y="1225475"/>
              <a:chExt cx="416400" cy="729575"/>
            </a:xfrm>
          </p:grpSpPr>
          <p:cxnSp>
            <p:nvCxnSpPr>
              <p:cNvPr id="9446" name="Google Shape;9446;p12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447" name="Google Shape;9447;p12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129"/>
            <p:cNvGrpSpPr/>
            <p:nvPr/>
          </p:nvGrpSpPr>
          <p:grpSpPr>
            <a:xfrm>
              <a:off x="1874250" y="1278825"/>
              <a:ext cx="308100" cy="605275"/>
              <a:chOff x="1874250" y="1278825"/>
              <a:chExt cx="308100" cy="605275"/>
            </a:xfrm>
          </p:grpSpPr>
          <p:cxnSp>
            <p:nvCxnSpPr>
              <p:cNvPr id="9449" name="Google Shape;9449;p12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450" name="Google Shape;9450;p12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1" name="Google Shape;9451;p12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129"/>
          <p:cNvGrpSpPr/>
          <p:nvPr/>
        </p:nvGrpSpPr>
        <p:grpSpPr>
          <a:xfrm>
            <a:off x="1592007" y="2077763"/>
            <a:ext cx="739072" cy="714152"/>
            <a:chOff x="4334725" y="1355875"/>
            <a:chExt cx="3106650" cy="3001900"/>
          </a:xfrm>
        </p:grpSpPr>
        <p:grpSp>
          <p:nvGrpSpPr>
            <p:cNvPr id="9453" name="Google Shape;9453;p129"/>
            <p:cNvGrpSpPr/>
            <p:nvPr/>
          </p:nvGrpSpPr>
          <p:grpSpPr>
            <a:xfrm>
              <a:off x="4516050" y="1724875"/>
              <a:ext cx="2693725" cy="2632900"/>
              <a:chOff x="4516050" y="1724875"/>
              <a:chExt cx="2693725" cy="2632900"/>
            </a:xfrm>
          </p:grpSpPr>
          <p:sp>
            <p:nvSpPr>
              <p:cNvPr id="9454" name="Google Shape;9454;p12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2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2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129"/>
            <p:cNvGrpSpPr/>
            <p:nvPr/>
          </p:nvGrpSpPr>
          <p:grpSpPr>
            <a:xfrm>
              <a:off x="4334725" y="1355875"/>
              <a:ext cx="3106650" cy="2709650"/>
              <a:chOff x="4334725" y="1355875"/>
              <a:chExt cx="3106650" cy="2709650"/>
            </a:xfrm>
          </p:grpSpPr>
          <p:sp>
            <p:nvSpPr>
              <p:cNvPr id="9458" name="Google Shape;9458;p12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2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2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1" name="Google Shape;9461;p129"/>
          <p:cNvGrpSpPr/>
          <p:nvPr/>
        </p:nvGrpSpPr>
        <p:grpSpPr>
          <a:xfrm>
            <a:off x="7708956" y="3708534"/>
            <a:ext cx="312074" cy="684173"/>
            <a:chOff x="7645573" y="3754300"/>
            <a:chExt cx="293855" cy="644170"/>
          </a:xfrm>
        </p:grpSpPr>
        <p:sp>
          <p:nvSpPr>
            <p:cNvPr id="9462" name="Google Shape;9462;p12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2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129"/>
          <p:cNvGrpSpPr/>
          <p:nvPr/>
        </p:nvGrpSpPr>
        <p:grpSpPr>
          <a:xfrm>
            <a:off x="5630944" y="1191441"/>
            <a:ext cx="709011" cy="739359"/>
            <a:chOff x="5830645" y="1256617"/>
            <a:chExt cx="530340" cy="553040"/>
          </a:xfrm>
        </p:grpSpPr>
        <p:grpSp>
          <p:nvGrpSpPr>
            <p:cNvPr id="9465" name="Google Shape;9465;p129"/>
            <p:cNvGrpSpPr/>
            <p:nvPr/>
          </p:nvGrpSpPr>
          <p:grpSpPr>
            <a:xfrm>
              <a:off x="5830645" y="1256617"/>
              <a:ext cx="259743" cy="269909"/>
              <a:chOff x="5830645" y="1256617"/>
              <a:chExt cx="259743" cy="269909"/>
            </a:xfrm>
          </p:grpSpPr>
          <p:sp>
            <p:nvSpPr>
              <p:cNvPr id="9466" name="Google Shape;9466;p12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2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129"/>
            <p:cNvGrpSpPr/>
            <p:nvPr/>
          </p:nvGrpSpPr>
          <p:grpSpPr>
            <a:xfrm>
              <a:off x="6101293" y="1256617"/>
              <a:ext cx="259692" cy="269909"/>
              <a:chOff x="6101293" y="1256617"/>
              <a:chExt cx="259692" cy="269909"/>
            </a:xfrm>
          </p:grpSpPr>
          <p:sp>
            <p:nvSpPr>
              <p:cNvPr id="9469" name="Google Shape;9469;p12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2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129"/>
            <p:cNvGrpSpPr/>
            <p:nvPr/>
          </p:nvGrpSpPr>
          <p:grpSpPr>
            <a:xfrm>
              <a:off x="5830645" y="1539749"/>
              <a:ext cx="259692" cy="269909"/>
              <a:chOff x="5830645" y="1539749"/>
              <a:chExt cx="259692" cy="269909"/>
            </a:xfrm>
          </p:grpSpPr>
          <p:sp>
            <p:nvSpPr>
              <p:cNvPr id="9472" name="Google Shape;9472;p12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2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129"/>
            <p:cNvGrpSpPr/>
            <p:nvPr/>
          </p:nvGrpSpPr>
          <p:grpSpPr>
            <a:xfrm>
              <a:off x="6101293" y="1539749"/>
              <a:ext cx="259692" cy="269909"/>
              <a:chOff x="6101293" y="1539749"/>
              <a:chExt cx="259692" cy="269909"/>
            </a:xfrm>
          </p:grpSpPr>
          <p:sp>
            <p:nvSpPr>
              <p:cNvPr id="9475" name="Google Shape;9475;p12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2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12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129"/>
          <p:cNvGrpSpPr/>
          <p:nvPr/>
        </p:nvGrpSpPr>
        <p:grpSpPr>
          <a:xfrm>
            <a:off x="732438" y="2927557"/>
            <a:ext cx="1452955" cy="621360"/>
            <a:chOff x="732422" y="2990152"/>
            <a:chExt cx="1337773" cy="572102"/>
          </a:xfrm>
        </p:grpSpPr>
        <p:sp>
          <p:nvSpPr>
            <p:cNvPr id="9479" name="Google Shape;9479;p12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2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2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2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2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2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8" name="Shape 9488"/>
        <p:cNvGrpSpPr/>
        <p:nvPr/>
      </p:nvGrpSpPr>
      <p:grpSpPr>
        <a:xfrm>
          <a:off x="0" y="0"/>
          <a:ext cx="0" cy="0"/>
          <a:chOff x="0" y="0"/>
          <a:chExt cx="0" cy="0"/>
        </a:xfrm>
      </p:grpSpPr>
      <p:grpSp>
        <p:nvGrpSpPr>
          <p:cNvPr id="9489" name="Google Shape;9489;p130"/>
          <p:cNvGrpSpPr/>
          <p:nvPr/>
        </p:nvGrpSpPr>
        <p:grpSpPr>
          <a:xfrm>
            <a:off x="729238" y="1179665"/>
            <a:ext cx="1636117" cy="1526144"/>
            <a:chOff x="729238" y="1179665"/>
            <a:chExt cx="1636117" cy="1526144"/>
          </a:xfrm>
        </p:grpSpPr>
        <p:grpSp>
          <p:nvGrpSpPr>
            <p:cNvPr id="9490" name="Google Shape;9490;p130"/>
            <p:cNvGrpSpPr/>
            <p:nvPr/>
          </p:nvGrpSpPr>
          <p:grpSpPr>
            <a:xfrm>
              <a:off x="729238" y="1179665"/>
              <a:ext cx="80700" cy="1526144"/>
              <a:chOff x="729238" y="1179665"/>
              <a:chExt cx="80700" cy="1526144"/>
            </a:xfrm>
          </p:grpSpPr>
          <p:sp>
            <p:nvSpPr>
              <p:cNvPr id="9491" name="Google Shape;9491;p13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3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3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3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3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3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3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3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3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3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130"/>
            <p:cNvGrpSpPr/>
            <p:nvPr/>
          </p:nvGrpSpPr>
          <p:grpSpPr>
            <a:xfrm>
              <a:off x="903098" y="1179665"/>
              <a:ext cx="80700" cy="1526144"/>
              <a:chOff x="903098" y="1179665"/>
              <a:chExt cx="80700" cy="1526144"/>
            </a:xfrm>
          </p:grpSpPr>
          <p:sp>
            <p:nvSpPr>
              <p:cNvPr id="9502" name="Google Shape;9502;p13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3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3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3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130"/>
            <p:cNvGrpSpPr/>
            <p:nvPr/>
          </p:nvGrpSpPr>
          <p:grpSpPr>
            <a:xfrm>
              <a:off x="1076958" y="1179665"/>
              <a:ext cx="80700" cy="1526144"/>
              <a:chOff x="1076958" y="1179665"/>
              <a:chExt cx="80700" cy="1526144"/>
            </a:xfrm>
          </p:grpSpPr>
          <p:sp>
            <p:nvSpPr>
              <p:cNvPr id="9513" name="Google Shape;9513;p13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3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3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3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130"/>
            <p:cNvGrpSpPr/>
            <p:nvPr/>
          </p:nvGrpSpPr>
          <p:grpSpPr>
            <a:xfrm>
              <a:off x="1247707" y="1179665"/>
              <a:ext cx="80700" cy="1526144"/>
              <a:chOff x="1247707" y="1179665"/>
              <a:chExt cx="80700" cy="1526144"/>
            </a:xfrm>
          </p:grpSpPr>
          <p:sp>
            <p:nvSpPr>
              <p:cNvPr id="9524" name="Google Shape;9524;p13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3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3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3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3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130"/>
            <p:cNvGrpSpPr/>
            <p:nvPr/>
          </p:nvGrpSpPr>
          <p:grpSpPr>
            <a:xfrm>
              <a:off x="1421567" y="1179665"/>
              <a:ext cx="80700" cy="1526144"/>
              <a:chOff x="1421567" y="1179665"/>
              <a:chExt cx="80700" cy="1526144"/>
            </a:xfrm>
          </p:grpSpPr>
          <p:sp>
            <p:nvSpPr>
              <p:cNvPr id="9535" name="Google Shape;9535;p13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3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3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3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130"/>
            <p:cNvGrpSpPr/>
            <p:nvPr/>
          </p:nvGrpSpPr>
          <p:grpSpPr>
            <a:xfrm>
              <a:off x="1592327" y="1179665"/>
              <a:ext cx="80700" cy="1526144"/>
              <a:chOff x="1592327" y="1179665"/>
              <a:chExt cx="80700" cy="1526144"/>
            </a:xfrm>
          </p:grpSpPr>
          <p:sp>
            <p:nvSpPr>
              <p:cNvPr id="9546" name="Google Shape;9546;p13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3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3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3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3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130"/>
            <p:cNvGrpSpPr/>
            <p:nvPr/>
          </p:nvGrpSpPr>
          <p:grpSpPr>
            <a:xfrm>
              <a:off x="1766187" y="1179665"/>
              <a:ext cx="80700" cy="1526144"/>
              <a:chOff x="1766187" y="1179665"/>
              <a:chExt cx="80700" cy="1526144"/>
            </a:xfrm>
          </p:grpSpPr>
          <p:sp>
            <p:nvSpPr>
              <p:cNvPr id="9557" name="Google Shape;9557;p13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3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3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3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3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130"/>
            <p:cNvGrpSpPr/>
            <p:nvPr/>
          </p:nvGrpSpPr>
          <p:grpSpPr>
            <a:xfrm>
              <a:off x="1936935" y="1179665"/>
              <a:ext cx="80700" cy="1526144"/>
              <a:chOff x="1936935" y="1179665"/>
              <a:chExt cx="80700" cy="1526144"/>
            </a:xfrm>
          </p:grpSpPr>
          <p:sp>
            <p:nvSpPr>
              <p:cNvPr id="9568" name="Google Shape;9568;p13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3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3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3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3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130"/>
            <p:cNvGrpSpPr/>
            <p:nvPr/>
          </p:nvGrpSpPr>
          <p:grpSpPr>
            <a:xfrm>
              <a:off x="2110795" y="1179665"/>
              <a:ext cx="80700" cy="1526144"/>
              <a:chOff x="2110795" y="1179665"/>
              <a:chExt cx="80700" cy="1526144"/>
            </a:xfrm>
          </p:grpSpPr>
          <p:sp>
            <p:nvSpPr>
              <p:cNvPr id="9579" name="Google Shape;9579;p13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3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3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3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3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3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3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130"/>
            <p:cNvGrpSpPr/>
            <p:nvPr/>
          </p:nvGrpSpPr>
          <p:grpSpPr>
            <a:xfrm>
              <a:off x="2284655" y="1179665"/>
              <a:ext cx="80700" cy="1526144"/>
              <a:chOff x="2284655" y="1179665"/>
              <a:chExt cx="80700" cy="1526144"/>
            </a:xfrm>
          </p:grpSpPr>
          <p:sp>
            <p:nvSpPr>
              <p:cNvPr id="9590" name="Google Shape;9590;p13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3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3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3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3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3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3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3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3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0" name="Google Shape;9600;p130"/>
          <p:cNvGrpSpPr/>
          <p:nvPr/>
        </p:nvGrpSpPr>
        <p:grpSpPr>
          <a:xfrm>
            <a:off x="2623904" y="1198803"/>
            <a:ext cx="1364248" cy="1102133"/>
            <a:chOff x="2623904" y="1198803"/>
            <a:chExt cx="1364248" cy="1102133"/>
          </a:xfrm>
        </p:grpSpPr>
        <p:grpSp>
          <p:nvGrpSpPr>
            <p:cNvPr id="9601" name="Google Shape;9601;p130"/>
            <p:cNvGrpSpPr/>
            <p:nvPr/>
          </p:nvGrpSpPr>
          <p:grpSpPr>
            <a:xfrm>
              <a:off x="2623907" y="1198803"/>
              <a:ext cx="1364245" cy="273000"/>
              <a:chOff x="2623907" y="1198803"/>
              <a:chExt cx="1364245" cy="273000"/>
            </a:xfrm>
          </p:grpSpPr>
          <p:sp>
            <p:nvSpPr>
              <p:cNvPr id="9602" name="Google Shape;9602;p13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3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3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3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3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130"/>
            <p:cNvGrpSpPr/>
            <p:nvPr/>
          </p:nvGrpSpPr>
          <p:grpSpPr>
            <a:xfrm>
              <a:off x="2623904" y="1476964"/>
              <a:ext cx="1364245" cy="273000"/>
              <a:chOff x="2623904" y="1476964"/>
              <a:chExt cx="1364245" cy="273000"/>
            </a:xfrm>
          </p:grpSpPr>
          <p:sp>
            <p:nvSpPr>
              <p:cNvPr id="9608" name="Google Shape;9608;p13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3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3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3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3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130"/>
            <p:cNvGrpSpPr/>
            <p:nvPr/>
          </p:nvGrpSpPr>
          <p:grpSpPr>
            <a:xfrm>
              <a:off x="2623907" y="1749775"/>
              <a:ext cx="1364245" cy="273000"/>
              <a:chOff x="2623907" y="1749775"/>
              <a:chExt cx="1364245" cy="273000"/>
            </a:xfrm>
          </p:grpSpPr>
          <p:sp>
            <p:nvSpPr>
              <p:cNvPr id="9614" name="Google Shape;9614;p13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3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3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130"/>
            <p:cNvGrpSpPr/>
            <p:nvPr/>
          </p:nvGrpSpPr>
          <p:grpSpPr>
            <a:xfrm>
              <a:off x="2623904" y="2027936"/>
              <a:ext cx="1364245" cy="273000"/>
              <a:chOff x="2623904" y="2027936"/>
              <a:chExt cx="1364245" cy="273000"/>
            </a:xfrm>
          </p:grpSpPr>
          <p:sp>
            <p:nvSpPr>
              <p:cNvPr id="9620" name="Google Shape;9620;p13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3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25" name="Google Shape;9625;p130"/>
          <p:cNvGrpSpPr/>
          <p:nvPr/>
        </p:nvGrpSpPr>
        <p:grpSpPr>
          <a:xfrm>
            <a:off x="2613365" y="2657986"/>
            <a:ext cx="1387541" cy="159124"/>
            <a:chOff x="3200660" y="2180272"/>
            <a:chExt cx="2563824" cy="378237"/>
          </a:xfrm>
        </p:grpSpPr>
        <p:sp>
          <p:nvSpPr>
            <p:cNvPr id="9626" name="Google Shape;9626;p13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3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3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3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3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3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3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3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3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3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3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3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130"/>
          <p:cNvGrpSpPr/>
          <p:nvPr/>
        </p:nvGrpSpPr>
        <p:grpSpPr>
          <a:xfrm>
            <a:off x="2609890" y="2935811"/>
            <a:ext cx="1390502" cy="159625"/>
            <a:chOff x="3530150" y="2790075"/>
            <a:chExt cx="1962600" cy="225300"/>
          </a:xfrm>
        </p:grpSpPr>
        <p:sp>
          <p:nvSpPr>
            <p:cNvPr id="9645" name="Google Shape;9645;p13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3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130"/>
          <p:cNvGrpSpPr/>
          <p:nvPr/>
        </p:nvGrpSpPr>
        <p:grpSpPr>
          <a:xfrm>
            <a:off x="2610543" y="3214137"/>
            <a:ext cx="1411629" cy="153761"/>
            <a:chOff x="3558802" y="4011427"/>
            <a:chExt cx="1866000" cy="111300"/>
          </a:xfrm>
        </p:grpSpPr>
        <p:sp>
          <p:nvSpPr>
            <p:cNvPr id="9648" name="Google Shape;9648;p13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3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130"/>
          <p:cNvGrpSpPr/>
          <p:nvPr/>
        </p:nvGrpSpPr>
        <p:grpSpPr>
          <a:xfrm>
            <a:off x="2610235" y="2419536"/>
            <a:ext cx="1383503" cy="119749"/>
            <a:chOff x="3465975" y="2270276"/>
            <a:chExt cx="1986364" cy="171929"/>
          </a:xfrm>
        </p:grpSpPr>
        <p:sp>
          <p:nvSpPr>
            <p:cNvPr id="9651" name="Google Shape;9651;p13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3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3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130"/>
          <p:cNvGrpSpPr/>
          <p:nvPr/>
        </p:nvGrpSpPr>
        <p:grpSpPr>
          <a:xfrm>
            <a:off x="2621243" y="3783187"/>
            <a:ext cx="1369531" cy="195460"/>
            <a:chOff x="723300" y="4253549"/>
            <a:chExt cx="2276482" cy="324900"/>
          </a:xfrm>
        </p:grpSpPr>
        <p:sp>
          <p:nvSpPr>
            <p:cNvPr id="9660" name="Google Shape;9660;p13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3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3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130"/>
          <p:cNvGrpSpPr/>
          <p:nvPr/>
        </p:nvGrpSpPr>
        <p:grpSpPr>
          <a:xfrm>
            <a:off x="2610803" y="3484367"/>
            <a:ext cx="1389066" cy="180119"/>
            <a:chOff x="705948" y="3788465"/>
            <a:chExt cx="2308953" cy="299400"/>
          </a:xfrm>
        </p:grpSpPr>
        <p:sp>
          <p:nvSpPr>
            <p:cNvPr id="9666" name="Google Shape;9666;p13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130"/>
          <p:cNvGrpSpPr/>
          <p:nvPr/>
        </p:nvGrpSpPr>
        <p:grpSpPr>
          <a:xfrm>
            <a:off x="2658741" y="4097347"/>
            <a:ext cx="1304609" cy="294074"/>
            <a:chOff x="2658741" y="4097347"/>
            <a:chExt cx="1304609" cy="294074"/>
          </a:xfrm>
        </p:grpSpPr>
        <p:grpSp>
          <p:nvGrpSpPr>
            <p:cNvPr id="9672" name="Google Shape;9672;p130"/>
            <p:cNvGrpSpPr/>
            <p:nvPr/>
          </p:nvGrpSpPr>
          <p:grpSpPr>
            <a:xfrm>
              <a:off x="2658741" y="4097347"/>
              <a:ext cx="118572" cy="294074"/>
              <a:chOff x="3343310" y="4475555"/>
              <a:chExt cx="127717" cy="316753"/>
            </a:xfrm>
          </p:grpSpPr>
          <p:sp>
            <p:nvSpPr>
              <p:cNvPr id="9673" name="Google Shape;9673;p13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130"/>
            <p:cNvGrpSpPr/>
            <p:nvPr/>
          </p:nvGrpSpPr>
          <p:grpSpPr>
            <a:xfrm>
              <a:off x="3815519" y="4098388"/>
              <a:ext cx="147831" cy="291991"/>
              <a:chOff x="3527539" y="4476677"/>
              <a:chExt cx="159232" cy="314510"/>
            </a:xfrm>
          </p:grpSpPr>
          <p:sp>
            <p:nvSpPr>
              <p:cNvPr id="9676" name="Google Shape;9676;p13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3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130"/>
            <p:cNvGrpSpPr/>
            <p:nvPr/>
          </p:nvGrpSpPr>
          <p:grpSpPr>
            <a:xfrm>
              <a:off x="3511696" y="4098388"/>
              <a:ext cx="147831" cy="291991"/>
              <a:chOff x="3527539" y="4476677"/>
              <a:chExt cx="159232" cy="314510"/>
            </a:xfrm>
          </p:grpSpPr>
          <p:sp>
            <p:nvSpPr>
              <p:cNvPr id="9679" name="Google Shape;9679;p13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130"/>
            <p:cNvGrpSpPr/>
            <p:nvPr/>
          </p:nvGrpSpPr>
          <p:grpSpPr>
            <a:xfrm>
              <a:off x="3207874" y="4098388"/>
              <a:ext cx="147831" cy="291991"/>
              <a:chOff x="3527539" y="4476677"/>
              <a:chExt cx="159232" cy="314510"/>
            </a:xfrm>
          </p:grpSpPr>
          <p:sp>
            <p:nvSpPr>
              <p:cNvPr id="9682" name="Google Shape;9682;p13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130"/>
            <p:cNvGrpSpPr/>
            <p:nvPr/>
          </p:nvGrpSpPr>
          <p:grpSpPr>
            <a:xfrm>
              <a:off x="2933305" y="4097347"/>
              <a:ext cx="118572" cy="294074"/>
              <a:chOff x="3343310" y="4475555"/>
              <a:chExt cx="127717" cy="316753"/>
            </a:xfrm>
          </p:grpSpPr>
          <p:sp>
            <p:nvSpPr>
              <p:cNvPr id="9685" name="Google Shape;9685;p13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3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7" name="Google Shape;9687;p130"/>
          <p:cNvGrpSpPr/>
          <p:nvPr/>
        </p:nvGrpSpPr>
        <p:grpSpPr>
          <a:xfrm>
            <a:off x="4277571" y="2080469"/>
            <a:ext cx="1433821" cy="191501"/>
            <a:chOff x="4273350" y="2080469"/>
            <a:chExt cx="1433821" cy="191501"/>
          </a:xfrm>
        </p:grpSpPr>
        <p:grpSp>
          <p:nvGrpSpPr>
            <p:cNvPr id="9688" name="Google Shape;9688;p130"/>
            <p:cNvGrpSpPr/>
            <p:nvPr/>
          </p:nvGrpSpPr>
          <p:grpSpPr>
            <a:xfrm>
              <a:off x="4273350" y="2080469"/>
              <a:ext cx="1433821" cy="0"/>
              <a:chOff x="5224975" y="2962250"/>
              <a:chExt cx="1544400" cy="0"/>
            </a:xfrm>
          </p:grpSpPr>
          <p:cxnSp>
            <p:nvCxnSpPr>
              <p:cNvPr id="9689" name="Google Shape;9689;p13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90" name="Google Shape;9690;p13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691" name="Google Shape;9691;p130"/>
            <p:cNvGrpSpPr/>
            <p:nvPr/>
          </p:nvGrpSpPr>
          <p:grpSpPr>
            <a:xfrm>
              <a:off x="4273350" y="2271969"/>
              <a:ext cx="1433821" cy="0"/>
              <a:chOff x="5224975" y="2962250"/>
              <a:chExt cx="1544400" cy="0"/>
            </a:xfrm>
          </p:grpSpPr>
          <p:cxnSp>
            <p:nvCxnSpPr>
              <p:cNvPr id="9692" name="Google Shape;9692;p13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93" name="Google Shape;9693;p13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694" name="Google Shape;9694;p130"/>
          <p:cNvGrpSpPr/>
          <p:nvPr/>
        </p:nvGrpSpPr>
        <p:grpSpPr>
          <a:xfrm>
            <a:off x="4279126" y="1183036"/>
            <a:ext cx="1430711" cy="743389"/>
            <a:chOff x="5159450" y="1919950"/>
            <a:chExt cx="1541050" cy="862500"/>
          </a:xfrm>
        </p:grpSpPr>
        <p:sp>
          <p:nvSpPr>
            <p:cNvPr id="9695" name="Google Shape;9695;p13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696" name="Google Shape;9696;p130"/>
            <p:cNvGrpSpPr/>
            <p:nvPr/>
          </p:nvGrpSpPr>
          <p:grpSpPr>
            <a:xfrm>
              <a:off x="5159450" y="1919950"/>
              <a:ext cx="1541050" cy="862500"/>
              <a:chOff x="5159450" y="1919950"/>
              <a:chExt cx="1541050" cy="862500"/>
            </a:xfrm>
          </p:grpSpPr>
          <p:cxnSp>
            <p:nvCxnSpPr>
              <p:cNvPr id="9697" name="Google Shape;9697;p13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698" name="Google Shape;9698;p13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699" name="Google Shape;9699;p130"/>
          <p:cNvGrpSpPr/>
          <p:nvPr/>
        </p:nvGrpSpPr>
        <p:grpSpPr>
          <a:xfrm>
            <a:off x="4269239" y="2406364"/>
            <a:ext cx="1450484" cy="1052087"/>
            <a:chOff x="5230575" y="1554475"/>
            <a:chExt cx="2137150" cy="1550150"/>
          </a:xfrm>
        </p:grpSpPr>
        <p:sp>
          <p:nvSpPr>
            <p:cNvPr id="9700" name="Google Shape;9700;p13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3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3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130"/>
          <p:cNvGrpSpPr/>
          <p:nvPr/>
        </p:nvGrpSpPr>
        <p:grpSpPr>
          <a:xfrm rot="10800000">
            <a:off x="4285790" y="3498553"/>
            <a:ext cx="1417383" cy="887946"/>
            <a:chOff x="5645403" y="2920021"/>
            <a:chExt cx="2650800" cy="2180614"/>
          </a:xfrm>
        </p:grpSpPr>
        <p:sp>
          <p:nvSpPr>
            <p:cNvPr id="9714" name="Google Shape;9714;p13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5" name="Google Shape;9715;p130"/>
            <p:cNvCxnSpPr>
              <a:stCxn id="971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716" name="Google Shape;9716;p13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7" name="Google Shape;9717;p130"/>
            <p:cNvCxnSpPr>
              <a:endCxn id="971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718" name="Google Shape;9718;p13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9" name="Google Shape;9719;p130"/>
            <p:cNvCxnSpPr>
              <a:stCxn id="971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720" name="Google Shape;9720;p13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21" name="Google Shape;9721;p130"/>
            <p:cNvCxnSpPr>
              <a:endCxn id="972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722" name="Google Shape;9722;p130"/>
          <p:cNvGrpSpPr/>
          <p:nvPr/>
        </p:nvGrpSpPr>
        <p:grpSpPr>
          <a:xfrm>
            <a:off x="7386150" y="2401908"/>
            <a:ext cx="1071743" cy="1021579"/>
            <a:chOff x="7189833" y="2022667"/>
            <a:chExt cx="1251159" cy="1192597"/>
          </a:xfrm>
        </p:grpSpPr>
        <p:sp>
          <p:nvSpPr>
            <p:cNvPr id="9723" name="Google Shape;9723;p13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130"/>
          <p:cNvGrpSpPr/>
          <p:nvPr/>
        </p:nvGrpSpPr>
        <p:grpSpPr>
          <a:xfrm>
            <a:off x="727421" y="2828315"/>
            <a:ext cx="1695374" cy="1560837"/>
            <a:chOff x="727421" y="2828315"/>
            <a:chExt cx="1695374" cy="1560837"/>
          </a:xfrm>
        </p:grpSpPr>
        <p:grpSp>
          <p:nvGrpSpPr>
            <p:cNvPr id="9728" name="Google Shape;9728;p130"/>
            <p:cNvGrpSpPr/>
            <p:nvPr/>
          </p:nvGrpSpPr>
          <p:grpSpPr>
            <a:xfrm>
              <a:off x="819108" y="2882501"/>
              <a:ext cx="103104" cy="1426186"/>
              <a:chOff x="4674013" y="3100904"/>
              <a:chExt cx="122758" cy="1698043"/>
            </a:xfrm>
          </p:grpSpPr>
          <p:sp>
            <p:nvSpPr>
              <p:cNvPr id="9729" name="Google Shape;9729;p13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130"/>
            <p:cNvGrpSpPr/>
            <p:nvPr/>
          </p:nvGrpSpPr>
          <p:grpSpPr>
            <a:xfrm>
              <a:off x="1062475" y="2882501"/>
              <a:ext cx="103104" cy="1426186"/>
              <a:chOff x="4940438" y="3100904"/>
              <a:chExt cx="122758" cy="1698043"/>
            </a:xfrm>
          </p:grpSpPr>
          <p:sp>
            <p:nvSpPr>
              <p:cNvPr id="9737" name="Google Shape;9737;p13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3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130"/>
            <p:cNvGrpSpPr/>
            <p:nvPr/>
          </p:nvGrpSpPr>
          <p:grpSpPr>
            <a:xfrm>
              <a:off x="1299324" y="2882501"/>
              <a:ext cx="103104" cy="1426186"/>
              <a:chOff x="5206863" y="3100904"/>
              <a:chExt cx="122758" cy="1698043"/>
            </a:xfrm>
          </p:grpSpPr>
          <p:sp>
            <p:nvSpPr>
              <p:cNvPr id="9745" name="Google Shape;9745;p13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3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3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3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3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3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130"/>
            <p:cNvGrpSpPr/>
            <p:nvPr/>
          </p:nvGrpSpPr>
          <p:grpSpPr>
            <a:xfrm>
              <a:off x="1786057" y="2882501"/>
              <a:ext cx="103104" cy="1426186"/>
              <a:chOff x="6006138" y="3143629"/>
              <a:chExt cx="122758" cy="1698043"/>
            </a:xfrm>
          </p:grpSpPr>
          <p:sp>
            <p:nvSpPr>
              <p:cNvPr id="9753" name="Google Shape;9753;p13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3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3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3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3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3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3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130"/>
            <p:cNvGrpSpPr/>
            <p:nvPr/>
          </p:nvGrpSpPr>
          <p:grpSpPr>
            <a:xfrm>
              <a:off x="2029422" y="2882501"/>
              <a:ext cx="103104" cy="1426186"/>
              <a:chOff x="6805413" y="3100904"/>
              <a:chExt cx="122758" cy="1698043"/>
            </a:xfrm>
          </p:grpSpPr>
          <p:sp>
            <p:nvSpPr>
              <p:cNvPr id="9761" name="Google Shape;9761;p13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3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3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3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3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130"/>
            <p:cNvGrpSpPr/>
            <p:nvPr/>
          </p:nvGrpSpPr>
          <p:grpSpPr>
            <a:xfrm>
              <a:off x="727421" y="2828315"/>
              <a:ext cx="1695374" cy="1560837"/>
              <a:chOff x="734799" y="2782450"/>
              <a:chExt cx="1571100" cy="1577400"/>
            </a:xfrm>
          </p:grpSpPr>
          <p:cxnSp>
            <p:nvCxnSpPr>
              <p:cNvPr id="9769" name="Google Shape;9769;p13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770" name="Google Shape;9770;p13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771" name="Google Shape;9771;p130"/>
            <p:cNvGrpSpPr/>
            <p:nvPr/>
          </p:nvGrpSpPr>
          <p:grpSpPr>
            <a:xfrm>
              <a:off x="2272795" y="2882501"/>
              <a:ext cx="103104" cy="1426186"/>
              <a:chOff x="5206863" y="3100904"/>
              <a:chExt cx="122758" cy="1698043"/>
            </a:xfrm>
          </p:grpSpPr>
          <p:sp>
            <p:nvSpPr>
              <p:cNvPr id="9772" name="Google Shape;9772;p13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3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3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3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3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3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130"/>
            <p:cNvGrpSpPr/>
            <p:nvPr/>
          </p:nvGrpSpPr>
          <p:grpSpPr>
            <a:xfrm>
              <a:off x="1542694" y="2882501"/>
              <a:ext cx="103104" cy="1426186"/>
              <a:chOff x="6006138" y="3143629"/>
              <a:chExt cx="122758" cy="1698043"/>
            </a:xfrm>
          </p:grpSpPr>
          <p:sp>
            <p:nvSpPr>
              <p:cNvPr id="9780" name="Google Shape;9780;p13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3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3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3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3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7" name="Google Shape;9787;p130"/>
          <p:cNvGrpSpPr/>
          <p:nvPr/>
        </p:nvGrpSpPr>
        <p:grpSpPr>
          <a:xfrm>
            <a:off x="5936000" y="2405887"/>
            <a:ext cx="1248543" cy="1025319"/>
            <a:chOff x="5183758" y="1210600"/>
            <a:chExt cx="3605380" cy="2960783"/>
          </a:xfrm>
        </p:grpSpPr>
        <p:sp>
          <p:nvSpPr>
            <p:cNvPr id="9788" name="Google Shape;9788;p13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3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3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3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2" name="Google Shape;9792;p13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793" name="Google Shape;9793;p13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794" name="Google Shape;9794;p13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795" name="Google Shape;9795;p13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796" name="Google Shape;9796;p13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130"/>
          <p:cNvGrpSpPr/>
          <p:nvPr/>
        </p:nvGrpSpPr>
        <p:grpSpPr>
          <a:xfrm>
            <a:off x="5793062" y="3544204"/>
            <a:ext cx="2664831" cy="843440"/>
            <a:chOff x="5916567" y="1099697"/>
            <a:chExt cx="2556683" cy="809211"/>
          </a:xfrm>
        </p:grpSpPr>
        <p:sp>
          <p:nvSpPr>
            <p:cNvPr id="9798" name="Google Shape;9798;p13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3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3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3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3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3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3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130"/>
          <p:cNvGrpSpPr/>
          <p:nvPr/>
        </p:nvGrpSpPr>
        <p:grpSpPr>
          <a:xfrm>
            <a:off x="5900602" y="1193063"/>
            <a:ext cx="1299851" cy="1023338"/>
            <a:chOff x="5900602" y="1193063"/>
            <a:chExt cx="1299851" cy="1023338"/>
          </a:xfrm>
        </p:grpSpPr>
        <p:grpSp>
          <p:nvGrpSpPr>
            <p:cNvPr id="9807" name="Google Shape;9807;p130"/>
            <p:cNvGrpSpPr/>
            <p:nvPr/>
          </p:nvGrpSpPr>
          <p:grpSpPr>
            <a:xfrm>
              <a:off x="6743564" y="1193063"/>
              <a:ext cx="456889" cy="700379"/>
              <a:chOff x="6743564" y="1193063"/>
              <a:chExt cx="456889" cy="700379"/>
            </a:xfrm>
          </p:grpSpPr>
          <p:grpSp>
            <p:nvGrpSpPr>
              <p:cNvPr id="9808" name="Google Shape;9808;p130"/>
              <p:cNvGrpSpPr/>
              <p:nvPr/>
            </p:nvGrpSpPr>
            <p:grpSpPr>
              <a:xfrm>
                <a:off x="6743564" y="1690731"/>
                <a:ext cx="214402" cy="202710"/>
                <a:chOff x="6743564" y="1690731"/>
                <a:chExt cx="214402" cy="202710"/>
              </a:xfrm>
            </p:grpSpPr>
            <p:sp>
              <p:nvSpPr>
                <p:cNvPr id="9809" name="Google Shape;9809;p13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130"/>
              <p:cNvGrpSpPr/>
              <p:nvPr/>
            </p:nvGrpSpPr>
            <p:grpSpPr>
              <a:xfrm>
                <a:off x="6915505" y="1193063"/>
                <a:ext cx="284947" cy="589637"/>
                <a:chOff x="6915505" y="1193063"/>
                <a:chExt cx="284947" cy="589637"/>
              </a:xfrm>
            </p:grpSpPr>
            <p:sp>
              <p:nvSpPr>
                <p:cNvPr id="9812" name="Google Shape;9812;p13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3" name="Google Shape;9813;p13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814" name="Google Shape;9814;p130"/>
            <p:cNvGrpSpPr/>
            <p:nvPr/>
          </p:nvGrpSpPr>
          <p:grpSpPr>
            <a:xfrm>
              <a:off x="6520337" y="1193063"/>
              <a:ext cx="341815" cy="801589"/>
              <a:chOff x="6520337" y="1193063"/>
              <a:chExt cx="341815" cy="801589"/>
            </a:xfrm>
          </p:grpSpPr>
          <p:grpSp>
            <p:nvGrpSpPr>
              <p:cNvPr id="9815" name="Google Shape;9815;p130"/>
              <p:cNvGrpSpPr/>
              <p:nvPr/>
            </p:nvGrpSpPr>
            <p:grpSpPr>
              <a:xfrm>
                <a:off x="6520337" y="1589527"/>
                <a:ext cx="213950" cy="405125"/>
                <a:chOff x="6520337" y="1589527"/>
                <a:chExt cx="213950" cy="405125"/>
              </a:xfrm>
            </p:grpSpPr>
            <p:sp>
              <p:nvSpPr>
                <p:cNvPr id="9816" name="Google Shape;9816;p13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3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130"/>
              <p:cNvGrpSpPr/>
              <p:nvPr/>
            </p:nvGrpSpPr>
            <p:grpSpPr>
              <a:xfrm>
                <a:off x="6577204" y="1193063"/>
                <a:ext cx="284947" cy="453562"/>
                <a:chOff x="6577204" y="1193063"/>
                <a:chExt cx="284947" cy="453562"/>
              </a:xfrm>
            </p:grpSpPr>
            <p:sp>
              <p:nvSpPr>
                <p:cNvPr id="9819" name="Google Shape;9819;p13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0" name="Google Shape;9820;p13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821" name="Google Shape;9821;p130"/>
            <p:cNvGrpSpPr/>
            <p:nvPr/>
          </p:nvGrpSpPr>
          <p:grpSpPr>
            <a:xfrm>
              <a:off x="6238903" y="1193063"/>
              <a:ext cx="300475" cy="901782"/>
              <a:chOff x="6238903" y="1193063"/>
              <a:chExt cx="300475" cy="901782"/>
            </a:xfrm>
          </p:grpSpPr>
          <p:grpSp>
            <p:nvGrpSpPr>
              <p:cNvPr id="9822" name="Google Shape;9822;p130"/>
              <p:cNvGrpSpPr/>
              <p:nvPr/>
            </p:nvGrpSpPr>
            <p:grpSpPr>
              <a:xfrm>
                <a:off x="6290865" y="1489315"/>
                <a:ext cx="248514" cy="605530"/>
                <a:chOff x="6290865" y="1489315"/>
                <a:chExt cx="248514" cy="605530"/>
              </a:xfrm>
            </p:grpSpPr>
            <p:sp>
              <p:nvSpPr>
                <p:cNvPr id="9823" name="Google Shape;9823;p13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3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130"/>
              <p:cNvGrpSpPr/>
              <p:nvPr/>
            </p:nvGrpSpPr>
            <p:grpSpPr>
              <a:xfrm>
                <a:off x="6238903" y="1193063"/>
                <a:ext cx="284947" cy="327512"/>
                <a:chOff x="6238903" y="1193063"/>
                <a:chExt cx="284947" cy="327512"/>
              </a:xfrm>
            </p:grpSpPr>
            <p:sp>
              <p:nvSpPr>
                <p:cNvPr id="9826" name="Google Shape;9826;p13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7" name="Google Shape;9827;p13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828" name="Google Shape;9828;p130"/>
            <p:cNvGrpSpPr/>
            <p:nvPr/>
          </p:nvGrpSpPr>
          <p:grpSpPr>
            <a:xfrm>
              <a:off x="5900602" y="1193063"/>
              <a:ext cx="444345" cy="1023338"/>
              <a:chOff x="5900602" y="1193063"/>
              <a:chExt cx="444345" cy="1023338"/>
            </a:xfrm>
          </p:grpSpPr>
          <p:grpSp>
            <p:nvGrpSpPr>
              <p:cNvPr id="9829" name="Google Shape;9829;p130"/>
              <p:cNvGrpSpPr/>
              <p:nvPr/>
            </p:nvGrpSpPr>
            <p:grpSpPr>
              <a:xfrm>
                <a:off x="6046501" y="1367785"/>
                <a:ext cx="298446" cy="848616"/>
                <a:chOff x="6046501" y="1367785"/>
                <a:chExt cx="298446" cy="848616"/>
              </a:xfrm>
            </p:grpSpPr>
            <p:sp>
              <p:nvSpPr>
                <p:cNvPr id="9830" name="Google Shape;9830;p13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3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130"/>
              <p:cNvGrpSpPr/>
              <p:nvPr/>
            </p:nvGrpSpPr>
            <p:grpSpPr>
              <a:xfrm>
                <a:off x="5900602" y="1193063"/>
                <a:ext cx="284947" cy="182312"/>
                <a:chOff x="5900602" y="1193063"/>
                <a:chExt cx="284947" cy="182312"/>
              </a:xfrm>
            </p:grpSpPr>
            <p:sp>
              <p:nvSpPr>
                <p:cNvPr id="9833" name="Google Shape;9833;p13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4" name="Google Shape;9834;p13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835" name="Google Shape;9835;p130"/>
          <p:cNvGrpSpPr/>
          <p:nvPr/>
        </p:nvGrpSpPr>
        <p:grpSpPr>
          <a:xfrm>
            <a:off x="7238484" y="1193208"/>
            <a:ext cx="1219413" cy="1051365"/>
            <a:chOff x="7287122" y="1165658"/>
            <a:chExt cx="1219413" cy="1051365"/>
          </a:xfrm>
        </p:grpSpPr>
        <p:grpSp>
          <p:nvGrpSpPr>
            <p:cNvPr id="9836" name="Google Shape;9836;p130"/>
            <p:cNvGrpSpPr/>
            <p:nvPr/>
          </p:nvGrpSpPr>
          <p:grpSpPr>
            <a:xfrm>
              <a:off x="7287122" y="1969723"/>
              <a:ext cx="1219413" cy="247300"/>
              <a:chOff x="7287122" y="1969723"/>
              <a:chExt cx="1219413" cy="247300"/>
            </a:xfrm>
          </p:grpSpPr>
          <p:sp>
            <p:nvSpPr>
              <p:cNvPr id="9837" name="Google Shape;9837;p13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8" name="Google Shape;9838;p130"/>
              <p:cNvGrpSpPr/>
              <p:nvPr/>
            </p:nvGrpSpPr>
            <p:grpSpPr>
              <a:xfrm>
                <a:off x="7287122" y="2063892"/>
                <a:ext cx="1151753" cy="73428"/>
                <a:chOff x="7287122" y="2063892"/>
                <a:chExt cx="1151753" cy="73428"/>
              </a:xfrm>
            </p:grpSpPr>
            <p:sp>
              <p:nvSpPr>
                <p:cNvPr id="9839" name="Google Shape;9839;p13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40" name="Google Shape;9840;p13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841" name="Google Shape;9841;p130"/>
            <p:cNvGrpSpPr/>
            <p:nvPr/>
          </p:nvGrpSpPr>
          <p:grpSpPr>
            <a:xfrm>
              <a:off x="7287122" y="1712201"/>
              <a:ext cx="1219403" cy="246767"/>
              <a:chOff x="7287122" y="1712201"/>
              <a:chExt cx="1219403" cy="246767"/>
            </a:xfrm>
          </p:grpSpPr>
          <p:sp>
            <p:nvSpPr>
              <p:cNvPr id="9842" name="Google Shape;9842;p13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3" name="Google Shape;9843;p130"/>
              <p:cNvGrpSpPr/>
              <p:nvPr/>
            </p:nvGrpSpPr>
            <p:grpSpPr>
              <a:xfrm>
                <a:off x="7287122" y="1842861"/>
                <a:ext cx="1005303" cy="73419"/>
                <a:chOff x="7287122" y="1842861"/>
                <a:chExt cx="1005303" cy="73419"/>
              </a:xfrm>
            </p:grpSpPr>
            <p:sp>
              <p:nvSpPr>
                <p:cNvPr id="9844" name="Google Shape;9844;p13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45" name="Google Shape;9845;p13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846" name="Google Shape;9846;p130"/>
            <p:cNvGrpSpPr/>
            <p:nvPr/>
          </p:nvGrpSpPr>
          <p:grpSpPr>
            <a:xfrm>
              <a:off x="7287122" y="1447520"/>
              <a:ext cx="1219403" cy="286667"/>
              <a:chOff x="7287122" y="1447520"/>
              <a:chExt cx="1219403" cy="286667"/>
            </a:xfrm>
          </p:grpSpPr>
          <p:sp>
            <p:nvSpPr>
              <p:cNvPr id="9847" name="Google Shape;9847;p13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8" name="Google Shape;9848;p130"/>
              <p:cNvGrpSpPr/>
              <p:nvPr/>
            </p:nvGrpSpPr>
            <p:grpSpPr>
              <a:xfrm>
                <a:off x="7287122" y="1581977"/>
                <a:ext cx="852803" cy="73428"/>
                <a:chOff x="7287122" y="1581977"/>
                <a:chExt cx="852803" cy="73428"/>
              </a:xfrm>
            </p:grpSpPr>
            <p:sp>
              <p:nvSpPr>
                <p:cNvPr id="9849" name="Google Shape;9849;p13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50" name="Google Shape;9850;p13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851" name="Google Shape;9851;p130"/>
            <p:cNvGrpSpPr/>
            <p:nvPr/>
          </p:nvGrpSpPr>
          <p:grpSpPr>
            <a:xfrm>
              <a:off x="7287122" y="1165658"/>
              <a:ext cx="1219403" cy="344253"/>
              <a:chOff x="7287122" y="1165658"/>
              <a:chExt cx="1219403" cy="344253"/>
            </a:xfrm>
          </p:grpSpPr>
          <p:sp>
            <p:nvSpPr>
              <p:cNvPr id="9852" name="Google Shape;9852;p13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3" name="Google Shape;9853;p130"/>
              <p:cNvGrpSpPr/>
              <p:nvPr/>
            </p:nvGrpSpPr>
            <p:grpSpPr>
              <a:xfrm>
                <a:off x="7287122" y="1341025"/>
                <a:ext cx="695703" cy="73419"/>
                <a:chOff x="7287122" y="1341025"/>
                <a:chExt cx="695703" cy="73419"/>
              </a:xfrm>
            </p:grpSpPr>
            <p:sp>
              <p:nvSpPr>
                <p:cNvPr id="9854" name="Google Shape;9854;p13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55" name="Google Shape;9855;p13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59" name="Shape 9859"/>
        <p:cNvGrpSpPr/>
        <p:nvPr/>
      </p:nvGrpSpPr>
      <p:grpSpPr>
        <a:xfrm>
          <a:off x="0" y="0"/>
          <a:ext cx="0" cy="0"/>
          <a:chOff x="0" y="0"/>
          <a:chExt cx="0" cy="0"/>
        </a:xfrm>
      </p:grpSpPr>
      <p:sp>
        <p:nvSpPr>
          <p:cNvPr id="9860" name="Google Shape;9860;p13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861" name="Google Shape;9861;p13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862" name="Google Shape;9862;p131"/>
          <p:cNvGrpSpPr/>
          <p:nvPr/>
        </p:nvGrpSpPr>
        <p:grpSpPr>
          <a:xfrm>
            <a:off x="866243" y="2291587"/>
            <a:ext cx="415546" cy="355053"/>
            <a:chOff x="866243" y="2291587"/>
            <a:chExt cx="415546" cy="355053"/>
          </a:xfrm>
        </p:grpSpPr>
        <p:sp>
          <p:nvSpPr>
            <p:cNvPr id="9863" name="Google Shape;9863;p13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3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3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8" name="Google Shape;9868;p13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9" name="Google Shape;9869;p131"/>
          <p:cNvGrpSpPr/>
          <p:nvPr/>
        </p:nvGrpSpPr>
        <p:grpSpPr>
          <a:xfrm>
            <a:off x="1958520" y="2302574"/>
            <a:ext cx="359213" cy="327807"/>
            <a:chOff x="1958520" y="2302574"/>
            <a:chExt cx="359213" cy="327807"/>
          </a:xfrm>
        </p:grpSpPr>
        <p:sp>
          <p:nvSpPr>
            <p:cNvPr id="9870" name="Google Shape;9870;p13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3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3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131"/>
          <p:cNvGrpSpPr/>
          <p:nvPr/>
        </p:nvGrpSpPr>
        <p:grpSpPr>
          <a:xfrm>
            <a:off x="2579882" y="2287427"/>
            <a:ext cx="207582" cy="359594"/>
            <a:chOff x="2656082" y="2287427"/>
            <a:chExt cx="207582" cy="359594"/>
          </a:xfrm>
        </p:grpSpPr>
        <p:sp>
          <p:nvSpPr>
            <p:cNvPr id="9874" name="Google Shape;9874;p13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3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131"/>
          <p:cNvGrpSpPr/>
          <p:nvPr/>
        </p:nvGrpSpPr>
        <p:grpSpPr>
          <a:xfrm>
            <a:off x="3049653" y="2321468"/>
            <a:ext cx="362991" cy="290018"/>
            <a:chOff x="3049653" y="2321468"/>
            <a:chExt cx="362991" cy="290018"/>
          </a:xfrm>
        </p:grpSpPr>
        <p:sp>
          <p:nvSpPr>
            <p:cNvPr id="9879" name="Google Shape;9879;p13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3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131"/>
          <p:cNvGrpSpPr/>
          <p:nvPr/>
        </p:nvGrpSpPr>
        <p:grpSpPr>
          <a:xfrm>
            <a:off x="3564243" y="2289904"/>
            <a:ext cx="422342" cy="355243"/>
            <a:chOff x="3564243" y="2289904"/>
            <a:chExt cx="422342" cy="355243"/>
          </a:xfrm>
        </p:grpSpPr>
        <p:sp>
          <p:nvSpPr>
            <p:cNvPr id="9884" name="Google Shape;9884;p13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9" name="Google Shape;9889;p13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0" name="Google Shape;9890;p131"/>
          <p:cNvGrpSpPr/>
          <p:nvPr/>
        </p:nvGrpSpPr>
        <p:grpSpPr>
          <a:xfrm>
            <a:off x="4687894" y="2289713"/>
            <a:ext cx="359594" cy="353909"/>
            <a:chOff x="4687894" y="2289713"/>
            <a:chExt cx="359594" cy="353909"/>
          </a:xfrm>
        </p:grpSpPr>
        <p:sp>
          <p:nvSpPr>
            <p:cNvPr id="9891" name="Google Shape;9891;p13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13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131"/>
          <p:cNvGrpSpPr/>
          <p:nvPr/>
        </p:nvGrpSpPr>
        <p:grpSpPr>
          <a:xfrm>
            <a:off x="6372624" y="2308227"/>
            <a:ext cx="263567" cy="317614"/>
            <a:chOff x="6421399" y="2308227"/>
            <a:chExt cx="263567" cy="317614"/>
          </a:xfrm>
        </p:grpSpPr>
        <p:sp>
          <p:nvSpPr>
            <p:cNvPr id="9896" name="Google Shape;9896;p13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131"/>
          <p:cNvGrpSpPr/>
          <p:nvPr/>
        </p:nvGrpSpPr>
        <p:grpSpPr>
          <a:xfrm>
            <a:off x="6870193" y="2295620"/>
            <a:ext cx="360356" cy="343462"/>
            <a:chOff x="6870193" y="2295620"/>
            <a:chExt cx="360356" cy="343462"/>
          </a:xfrm>
        </p:grpSpPr>
        <p:sp>
          <p:nvSpPr>
            <p:cNvPr id="9901" name="Google Shape;9901;p13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131"/>
          <p:cNvGrpSpPr/>
          <p:nvPr/>
        </p:nvGrpSpPr>
        <p:grpSpPr>
          <a:xfrm>
            <a:off x="7441465" y="2302860"/>
            <a:ext cx="342192" cy="327140"/>
            <a:chOff x="7441465" y="2302860"/>
            <a:chExt cx="342192" cy="327140"/>
          </a:xfrm>
        </p:grpSpPr>
        <p:sp>
          <p:nvSpPr>
            <p:cNvPr id="9904" name="Google Shape;9904;p13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131"/>
          <p:cNvGrpSpPr/>
          <p:nvPr/>
        </p:nvGrpSpPr>
        <p:grpSpPr>
          <a:xfrm>
            <a:off x="7989683" y="2350207"/>
            <a:ext cx="332761" cy="234066"/>
            <a:chOff x="7989683" y="2350207"/>
            <a:chExt cx="332761" cy="234066"/>
          </a:xfrm>
        </p:grpSpPr>
        <p:sp>
          <p:nvSpPr>
            <p:cNvPr id="9907" name="Google Shape;9907;p13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3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3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131"/>
          <p:cNvGrpSpPr/>
          <p:nvPr/>
        </p:nvGrpSpPr>
        <p:grpSpPr>
          <a:xfrm>
            <a:off x="5823294" y="2309751"/>
            <a:ext cx="315327" cy="314978"/>
            <a:chOff x="5823294" y="2309751"/>
            <a:chExt cx="315327" cy="314978"/>
          </a:xfrm>
        </p:grpSpPr>
        <p:sp>
          <p:nvSpPr>
            <p:cNvPr id="9914" name="Google Shape;9914;p13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3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3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3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3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3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131"/>
          <p:cNvGrpSpPr/>
          <p:nvPr/>
        </p:nvGrpSpPr>
        <p:grpSpPr>
          <a:xfrm>
            <a:off x="2497275" y="2744159"/>
            <a:ext cx="370930" cy="370549"/>
            <a:chOff x="2497275" y="2744159"/>
            <a:chExt cx="370930" cy="370549"/>
          </a:xfrm>
        </p:grpSpPr>
        <p:sp>
          <p:nvSpPr>
            <p:cNvPr id="9932" name="Google Shape;9932;p13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3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3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131"/>
          <p:cNvGrpSpPr/>
          <p:nvPr/>
        </p:nvGrpSpPr>
        <p:grpSpPr>
          <a:xfrm>
            <a:off x="860940" y="2746477"/>
            <a:ext cx="371883" cy="365691"/>
            <a:chOff x="860940" y="2746477"/>
            <a:chExt cx="371883" cy="365691"/>
          </a:xfrm>
        </p:grpSpPr>
        <p:sp>
          <p:nvSpPr>
            <p:cNvPr id="9939" name="Google Shape;9939;p13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131"/>
          <p:cNvGrpSpPr/>
          <p:nvPr/>
        </p:nvGrpSpPr>
        <p:grpSpPr>
          <a:xfrm>
            <a:off x="1493849" y="2775533"/>
            <a:ext cx="283985" cy="341080"/>
            <a:chOff x="1493849" y="2775533"/>
            <a:chExt cx="283985" cy="341080"/>
          </a:xfrm>
        </p:grpSpPr>
        <p:sp>
          <p:nvSpPr>
            <p:cNvPr id="9945" name="Google Shape;9945;p13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3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131"/>
          <p:cNvGrpSpPr/>
          <p:nvPr/>
        </p:nvGrpSpPr>
        <p:grpSpPr>
          <a:xfrm>
            <a:off x="1952836" y="2774422"/>
            <a:ext cx="372835" cy="342573"/>
            <a:chOff x="1952836" y="2774422"/>
            <a:chExt cx="372835" cy="342573"/>
          </a:xfrm>
        </p:grpSpPr>
        <p:sp>
          <p:nvSpPr>
            <p:cNvPr id="9948" name="Google Shape;9948;p13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3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131"/>
          <p:cNvGrpSpPr/>
          <p:nvPr/>
        </p:nvGrpSpPr>
        <p:grpSpPr>
          <a:xfrm>
            <a:off x="3079916" y="2744477"/>
            <a:ext cx="332729" cy="372518"/>
            <a:chOff x="3079916" y="2744477"/>
            <a:chExt cx="332729" cy="372518"/>
          </a:xfrm>
        </p:grpSpPr>
        <p:sp>
          <p:nvSpPr>
            <p:cNvPr id="9952" name="Google Shape;9952;p13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3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131"/>
          <p:cNvGrpSpPr/>
          <p:nvPr/>
        </p:nvGrpSpPr>
        <p:grpSpPr>
          <a:xfrm>
            <a:off x="3620576" y="2745525"/>
            <a:ext cx="336889" cy="355592"/>
            <a:chOff x="3620576" y="2745525"/>
            <a:chExt cx="336889" cy="355592"/>
          </a:xfrm>
        </p:grpSpPr>
        <p:sp>
          <p:nvSpPr>
            <p:cNvPr id="9956" name="Google Shape;9956;p13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31"/>
          <p:cNvGrpSpPr/>
          <p:nvPr/>
        </p:nvGrpSpPr>
        <p:grpSpPr>
          <a:xfrm>
            <a:off x="4126815" y="2760704"/>
            <a:ext cx="380393" cy="363118"/>
            <a:chOff x="4126815" y="2760704"/>
            <a:chExt cx="380393" cy="363118"/>
          </a:xfrm>
        </p:grpSpPr>
        <p:sp>
          <p:nvSpPr>
            <p:cNvPr id="9959" name="Google Shape;9959;p13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3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3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131"/>
          <p:cNvGrpSpPr/>
          <p:nvPr/>
        </p:nvGrpSpPr>
        <p:grpSpPr>
          <a:xfrm>
            <a:off x="4675986" y="2745684"/>
            <a:ext cx="381346" cy="368644"/>
            <a:chOff x="4675986" y="2745684"/>
            <a:chExt cx="381346" cy="368644"/>
          </a:xfrm>
        </p:grpSpPr>
        <p:sp>
          <p:nvSpPr>
            <p:cNvPr id="9964" name="Google Shape;9964;p13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131"/>
          <p:cNvGrpSpPr/>
          <p:nvPr/>
        </p:nvGrpSpPr>
        <p:grpSpPr>
          <a:xfrm>
            <a:off x="5220616" y="2791061"/>
            <a:ext cx="373185" cy="302466"/>
            <a:chOff x="5220616" y="2791061"/>
            <a:chExt cx="373185" cy="302466"/>
          </a:xfrm>
        </p:grpSpPr>
        <p:sp>
          <p:nvSpPr>
            <p:cNvPr id="9967" name="Google Shape;9967;p13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3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3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3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3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3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3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3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3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3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3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3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3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3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131"/>
          <p:cNvGrpSpPr/>
          <p:nvPr/>
        </p:nvGrpSpPr>
        <p:grpSpPr>
          <a:xfrm>
            <a:off x="5788661" y="2772517"/>
            <a:ext cx="284366" cy="344097"/>
            <a:chOff x="5864861" y="2772517"/>
            <a:chExt cx="284366" cy="344097"/>
          </a:xfrm>
        </p:grpSpPr>
        <p:sp>
          <p:nvSpPr>
            <p:cNvPr id="9986" name="Google Shape;9986;p13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3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3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3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3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3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2" name="Google Shape;9992;p13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131"/>
          <p:cNvGrpSpPr/>
          <p:nvPr/>
        </p:nvGrpSpPr>
        <p:grpSpPr>
          <a:xfrm>
            <a:off x="6974158" y="2789537"/>
            <a:ext cx="255247" cy="327458"/>
            <a:chOff x="6974158" y="2789537"/>
            <a:chExt cx="255247" cy="327458"/>
          </a:xfrm>
        </p:grpSpPr>
        <p:sp>
          <p:nvSpPr>
            <p:cNvPr id="9994" name="Google Shape;9994;p13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3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3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3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3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3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131"/>
          <p:cNvGrpSpPr/>
          <p:nvPr/>
        </p:nvGrpSpPr>
        <p:grpSpPr>
          <a:xfrm>
            <a:off x="7530697" y="2790299"/>
            <a:ext cx="244291" cy="326314"/>
            <a:chOff x="7530697" y="2790299"/>
            <a:chExt cx="244291" cy="326314"/>
          </a:xfrm>
        </p:grpSpPr>
        <p:sp>
          <p:nvSpPr>
            <p:cNvPr id="10001" name="Google Shape;10001;p13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3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3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3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3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3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131"/>
          <p:cNvGrpSpPr/>
          <p:nvPr/>
        </p:nvGrpSpPr>
        <p:grpSpPr>
          <a:xfrm>
            <a:off x="7988191" y="2832248"/>
            <a:ext cx="332348" cy="283985"/>
            <a:chOff x="7988191" y="2832248"/>
            <a:chExt cx="332348" cy="283985"/>
          </a:xfrm>
        </p:grpSpPr>
        <p:sp>
          <p:nvSpPr>
            <p:cNvPr id="10008" name="Google Shape;10008;p13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3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3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1" name="Google Shape;10011;p13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2" name="Google Shape;10012;p131"/>
          <p:cNvGrpSpPr/>
          <p:nvPr/>
        </p:nvGrpSpPr>
        <p:grpSpPr>
          <a:xfrm>
            <a:off x="3588440" y="3258368"/>
            <a:ext cx="364484" cy="262423"/>
            <a:chOff x="3588440" y="3258368"/>
            <a:chExt cx="364484" cy="262423"/>
          </a:xfrm>
        </p:grpSpPr>
        <p:sp>
          <p:nvSpPr>
            <p:cNvPr id="10013" name="Google Shape;10013;p13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3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3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3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3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9" name="Google Shape;10019;p13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0" name="Google Shape;10020;p131"/>
          <p:cNvGrpSpPr/>
          <p:nvPr/>
        </p:nvGrpSpPr>
        <p:grpSpPr>
          <a:xfrm>
            <a:off x="5765817" y="3227724"/>
            <a:ext cx="364865" cy="324822"/>
            <a:chOff x="5765817" y="3227724"/>
            <a:chExt cx="364865" cy="324822"/>
          </a:xfrm>
        </p:grpSpPr>
        <p:sp>
          <p:nvSpPr>
            <p:cNvPr id="10021" name="Google Shape;10021;p13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131"/>
          <p:cNvGrpSpPr/>
          <p:nvPr/>
        </p:nvGrpSpPr>
        <p:grpSpPr>
          <a:xfrm>
            <a:off x="6228583" y="3237664"/>
            <a:ext cx="446539" cy="303895"/>
            <a:chOff x="6228583" y="3237664"/>
            <a:chExt cx="446539" cy="303895"/>
          </a:xfrm>
        </p:grpSpPr>
        <p:sp>
          <p:nvSpPr>
            <p:cNvPr id="10025" name="Google Shape;10025;p13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3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3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3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3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3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3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3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3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3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3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3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3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3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3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131"/>
          <p:cNvGrpSpPr/>
          <p:nvPr/>
        </p:nvGrpSpPr>
        <p:grpSpPr>
          <a:xfrm>
            <a:off x="865862" y="3207306"/>
            <a:ext cx="364484" cy="364897"/>
            <a:chOff x="865862" y="3207306"/>
            <a:chExt cx="364484" cy="364897"/>
          </a:xfrm>
        </p:grpSpPr>
        <p:sp>
          <p:nvSpPr>
            <p:cNvPr id="10043" name="Google Shape;10043;p13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3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3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3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3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3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3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131"/>
          <p:cNvGrpSpPr/>
          <p:nvPr/>
        </p:nvGrpSpPr>
        <p:grpSpPr>
          <a:xfrm>
            <a:off x="1404617" y="3226962"/>
            <a:ext cx="370168" cy="325965"/>
            <a:chOff x="1404617" y="3226962"/>
            <a:chExt cx="370168" cy="325965"/>
          </a:xfrm>
        </p:grpSpPr>
        <p:sp>
          <p:nvSpPr>
            <p:cNvPr id="10058" name="Google Shape;10058;p13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3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3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3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3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3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131"/>
          <p:cNvGrpSpPr/>
          <p:nvPr/>
        </p:nvGrpSpPr>
        <p:grpSpPr>
          <a:xfrm>
            <a:off x="1953403" y="3216094"/>
            <a:ext cx="366389" cy="354481"/>
            <a:chOff x="1954741" y="3212419"/>
            <a:chExt cx="366389" cy="354481"/>
          </a:xfrm>
        </p:grpSpPr>
        <p:sp>
          <p:nvSpPr>
            <p:cNvPr id="10068" name="Google Shape;10068;p13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3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3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131"/>
          <p:cNvGrpSpPr/>
          <p:nvPr/>
        </p:nvGrpSpPr>
        <p:grpSpPr>
          <a:xfrm>
            <a:off x="3043239" y="3215626"/>
            <a:ext cx="366008" cy="348670"/>
            <a:chOff x="3043239" y="3215626"/>
            <a:chExt cx="366008" cy="348670"/>
          </a:xfrm>
        </p:grpSpPr>
        <p:sp>
          <p:nvSpPr>
            <p:cNvPr id="10076" name="Google Shape;10076;p13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131"/>
          <p:cNvGrpSpPr/>
          <p:nvPr/>
        </p:nvGrpSpPr>
        <p:grpSpPr>
          <a:xfrm>
            <a:off x="4218333" y="3184982"/>
            <a:ext cx="209107" cy="383442"/>
            <a:chOff x="4218333" y="3184982"/>
            <a:chExt cx="209107" cy="383442"/>
          </a:xfrm>
        </p:grpSpPr>
        <p:sp>
          <p:nvSpPr>
            <p:cNvPr id="10079" name="Google Shape;10079;p13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3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1" name="Google Shape;10081;p13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2" name="Google Shape;10082;p131"/>
          <p:cNvGrpSpPr/>
          <p:nvPr/>
        </p:nvGrpSpPr>
        <p:grpSpPr>
          <a:xfrm>
            <a:off x="6896644" y="3216007"/>
            <a:ext cx="322917" cy="347876"/>
            <a:chOff x="6896644" y="3216007"/>
            <a:chExt cx="322917" cy="347876"/>
          </a:xfrm>
        </p:grpSpPr>
        <p:sp>
          <p:nvSpPr>
            <p:cNvPr id="10083" name="Google Shape;10083;p13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3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131"/>
          <p:cNvGrpSpPr/>
          <p:nvPr/>
        </p:nvGrpSpPr>
        <p:grpSpPr>
          <a:xfrm>
            <a:off x="7429366" y="3223183"/>
            <a:ext cx="334634" cy="333904"/>
            <a:chOff x="7429366" y="3223183"/>
            <a:chExt cx="334634" cy="333904"/>
          </a:xfrm>
        </p:grpSpPr>
        <p:sp>
          <p:nvSpPr>
            <p:cNvPr id="10091" name="Google Shape;10091;p13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3" name="Google Shape;10093;p13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4" name="Google Shape;10094;p131"/>
          <p:cNvGrpSpPr/>
          <p:nvPr/>
        </p:nvGrpSpPr>
        <p:grpSpPr>
          <a:xfrm>
            <a:off x="5216456" y="3725484"/>
            <a:ext cx="356196" cy="265631"/>
            <a:chOff x="5216456" y="3725484"/>
            <a:chExt cx="356196" cy="265631"/>
          </a:xfrm>
        </p:grpSpPr>
        <p:sp>
          <p:nvSpPr>
            <p:cNvPr id="10095" name="Google Shape;10095;p13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3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131"/>
          <p:cNvGrpSpPr/>
          <p:nvPr/>
        </p:nvGrpSpPr>
        <p:grpSpPr>
          <a:xfrm>
            <a:off x="6849393" y="3733994"/>
            <a:ext cx="355053" cy="248038"/>
            <a:chOff x="6849393" y="3733994"/>
            <a:chExt cx="355053" cy="248038"/>
          </a:xfrm>
        </p:grpSpPr>
        <p:sp>
          <p:nvSpPr>
            <p:cNvPr id="10098" name="Google Shape;10098;p13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3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3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131"/>
          <p:cNvGrpSpPr/>
          <p:nvPr/>
        </p:nvGrpSpPr>
        <p:grpSpPr>
          <a:xfrm>
            <a:off x="7918997" y="3714687"/>
            <a:ext cx="392111" cy="280206"/>
            <a:chOff x="7918997" y="3714687"/>
            <a:chExt cx="392111" cy="280206"/>
          </a:xfrm>
        </p:grpSpPr>
        <p:sp>
          <p:nvSpPr>
            <p:cNvPr id="10104" name="Google Shape;10104;p13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3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3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3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3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9" name="Google Shape;10109;p13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0" name="Google Shape;10110;p131"/>
          <p:cNvGrpSpPr/>
          <p:nvPr/>
        </p:nvGrpSpPr>
        <p:grpSpPr>
          <a:xfrm>
            <a:off x="1408777" y="3680964"/>
            <a:ext cx="357720" cy="355148"/>
            <a:chOff x="1408777" y="3680964"/>
            <a:chExt cx="357720" cy="355148"/>
          </a:xfrm>
        </p:grpSpPr>
        <p:sp>
          <p:nvSpPr>
            <p:cNvPr id="10111" name="Google Shape;10111;p13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3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131"/>
          <p:cNvGrpSpPr/>
          <p:nvPr/>
        </p:nvGrpSpPr>
        <p:grpSpPr>
          <a:xfrm>
            <a:off x="1952836" y="3680964"/>
            <a:ext cx="357720" cy="355148"/>
            <a:chOff x="1952836" y="3680964"/>
            <a:chExt cx="357720" cy="355148"/>
          </a:xfrm>
        </p:grpSpPr>
        <p:sp>
          <p:nvSpPr>
            <p:cNvPr id="10117" name="Google Shape;10117;p13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3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3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3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131"/>
          <p:cNvGrpSpPr/>
          <p:nvPr/>
        </p:nvGrpSpPr>
        <p:grpSpPr>
          <a:xfrm>
            <a:off x="2496894" y="3680964"/>
            <a:ext cx="357720" cy="355148"/>
            <a:chOff x="2496894" y="3680964"/>
            <a:chExt cx="357720" cy="355148"/>
          </a:xfrm>
        </p:grpSpPr>
        <p:sp>
          <p:nvSpPr>
            <p:cNvPr id="10123" name="Google Shape;10123;p13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3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3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3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3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131"/>
          <p:cNvGrpSpPr/>
          <p:nvPr/>
        </p:nvGrpSpPr>
        <p:grpSpPr>
          <a:xfrm>
            <a:off x="3040984" y="3681059"/>
            <a:ext cx="356164" cy="355815"/>
            <a:chOff x="3040984" y="3681059"/>
            <a:chExt cx="356164" cy="355815"/>
          </a:xfrm>
        </p:grpSpPr>
        <p:sp>
          <p:nvSpPr>
            <p:cNvPr id="10129" name="Google Shape;10129;p13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3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3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131"/>
          <p:cNvGrpSpPr/>
          <p:nvPr/>
        </p:nvGrpSpPr>
        <p:grpSpPr>
          <a:xfrm>
            <a:off x="3584280" y="3699191"/>
            <a:ext cx="358069" cy="317995"/>
            <a:chOff x="3584280" y="3699191"/>
            <a:chExt cx="358069" cy="317995"/>
          </a:xfrm>
        </p:grpSpPr>
        <p:sp>
          <p:nvSpPr>
            <p:cNvPr id="10133" name="Google Shape;10133;p13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3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3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131"/>
          <p:cNvGrpSpPr/>
          <p:nvPr/>
        </p:nvGrpSpPr>
        <p:grpSpPr>
          <a:xfrm>
            <a:off x="4129482" y="3681059"/>
            <a:ext cx="355402" cy="354291"/>
            <a:chOff x="4129482" y="3681059"/>
            <a:chExt cx="355402" cy="354291"/>
          </a:xfrm>
        </p:grpSpPr>
        <p:sp>
          <p:nvSpPr>
            <p:cNvPr id="10138" name="Google Shape;10138;p13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3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3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3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131"/>
          <p:cNvGrpSpPr/>
          <p:nvPr/>
        </p:nvGrpSpPr>
        <p:grpSpPr>
          <a:xfrm>
            <a:off x="4673540" y="3680297"/>
            <a:ext cx="355434" cy="355815"/>
            <a:chOff x="4673540" y="3680297"/>
            <a:chExt cx="355434" cy="355815"/>
          </a:xfrm>
        </p:grpSpPr>
        <p:sp>
          <p:nvSpPr>
            <p:cNvPr id="10143" name="Google Shape;10143;p13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3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3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131"/>
          <p:cNvGrpSpPr/>
          <p:nvPr/>
        </p:nvGrpSpPr>
        <p:grpSpPr>
          <a:xfrm>
            <a:off x="5779408" y="3699191"/>
            <a:ext cx="317645" cy="318757"/>
            <a:chOff x="5779408" y="3699191"/>
            <a:chExt cx="317645" cy="318757"/>
          </a:xfrm>
        </p:grpSpPr>
        <p:sp>
          <p:nvSpPr>
            <p:cNvPr id="10147" name="Google Shape;10147;p13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3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9" name="Google Shape;10149;p13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0" name="Google Shape;10150;p131"/>
          <p:cNvGrpSpPr/>
          <p:nvPr/>
        </p:nvGrpSpPr>
        <p:grpSpPr>
          <a:xfrm>
            <a:off x="7390435" y="3680868"/>
            <a:ext cx="372073" cy="355243"/>
            <a:chOff x="7390435" y="3680868"/>
            <a:chExt cx="372073" cy="355243"/>
          </a:xfrm>
        </p:grpSpPr>
        <p:sp>
          <p:nvSpPr>
            <p:cNvPr id="10151" name="Google Shape;10151;p13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3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3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3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3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3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131"/>
          <p:cNvGrpSpPr/>
          <p:nvPr/>
        </p:nvGrpSpPr>
        <p:grpSpPr>
          <a:xfrm>
            <a:off x="1421638" y="4125629"/>
            <a:ext cx="374709" cy="374010"/>
            <a:chOff x="1421638" y="4125629"/>
            <a:chExt cx="374709" cy="374010"/>
          </a:xfrm>
        </p:grpSpPr>
        <p:sp>
          <p:nvSpPr>
            <p:cNvPr id="10158" name="Google Shape;10158;p13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3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131"/>
          <p:cNvGrpSpPr/>
          <p:nvPr/>
        </p:nvGrpSpPr>
        <p:grpSpPr>
          <a:xfrm>
            <a:off x="1973254" y="4156304"/>
            <a:ext cx="357720" cy="342192"/>
            <a:chOff x="1973254" y="4156304"/>
            <a:chExt cx="357720" cy="342192"/>
          </a:xfrm>
        </p:grpSpPr>
        <p:sp>
          <p:nvSpPr>
            <p:cNvPr id="10161" name="Google Shape;10161;p13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3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3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3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3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3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131"/>
          <p:cNvGrpSpPr/>
          <p:nvPr/>
        </p:nvGrpSpPr>
        <p:grpSpPr>
          <a:xfrm>
            <a:off x="2523759" y="4135505"/>
            <a:ext cx="341049" cy="340318"/>
            <a:chOff x="2523759" y="4135505"/>
            <a:chExt cx="341049" cy="340318"/>
          </a:xfrm>
        </p:grpSpPr>
        <p:sp>
          <p:nvSpPr>
            <p:cNvPr id="10168" name="Google Shape;10168;p13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3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131"/>
          <p:cNvGrpSpPr/>
          <p:nvPr/>
        </p:nvGrpSpPr>
        <p:grpSpPr>
          <a:xfrm>
            <a:off x="3040603" y="4130360"/>
            <a:ext cx="392079" cy="350353"/>
            <a:chOff x="3040603" y="4130360"/>
            <a:chExt cx="392079" cy="350353"/>
          </a:xfrm>
        </p:grpSpPr>
        <p:sp>
          <p:nvSpPr>
            <p:cNvPr id="10171" name="Google Shape;10171;p13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3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3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3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3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3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3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3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3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3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131"/>
          <p:cNvGrpSpPr/>
          <p:nvPr/>
        </p:nvGrpSpPr>
        <p:grpSpPr>
          <a:xfrm>
            <a:off x="3662144" y="4135505"/>
            <a:ext cx="232955" cy="340318"/>
            <a:chOff x="3662144" y="4135505"/>
            <a:chExt cx="232955" cy="340318"/>
          </a:xfrm>
        </p:grpSpPr>
        <p:sp>
          <p:nvSpPr>
            <p:cNvPr id="10182" name="Google Shape;10182;p13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3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3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3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131"/>
          <p:cNvGrpSpPr/>
          <p:nvPr/>
        </p:nvGrpSpPr>
        <p:grpSpPr>
          <a:xfrm>
            <a:off x="4149138" y="4121151"/>
            <a:ext cx="344065" cy="368644"/>
            <a:chOff x="4149138" y="4121151"/>
            <a:chExt cx="344065" cy="368644"/>
          </a:xfrm>
        </p:grpSpPr>
        <p:sp>
          <p:nvSpPr>
            <p:cNvPr id="10187" name="Google Shape;10187;p13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3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3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3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3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3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3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3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3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3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3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3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9" name="Google Shape;10199;p13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0" name="Google Shape;10200;p131"/>
          <p:cNvGrpSpPr/>
          <p:nvPr/>
        </p:nvGrpSpPr>
        <p:grpSpPr>
          <a:xfrm>
            <a:off x="5206262" y="4174817"/>
            <a:ext cx="397763" cy="262804"/>
            <a:chOff x="5206262" y="4174817"/>
            <a:chExt cx="397763" cy="262804"/>
          </a:xfrm>
        </p:grpSpPr>
        <p:sp>
          <p:nvSpPr>
            <p:cNvPr id="10201" name="Google Shape;10201;p13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3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3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3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3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3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3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131"/>
          <p:cNvGrpSpPr/>
          <p:nvPr/>
        </p:nvGrpSpPr>
        <p:grpSpPr>
          <a:xfrm>
            <a:off x="5727616" y="4204699"/>
            <a:ext cx="440505" cy="290018"/>
            <a:chOff x="5727616" y="4204699"/>
            <a:chExt cx="440505" cy="290018"/>
          </a:xfrm>
        </p:grpSpPr>
        <p:sp>
          <p:nvSpPr>
            <p:cNvPr id="10209" name="Google Shape;10209;p13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3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3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3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3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3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3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3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131"/>
          <p:cNvGrpSpPr/>
          <p:nvPr/>
        </p:nvGrpSpPr>
        <p:grpSpPr>
          <a:xfrm>
            <a:off x="6410063" y="4135124"/>
            <a:ext cx="159950" cy="364516"/>
            <a:chOff x="6410063" y="4135124"/>
            <a:chExt cx="159950" cy="364516"/>
          </a:xfrm>
        </p:grpSpPr>
        <p:sp>
          <p:nvSpPr>
            <p:cNvPr id="10218" name="Google Shape;10218;p13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3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3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3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131"/>
          <p:cNvGrpSpPr/>
          <p:nvPr/>
        </p:nvGrpSpPr>
        <p:grpSpPr>
          <a:xfrm>
            <a:off x="6924652" y="4135505"/>
            <a:ext cx="214378" cy="364135"/>
            <a:chOff x="6924652" y="4135505"/>
            <a:chExt cx="214378" cy="364135"/>
          </a:xfrm>
        </p:grpSpPr>
        <p:sp>
          <p:nvSpPr>
            <p:cNvPr id="10223" name="Google Shape;10223;p13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3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3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3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131"/>
          <p:cNvGrpSpPr/>
          <p:nvPr/>
        </p:nvGrpSpPr>
        <p:grpSpPr>
          <a:xfrm>
            <a:off x="7384751" y="4147984"/>
            <a:ext cx="380012" cy="351274"/>
            <a:chOff x="7384751" y="4147984"/>
            <a:chExt cx="380012" cy="351274"/>
          </a:xfrm>
        </p:grpSpPr>
        <p:sp>
          <p:nvSpPr>
            <p:cNvPr id="10228" name="Google Shape;10228;p13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3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3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3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3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6" name="Shape 10236"/>
        <p:cNvGrpSpPr/>
        <p:nvPr/>
      </p:nvGrpSpPr>
      <p:grpSpPr>
        <a:xfrm>
          <a:off x="0" y="0"/>
          <a:ext cx="0" cy="0"/>
          <a:chOff x="0" y="0"/>
          <a:chExt cx="0" cy="0"/>
        </a:xfrm>
      </p:grpSpPr>
      <p:sp>
        <p:nvSpPr>
          <p:cNvPr id="10237" name="Google Shape;10237;p13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38" name="Google Shape;10238;p13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239" name="Google Shape;10239;p132"/>
          <p:cNvGrpSpPr/>
          <p:nvPr/>
        </p:nvGrpSpPr>
        <p:grpSpPr>
          <a:xfrm>
            <a:off x="1989449" y="4282269"/>
            <a:ext cx="374774" cy="346073"/>
            <a:chOff x="1989449" y="4282269"/>
            <a:chExt cx="374774" cy="346073"/>
          </a:xfrm>
        </p:grpSpPr>
        <p:sp>
          <p:nvSpPr>
            <p:cNvPr id="10240" name="Google Shape;10240;p13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3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3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3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132"/>
          <p:cNvGrpSpPr/>
          <p:nvPr/>
        </p:nvGrpSpPr>
        <p:grpSpPr>
          <a:xfrm>
            <a:off x="2487439" y="4280740"/>
            <a:ext cx="198775" cy="348972"/>
            <a:chOff x="2487439" y="4280740"/>
            <a:chExt cx="198775" cy="348972"/>
          </a:xfrm>
        </p:grpSpPr>
        <p:sp>
          <p:nvSpPr>
            <p:cNvPr id="10246" name="Google Shape;10246;p13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3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3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3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132"/>
          <p:cNvGrpSpPr/>
          <p:nvPr/>
        </p:nvGrpSpPr>
        <p:grpSpPr>
          <a:xfrm>
            <a:off x="2810958" y="4273923"/>
            <a:ext cx="353145" cy="361873"/>
            <a:chOff x="2810958" y="4273923"/>
            <a:chExt cx="353145" cy="361873"/>
          </a:xfrm>
        </p:grpSpPr>
        <p:sp>
          <p:nvSpPr>
            <p:cNvPr id="10251" name="Google Shape;10251;p13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3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3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3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3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3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3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132"/>
          <p:cNvGrpSpPr/>
          <p:nvPr/>
        </p:nvGrpSpPr>
        <p:grpSpPr>
          <a:xfrm>
            <a:off x="6275635" y="4282651"/>
            <a:ext cx="209383" cy="366778"/>
            <a:chOff x="6275635" y="4282651"/>
            <a:chExt cx="209383" cy="366778"/>
          </a:xfrm>
        </p:grpSpPr>
        <p:sp>
          <p:nvSpPr>
            <p:cNvPr id="10259" name="Google Shape;10259;p13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3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132"/>
          <p:cNvGrpSpPr/>
          <p:nvPr/>
        </p:nvGrpSpPr>
        <p:grpSpPr>
          <a:xfrm>
            <a:off x="6701186" y="4283033"/>
            <a:ext cx="280292" cy="366396"/>
            <a:chOff x="6701186" y="4283033"/>
            <a:chExt cx="280292" cy="366396"/>
          </a:xfrm>
        </p:grpSpPr>
        <p:sp>
          <p:nvSpPr>
            <p:cNvPr id="10262" name="Google Shape;10262;p13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3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132"/>
          <p:cNvGrpSpPr/>
          <p:nvPr/>
        </p:nvGrpSpPr>
        <p:grpSpPr>
          <a:xfrm>
            <a:off x="2609571" y="3824958"/>
            <a:ext cx="373627" cy="347347"/>
            <a:chOff x="2609571" y="3824958"/>
            <a:chExt cx="373627" cy="347347"/>
          </a:xfrm>
        </p:grpSpPr>
        <p:sp>
          <p:nvSpPr>
            <p:cNvPr id="10265" name="Google Shape;10265;p13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3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7" name="Google Shape;10267;p13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8" name="Google Shape;10268;p132"/>
          <p:cNvGrpSpPr/>
          <p:nvPr/>
        </p:nvGrpSpPr>
        <p:grpSpPr>
          <a:xfrm>
            <a:off x="916127" y="3807056"/>
            <a:ext cx="221902" cy="380795"/>
            <a:chOff x="916127" y="3807056"/>
            <a:chExt cx="221902" cy="380795"/>
          </a:xfrm>
        </p:grpSpPr>
        <p:sp>
          <p:nvSpPr>
            <p:cNvPr id="10269" name="Google Shape;10269;p13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3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13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3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132"/>
          <p:cNvGrpSpPr/>
          <p:nvPr/>
        </p:nvGrpSpPr>
        <p:grpSpPr>
          <a:xfrm>
            <a:off x="3513010" y="3816134"/>
            <a:ext cx="362223" cy="361108"/>
            <a:chOff x="3513010" y="3816134"/>
            <a:chExt cx="362223" cy="361108"/>
          </a:xfrm>
        </p:grpSpPr>
        <p:sp>
          <p:nvSpPr>
            <p:cNvPr id="10276" name="Google Shape;10276;p13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3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3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3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132"/>
          <p:cNvGrpSpPr/>
          <p:nvPr/>
        </p:nvGrpSpPr>
        <p:grpSpPr>
          <a:xfrm>
            <a:off x="3950316" y="3820307"/>
            <a:ext cx="369805" cy="353782"/>
            <a:chOff x="3950316" y="3820307"/>
            <a:chExt cx="369805" cy="353782"/>
          </a:xfrm>
        </p:grpSpPr>
        <p:sp>
          <p:nvSpPr>
            <p:cNvPr id="10281" name="Google Shape;10281;p13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3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3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132"/>
          <p:cNvGrpSpPr/>
          <p:nvPr/>
        </p:nvGrpSpPr>
        <p:grpSpPr>
          <a:xfrm>
            <a:off x="1761909" y="3811961"/>
            <a:ext cx="307974" cy="371716"/>
            <a:chOff x="1761909" y="3811961"/>
            <a:chExt cx="307974" cy="371716"/>
          </a:xfrm>
        </p:grpSpPr>
        <p:sp>
          <p:nvSpPr>
            <p:cNvPr id="10286" name="Google Shape;10286;p13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3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3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3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3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3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3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3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132"/>
          <p:cNvGrpSpPr/>
          <p:nvPr/>
        </p:nvGrpSpPr>
        <p:grpSpPr>
          <a:xfrm>
            <a:off x="5373342" y="3808935"/>
            <a:ext cx="231395" cy="353145"/>
            <a:chOff x="5373342" y="3808935"/>
            <a:chExt cx="231395" cy="353145"/>
          </a:xfrm>
        </p:grpSpPr>
        <p:sp>
          <p:nvSpPr>
            <p:cNvPr id="10297" name="Google Shape;10297;p13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3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3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3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3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3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3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3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3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6" name="Google Shape;10306;p13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7" name="Google Shape;10307;p132"/>
          <p:cNvGrpSpPr/>
          <p:nvPr/>
        </p:nvGrpSpPr>
        <p:grpSpPr>
          <a:xfrm>
            <a:off x="5833775" y="3809445"/>
            <a:ext cx="235185" cy="352253"/>
            <a:chOff x="5833775" y="3809445"/>
            <a:chExt cx="235185" cy="352253"/>
          </a:xfrm>
        </p:grpSpPr>
        <p:sp>
          <p:nvSpPr>
            <p:cNvPr id="10308" name="Google Shape;10308;p13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3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3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132"/>
          <p:cNvGrpSpPr/>
          <p:nvPr/>
        </p:nvGrpSpPr>
        <p:grpSpPr>
          <a:xfrm>
            <a:off x="4942472" y="3809318"/>
            <a:ext cx="238976" cy="352762"/>
            <a:chOff x="4942472" y="3809318"/>
            <a:chExt cx="238976" cy="352762"/>
          </a:xfrm>
        </p:grpSpPr>
        <p:sp>
          <p:nvSpPr>
            <p:cNvPr id="10312" name="Google Shape;10312;p13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3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3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3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3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3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3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132"/>
          <p:cNvGrpSpPr/>
          <p:nvPr/>
        </p:nvGrpSpPr>
        <p:grpSpPr>
          <a:xfrm>
            <a:off x="6266525" y="3807788"/>
            <a:ext cx="260223" cy="353527"/>
            <a:chOff x="6266525" y="3807788"/>
            <a:chExt cx="260223" cy="353527"/>
          </a:xfrm>
        </p:grpSpPr>
        <p:sp>
          <p:nvSpPr>
            <p:cNvPr id="10320" name="Google Shape;10320;p13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3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3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3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4" name="Google Shape;10324;p13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5" name="Google Shape;10325;p132"/>
          <p:cNvGrpSpPr/>
          <p:nvPr/>
        </p:nvGrpSpPr>
        <p:grpSpPr>
          <a:xfrm>
            <a:off x="7184363" y="3809604"/>
            <a:ext cx="202184" cy="352762"/>
            <a:chOff x="7184363" y="3809604"/>
            <a:chExt cx="202184" cy="352762"/>
          </a:xfrm>
        </p:grpSpPr>
        <p:sp>
          <p:nvSpPr>
            <p:cNvPr id="10326" name="Google Shape;10326;p13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3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132"/>
          <p:cNvGrpSpPr/>
          <p:nvPr/>
        </p:nvGrpSpPr>
        <p:grpSpPr>
          <a:xfrm>
            <a:off x="7571624" y="3808935"/>
            <a:ext cx="292047" cy="352762"/>
            <a:chOff x="7571624" y="3808935"/>
            <a:chExt cx="292047" cy="352762"/>
          </a:xfrm>
        </p:grpSpPr>
        <p:sp>
          <p:nvSpPr>
            <p:cNvPr id="10329" name="Google Shape;10329;p13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3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3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3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132"/>
          <p:cNvGrpSpPr/>
          <p:nvPr/>
        </p:nvGrpSpPr>
        <p:grpSpPr>
          <a:xfrm>
            <a:off x="2174559" y="3356116"/>
            <a:ext cx="364135" cy="359930"/>
            <a:chOff x="2174559" y="3356116"/>
            <a:chExt cx="364135" cy="359930"/>
          </a:xfrm>
        </p:grpSpPr>
        <p:sp>
          <p:nvSpPr>
            <p:cNvPr id="10336" name="Google Shape;10336;p13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3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132"/>
          <p:cNvGrpSpPr/>
          <p:nvPr/>
        </p:nvGrpSpPr>
        <p:grpSpPr>
          <a:xfrm>
            <a:off x="1731934" y="3355639"/>
            <a:ext cx="368371" cy="361554"/>
            <a:chOff x="1731934" y="3355639"/>
            <a:chExt cx="368371" cy="361554"/>
          </a:xfrm>
        </p:grpSpPr>
        <p:sp>
          <p:nvSpPr>
            <p:cNvPr id="10339" name="Google Shape;10339;p13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3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132"/>
          <p:cNvGrpSpPr/>
          <p:nvPr/>
        </p:nvGrpSpPr>
        <p:grpSpPr>
          <a:xfrm>
            <a:off x="3990517" y="3354173"/>
            <a:ext cx="279559" cy="363402"/>
            <a:chOff x="3990517" y="3354173"/>
            <a:chExt cx="279559" cy="363402"/>
          </a:xfrm>
        </p:grpSpPr>
        <p:sp>
          <p:nvSpPr>
            <p:cNvPr id="10342" name="Google Shape;10342;p13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3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132"/>
          <p:cNvGrpSpPr/>
          <p:nvPr/>
        </p:nvGrpSpPr>
        <p:grpSpPr>
          <a:xfrm>
            <a:off x="3497847" y="3417374"/>
            <a:ext cx="379680" cy="237606"/>
            <a:chOff x="3497847" y="3417374"/>
            <a:chExt cx="379680" cy="237606"/>
          </a:xfrm>
        </p:grpSpPr>
        <p:sp>
          <p:nvSpPr>
            <p:cNvPr id="10346" name="Google Shape;10346;p13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3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3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132"/>
          <p:cNvGrpSpPr/>
          <p:nvPr/>
        </p:nvGrpSpPr>
        <p:grpSpPr>
          <a:xfrm>
            <a:off x="2612597" y="3367075"/>
            <a:ext cx="376271" cy="337982"/>
            <a:chOff x="2612597" y="3367075"/>
            <a:chExt cx="376271" cy="337982"/>
          </a:xfrm>
        </p:grpSpPr>
        <p:sp>
          <p:nvSpPr>
            <p:cNvPr id="10351" name="Google Shape;10351;p13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3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132"/>
          <p:cNvGrpSpPr/>
          <p:nvPr/>
        </p:nvGrpSpPr>
        <p:grpSpPr>
          <a:xfrm>
            <a:off x="3071914" y="3364431"/>
            <a:ext cx="343652" cy="342505"/>
            <a:chOff x="3071914" y="3364431"/>
            <a:chExt cx="343652" cy="342505"/>
          </a:xfrm>
        </p:grpSpPr>
        <p:sp>
          <p:nvSpPr>
            <p:cNvPr id="10354" name="Google Shape;10354;p13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3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3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3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3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132"/>
          <p:cNvGrpSpPr/>
          <p:nvPr/>
        </p:nvGrpSpPr>
        <p:grpSpPr>
          <a:xfrm>
            <a:off x="897141" y="3359875"/>
            <a:ext cx="257962" cy="352762"/>
            <a:chOff x="897141" y="3359875"/>
            <a:chExt cx="257962" cy="352762"/>
          </a:xfrm>
        </p:grpSpPr>
        <p:sp>
          <p:nvSpPr>
            <p:cNvPr id="10360" name="Google Shape;10360;p13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3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3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3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3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3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3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3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132"/>
          <p:cNvGrpSpPr/>
          <p:nvPr/>
        </p:nvGrpSpPr>
        <p:grpSpPr>
          <a:xfrm>
            <a:off x="1333682" y="3344330"/>
            <a:ext cx="271213" cy="383088"/>
            <a:chOff x="1333682" y="3344330"/>
            <a:chExt cx="271213" cy="383088"/>
          </a:xfrm>
        </p:grpSpPr>
        <p:sp>
          <p:nvSpPr>
            <p:cNvPr id="10369" name="Google Shape;10369;p13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3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3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3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3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3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3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3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3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3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3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132"/>
          <p:cNvGrpSpPr/>
          <p:nvPr/>
        </p:nvGrpSpPr>
        <p:grpSpPr>
          <a:xfrm>
            <a:off x="6664394" y="3346974"/>
            <a:ext cx="353113" cy="351998"/>
            <a:chOff x="6664394" y="3346974"/>
            <a:chExt cx="353113" cy="351998"/>
          </a:xfrm>
        </p:grpSpPr>
        <p:sp>
          <p:nvSpPr>
            <p:cNvPr id="10381" name="Google Shape;10381;p13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3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3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3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3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132"/>
          <p:cNvGrpSpPr/>
          <p:nvPr/>
        </p:nvGrpSpPr>
        <p:grpSpPr>
          <a:xfrm>
            <a:off x="849741" y="1959307"/>
            <a:ext cx="399398" cy="375443"/>
            <a:chOff x="849741" y="1959307"/>
            <a:chExt cx="399398" cy="375443"/>
          </a:xfrm>
        </p:grpSpPr>
        <p:sp>
          <p:nvSpPr>
            <p:cNvPr id="10387" name="Google Shape;10387;p13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3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132"/>
          <p:cNvGrpSpPr/>
          <p:nvPr/>
        </p:nvGrpSpPr>
        <p:grpSpPr>
          <a:xfrm>
            <a:off x="1284212" y="1963766"/>
            <a:ext cx="379489" cy="366046"/>
            <a:chOff x="1284212" y="1963766"/>
            <a:chExt cx="379489" cy="366046"/>
          </a:xfrm>
        </p:grpSpPr>
        <p:sp>
          <p:nvSpPr>
            <p:cNvPr id="10390" name="Google Shape;10390;p13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3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132"/>
          <p:cNvGrpSpPr/>
          <p:nvPr/>
        </p:nvGrpSpPr>
        <p:grpSpPr>
          <a:xfrm>
            <a:off x="3037766" y="1969564"/>
            <a:ext cx="370219" cy="354928"/>
            <a:chOff x="3037766" y="1969564"/>
            <a:chExt cx="370219" cy="354928"/>
          </a:xfrm>
        </p:grpSpPr>
        <p:sp>
          <p:nvSpPr>
            <p:cNvPr id="10393" name="Google Shape;10393;p13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3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3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3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132"/>
          <p:cNvGrpSpPr/>
          <p:nvPr/>
        </p:nvGrpSpPr>
        <p:grpSpPr>
          <a:xfrm>
            <a:off x="3982553" y="1971730"/>
            <a:ext cx="304566" cy="350501"/>
            <a:chOff x="3982553" y="1971730"/>
            <a:chExt cx="304566" cy="350501"/>
          </a:xfrm>
        </p:grpSpPr>
        <p:sp>
          <p:nvSpPr>
            <p:cNvPr id="10398" name="Google Shape;10398;p13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3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132"/>
          <p:cNvGrpSpPr/>
          <p:nvPr/>
        </p:nvGrpSpPr>
        <p:grpSpPr>
          <a:xfrm>
            <a:off x="2567841" y="1994124"/>
            <a:ext cx="399812" cy="306477"/>
            <a:chOff x="2567841" y="1994124"/>
            <a:chExt cx="399812" cy="306477"/>
          </a:xfrm>
        </p:grpSpPr>
        <p:sp>
          <p:nvSpPr>
            <p:cNvPr id="10401" name="Google Shape;10401;p13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3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3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132"/>
          <p:cNvGrpSpPr/>
          <p:nvPr/>
        </p:nvGrpSpPr>
        <p:grpSpPr>
          <a:xfrm>
            <a:off x="2212084" y="1960358"/>
            <a:ext cx="324698" cy="372863"/>
            <a:chOff x="2212084" y="1960358"/>
            <a:chExt cx="324698" cy="372863"/>
          </a:xfrm>
        </p:grpSpPr>
        <p:sp>
          <p:nvSpPr>
            <p:cNvPr id="10405" name="Google Shape;10405;p13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3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3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132"/>
          <p:cNvGrpSpPr/>
          <p:nvPr/>
        </p:nvGrpSpPr>
        <p:grpSpPr>
          <a:xfrm>
            <a:off x="1805901" y="1960358"/>
            <a:ext cx="284847" cy="373627"/>
            <a:chOff x="1805901" y="1960358"/>
            <a:chExt cx="284847" cy="373627"/>
          </a:xfrm>
        </p:grpSpPr>
        <p:sp>
          <p:nvSpPr>
            <p:cNvPr id="10409" name="Google Shape;10409;p13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3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1" name="Google Shape;10411;p13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3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3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4" name="Google Shape;10414;p132"/>
          <p:cNvGrpSpPr/>
          <p:nvPr/>
        </p:nvGrpSpPr>
        <p:grpSpPr>
          <a:xfrm>
            <a:off x="6656812" y="2029388"/>
            <a:ext cx="368690" cy="245793"/>
            <a:chOff x="6656812" y="2029388"/>
            <a:chExt cx="368690" cy="245793"/>
          </a:xfrm>
        </p:grpSpPr>
        <p:sp>
          <p:nvSpPr>
            <p:cNvPr id="10415" name="Google Shape;10415;p13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3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3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3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3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3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3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3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132"/>
          <p:cNvGrpSpPr/>
          <p:nvPr/>
        </p:nvGrpSpPr>
        <p:grpSpPr>
          <a:xfrm>
            <a:off x="4869651" y="2012218"/>
            <a:ext cx="376654" cy="281566"/>
            <a:chOff x="4869651" y="2012218"/>
            <a:chExt cx="376654" cy="281566"/>
          </a:xfrm>
        </p:grpSpPr>
        <p:sp>
          <p:nvSpPr>
            <p:cNvPr id="10426" name="Google Shape;10426;p13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3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3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3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132"/>
          <p:cNvGrpSpPr/>
          <p:nvPr/>
        </p:nvGrpSpPr>
        <p:grpSpPr>
          <a:xfrm>
            <a:off x="5306224" y="2012313"/>
            <a:ext cx="367925" cy="281694"/>
            <a:chOff x="5306224" y="2012313"/>
            <a:chExt cx="367925" cy="281694"/>
          </a:xfrm>
        </p:grpSpPr>
        <p:sp>
          <p:nvSpPr>
            <p:cNvPr id="10431" name="Google Shape;10431;p13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3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3" name="Google Shape;10433;p13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4" name="Google Shape;10434;p132"/>
          <p:cNvGrpSpPr/>
          <p:nvPr/>
        </p:nvGrpSpPr>
        <p:grpSpPr>
          <a:xfrm>
            <a:off x="6195998" y="1983102"/>
            <a:ext cx="368308" cy="338746"/>
            <a:chOff x="6195998" y="1983102"/>
            <a:chExt cx="368308" cy="338746"/>
          </a:xfrm>
        </p:grpSpPr>
        <p:sp>
          <p:nvSpPr>
            <p:cNvPr id="10435" name="Google Shape;10435;p13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3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3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132"/>
          <p:cNvGrpSpPr/>
          <p:nvPr/>
        </p:nvGrpSpPr>
        <p:grpSpPr>
          <a:xfrm>
            <a:off x="7542031" y="2011835"/>
            <a:ext cx="369072" cy="280037"/>
            <a:chOff x="7542031" y="2011835"/>
            <a:chExt cx="369072" cy="280037"/>
          </a:xfrm>
        </p:grpSpPr>
        <p:sp>
          <p:nvSpPr>
            <p:cNvPr id="10439" name="Google Shape;10439;p13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3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3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3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3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3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3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3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3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132"/>
          <p:cNvGrpSpPr/>
          <p:nvPr/>
        </p:nvGrpSpPr>
        <p:grpSpPr>
          <a:xfrm>
            <a:off x="8010427" y="3348503"/>
            <a:ext cx="278795" cy="351615"/>
            <a:chOff x="8010427" y="3348503"/>
            <a:chExt cx="278795" cy="351615"/>
          </a:xfrm>
        </p:grpSpPr>
        <p:sp>
          <p:nvSpPr>
            <p:cNvPr id="10449" name="Google Shape;10449;p13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3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3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3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3" name="Google Shape;10453;p13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4" name="Google Shape;10454;p132"/>
          <p:cNvGrpSpPr/>
          <p:nvPr/>
        </p:nvGrpSpPr>
        <p:grpSpPr>
          <a:xfrm>
            <a:off x="7141900" y="3349204"/>
            <a:ext cx="281057" cy="351010"/>
            <a:chOff x="7141900" y="3349204"/>
            <a:chExt cx="281057" cy="351010"/>
          </a:xfrm>
        </p:grpSpPr>
        <p:sp>
          <p:nvSpPr>
            <p:cNvPr id="10455" name="Google Shape;10455;p13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3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132"/>
          <p:cNvGrpSpPr/>
          <p:nvPr/>
        </p:nvGrpSpPr>
        <p:grpSpPr>
          <a:xfrm>
            <a:off x="5314188" y="3350032"/>
            <a:ext cx="363752" cy="353113"/>
            <a:chOff x="5314188" y="3350032"/>
            <a:chExt cx="363752" cy="353113"/>
          </a:xfrm>
        </p:grpSpPr>
        <p:sp>
          <p:nvSpPr>
            <p:cNvPr id="10459" name="Google Shape;10459;p13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3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132"/>
          <p:cNvGrpSpPr/>
          <p:nvPr/>
        </p:nvGrpSpPr>
        <p:grpSpPr>
          <a:xfrm>
            <a:off x="6203579" y="3348981"/>
            <a:ext cx="351615" cy="350373"/>
            <a:chOff x="6203579" y="3348981"/>
            <a:chExt cx="351615" cy="350373"/>
          </a:xfrm>
        </p:grpSpPr>
        <p:sp>
          <p:nvSpPr>
            <p:cNvPr id="10462" name="Google Shape;10462;p13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3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3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3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3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132"/>
          <p:cNvGrpSpPr/>
          <p:nvPr/>
        </p:nvGrpSpPr>
        <p:grpSpPr>
          <a:xfrm>
            <a:off x="5829984" y="3350032"/>
            <a:ext cx="220755" cy="352348"/>
            <a:chOff x="5829984" y="3350032"/>
            <a:chExt cx="220755" cy="352348"/>
          </a:xfrm>
        </p:grpSpPr>
        <p:sp>
          <p:nvSpPr>
            <p:cNvPr id="10468" name="Google Shape;10468;p13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3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3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3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132"/>
          <p:cNvGrpSpPr/>
          <p:nvPr/>
        </p:nvGrpSpPr>
        <p:grpSpPr>
          <a:xfrm>
            <a:off x="4882170" y="3349841"/>
            <a:ext cx="358464" cy="352316"/>
            <a:chOff x="4882170" y="3349841"/>
            <a:chExt cx="358464" cy="352316"/>
          </a:xfrm>
        </p:grpSpPr>
        <p:sp>
          <p:nvSpPr>
            <p:cNvPr id="10473" name="Google Shape;10473;p13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5" name="Google Shape;10475;p13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3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7" name="Google Shape;10477;p132"/>
          <p:cNvGrpSpPr/>
          <p:nvPr/>
        </p:nvGrpSpPr>
        <p:grpSpPr>
          <a:xfrm>
            <a:off x="3044965" y="2435220"/>
            <a:ext cx="400194" cy="324316"/>
            <a:chOff x="3044965" y="2435220"/>
            <a:chExt cx="400194" cy="324316"/>
          </a:xfrm>
        </p:grpSpPr>
        <p:sp>
          <p:nvSpPr>
            <p:cNvPr id="10478" name="Google Shape;10478;p13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132"/>
          <p:cNvGrpSpPr/>
          <p:nvPr/>
        </p:nvGrpSpPr>
        <p:grpSpPr>
          <a:xfrm>
            <a:off x="4878379" y="2473892"/>
            <a:ext cx="367161" cy="287523"/>
            <a:chOff x="4878379" y="2473892"/>
            <a:chExt cx="367161" cy="287523"/>
          </a:xfrm>
        </p:grpSpPr>
        <p:sp>
          <p:nvSpPr>
            <p:cNvPr id="10482" name="Google Shape;10482;p13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3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3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132"/>
          <p:cNvGrpSpPr/>
          <p:nvPr/>
        </p:nvGrpSpPr>
        <p:grpSpPr>
          <a:xfrm>
            <a:off x="1325719" y="2887689"/>
            <a:ext cx="290581" cy="372481"/>
            <a:chOff x="1325719" y="2887689"/>
            <a:chExt cx="290581" cy="372481"/>
          </a:xfrm>
        </p:grpSpPr>
        <p:sp>
          <p:nvSpPr>
            <p:cNvPr id="10488" name="Google Shape;10488;p13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3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0" name="Google Shape;10490;p13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1" name="Google Shape;10491;p132"/>
          <p:cNvGrpSpPr/>
          <p:nvPr/>
        </p:nvGrpSpPr>
        <p:grpSpPr>
          <a:xfrm>
            <a:off x="3510335" y="2892499"/>
            <a:ext cx="360726" cy="361204"/>
            <a:chOff x="3510335" y="2892499"/>
            <a:chExt cx="360726" cy="361204"/>
          </a:xfrm>
        </p:grpSpPr>
        <p:sp>
          <p:nvSpPr>
            <p:cNvPr id="10492" name="Google Shape;10492;p13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3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3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3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3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132"/>
          <p:cNvGrpSpPr/>
          <p:nvPr/>
        </p:nvGrpSpPr>
        <p:grpSpPr>
          <a:xfrm>
            <a:off x="3086313" y="2877049"/>
            <a:ext cx="320143" cy="392581"/>
            <a:chOff x="3086313" y="2877049"/>
            <a:chExt cx="320143" cy="392581"/>
          </a:xfrm>
        </p:grpSpPr>
        <p:sp>
          <p:nvSpPr>
            <p:cNvPr id="10498" name="Google Shape;10498;p13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3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3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3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3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3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0" name="Google Shape;10510;p13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1" name="Google Shape;10511;p132"/>
          <p:cNvGrpSpPr/>
          <p:nvPr/>
        </p:nvGrpSpPr>
        <p:grpSpPr>
          <a:xfrm>
            <a:off x="861113" y="2885746"/>
            <a:ext cx="333809" cy="373277"/>
            <a:chOff x="861113" y="2885746"/>
            <a:chExt cx="333809" cy="373277"/>
          </a:xfrm>
        </p:grpSpPr>
        <p:sp>
          <p:nvSpPr>
            <p:cNvPr id="10512" name="Google Shape;10512;p13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3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3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5" name="Google Shape;10515;p13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7" name="Google Shape;10517;p132"/>
          <p:cNvGrpSpPr/>
          <p:nvPr/>
        </p:nvGrpSpPr>
        <p:grpSpPr>
          <a:xfrm>
            <a:off x="1297654" y="1504481"/>
            <a:ext cx="349354" cy="362223"/>
            <a:chOff x="1297654" y="1504481"/>
            <a:chExt cx="349354" cy="362223"/>
          </a:xfrm>
        </p:grpSpPr>
        <p:sp>
          <p:nvSpPr>
            <p:cNvPr id="10518" name="Google Shape;10518;p13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1" name="Google Shape;10521;p13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2" name="Google Shape;10522;p132"/>
          <p:cNvGrpSpPr/>
          <p:nvPr/>
        </p:nvGrpSpPr>
        <p:grpSpPr>
          <a:xfrm>
            <a:off x="852385" y="1510916"/>
            <a:ext cx="353145" cy="351998"/>
            <a:chOff x="852385" y="1510916"/>
            <a:chExt cx="353145" cy="351998"/>
          </a:xfrm>
        </p:grpSpPr>
        <p:sp>
          <p:nvSpPr>
            <p:cNvPr id="10523" name="Google Shape;10523;p13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3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132"/>
          <p:cNvGrpSpPr/>
          <p:nvPr/>
        </p:nvGrpSpPr>
        <p:grpSpPr>
          <a:xfrm>
            <a:off x="1745217" y="1515471"/>
            <a:ext cx="343269" cy="342505"/>
            <a:chOff x="1745217" y="1515471"/>
            <a:chExt cx="343269" cy="342505"/>
          </a:xfrm>
        </p:grpSpPr>
        <p:sp>
          <p:nvSpPr>
            <p:cNvPr id="10527" name="Google Shape;10527;p13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3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3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13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2" name="Google Shape;10532;p132"/>
          <p:cNvGrpSpPr/>
          <p:nvPr/>
        </p:nvGrpSpPr>
        <p:grpSpPr>
          <a:xfrm>
            <a:off x="3042703" y="1529137"/>
            <a:ext cx="411535" cy="315587"/>
            <a:chOff x="3042703" y="1529137"/>
            <a:chExt cx="411535" cy="315587"/>
          </a:xfrm>
        </p:grpSpPr>
        <p:sp>
          <p:nvSpPr>
            <p:cNvPr id="10533" name="Google Shape;10533;p13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3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3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3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132"/>
          <p:cNvGrpSpPr/>
          <p:nvPr/>
        </p:nvGrpSpPr>
        <p:grpSpPr>
          <a:xfrm>
            <a:off x="2629289" y="1544682"/>
            <a:ext cx="350501" cy="284497"/>
            <a:chOff x="2629289" y="1544682"/>
            <a:chExt cx="350501" cy="284497"/>
          </a:xfrm>
        </p:grpSpPr>
        <p:sp>
          <p:nvSpPr>
            <p:cNvPr id="10544" name="Google Shape;10544;p13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3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132"/>
          <p:cNvGrpSpPr/>
          <p:nvPr/>
        </p:nvGrpSpPr>
        <p:grpSpPr>
          <a:xfrm>
            <a:off x="5305077" y="1502633"/>
            <a:ext cx="367893" cy="365218"/>
            <a:chOff x="5305077" y="1502633"/>
            <a:chExt cx="367893" cy="365218"/>
          </a:xfrm>
        </p:grpSpPr>
        <p:sp>
          <p:nvSpPr>
            <p:cNvPr id="10550" name="Google Shape;10550;p13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3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132"/>
          <p:cNvGrpSpPr/>
          <p:nvPr/>
        </p:nvGrpSpPr>
        <p:grpSpPr>
          <a:xfrm>
            <a:off x="7100170" y="1500117"/>
            <a:ext cx="368308" cy="367033"/>
            <a:chOff x="7100170" y="1500117"/>
            <a:chExt cx="368308" cy="367033"/>
          </a:xfrm>
        </p:grpSpPr>
        <p:sp>
          <p:nvSpPr>
            <p:cNvPr id="10553" name="Google Shape;10553;p13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3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3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3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3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3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6" name="Google Shape;10566;p13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7" name="Google Shape;10567;p132"/>
          <p:cNvGrpSpPr/>
          <p:nvPr/>
        </p:nvGrpSpPr>
        <p:grpSpPr>
          <a:xfrm>
            <a:off x="6649231" y="1500021"/>
            <a:ext cx="390287" cy="367065"/>
            <a:chOff x="6649231" y="1500021"/>
            <a:chExt cx="390287" cy="367065"/>
          </a:xfrm>
        </p:grpSpPr>
        <p:sp>
          <p:nvSpPr>
            <p:cNvPr id="10568" name="Google Shape;10568;p13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3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3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3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3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3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3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3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132"/>
          <p:cNvGrpSpPr/>
          <p:nvPr/>
        </p:nvGrpSpPr>
        <p:grpSpPr>
          <a:xfrm>
            <a:off x="5746938" y="1543503"/>
            <a:ext cx="387261" cy="280356"/>
            <a:chOff x="5746938" y="1543503"/>
            <a:chExt cx="387261" cy="280356"/>
          </a:xfrm>
        </p:grpSpPr>
        <p:sp>
          <p:nvSpPr>
            <p:cNvPr id="10581" name="Google Shape;10581;p13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3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132"/>
          <p:cNvGrpSpPr/>
          <p:nvPr/>
        </p:nvGrpSpPr>
        <p:grpSpPr>
          <a:xfrm>
            <a:off x="6196730" y="1525346"/>
            <a:ext cx="369072" cy="317467"/>
            <a:chOff x="6196730" y="1525346"/>
            <a:chExt cx="369072" cy="317467"/>
          </a:xfrm>
        </p:grpSpPr>
        <p:sp>
          <p:nvSpPr>
            <p:cNvPr id="10584" name="Google Shape;10584;p13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132"/>
          <p:cNvGrpSpPr/>
          <p:nvPr/>
        </p:nvGrpSpPr>
        <p:grpSpPr>
          <a:xfrm>
            <a:off x="4940592" y="1500690"/>
            <a:ext cx="246558" cy="367161"/>
            <a:chOff x="4940592" y="1500690"/>
            <a:chExt cx="246558" cy="367161"/>
          </a:xfrm>
        </p:grpSpPr>
        <p:sp>
          <p:nvSpPr>
            <p:cNvPr id="10588" name="Google Shape;10588;p13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3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3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132"/>
          <p:cNvGrpSpPr/>
          <p:nvPr/>
        </p:nvGrpSpPr>
        <p:grpSpPr>
          <a:xfrm>
            <a:off x="7964906" y="1499894"/>
            <a:ext cx="380858" cy="367575"/>
            <a:chOff x="7964906" y="1499894"/>
            <a:chExt cx="380858" cy="367575"/>
          </a:xfrm>
        </p:grpSpPr>
        <p:sp>
          <p:nvSpPr>
            <p:cNvPr id="10593" name="Google Shape;10593;p13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3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6" name="Google Shape;10596;p13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7" name="Google Shape;10597;p132"/>
          <p:cNvGrpSpPr/>
          <p:nvPr/>
        </p:nvGrpSpPr>
        <p:grpSpPr>
          <a:xfrm>
            <a:off x="8007400" y="2902278"/>
            <a:ext cx="285230" cy="355597"/>
            <a:chOff x="8007400" y="2902278"/>
            <a:chExt cx="285230" cy="355597"/>
          </a:xfrm>
        </p:grpSpPr>
        <p:sp>
          <p:nvSpPr>
            <p:cNvPr id="10598" name="Google Shape;10598;p13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3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132"/>
          <p:cNvGrpSpPr/>
          <p:nvPr/>
        </p:nvGrpSpPr>
        <p:grpSpPr>
          <a:xfrm>
            <a:off x="6219124" y="2902788"/>
            <a:ext cx="318231" cy="355470"/>
            <a:chOff x="6219124" y="2902788"/>
            <a:chExt cx="318231" cy="355470"/>
          </a:xfrm>
        </p:grpSpPr>
        <p:sp>
          <p:nvSpPr>
            <p:cNvPr id="10601" name="Google Shape;10601;p13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132"/>
          <p:cNvGrpSpPr/>
          <p:nvPr/>
        </p:nvGrpSpPr>
        <p:grpSpPr>
          <a:xfrm>
            <a:off x="4969421" y="2902852"/>
            <a:ext cx="185109" cy="355406"/>
            <a:chOff x="4969421" y="2902852"/>
            <a:chExt cx="185109" cy="355406"/>
          </a:xfrm>
        </p:grpSpPr>
        <p:sp>
          <p:nvSpPr>
            <p:cNvPr id="10605" name="Google Shape;10605;p13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3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3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1" name="Google Shape;10611;p13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3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3" name="Google Shape;10613;p132"/>
          <p:cNvGrpSpPr/>
          <p:nvPr/>
        </p:nvGrpSpPr>
        <p:grpSpPr>
          <a:xfrm>
            <a:off x="6685259" y="2902852"/>
            <a:ext cx="311414" cy="355406"/>
            <a:chOff x="6685259" y="2902852"/>
            <a:chExt cx="311414" cy="355406"/>
          </a:xfrm>
        </p:grpSpPr>
        <p:sp>
          <p:nvSpPr>
            <p:cNvPr id="10614" name="Google Shape;10614;p13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132"/>
          <p:cNvGrpSpPr/>
          <p:nvPr/>
        </p:nvGrpSpPr>
        <p:grpSpPr>
          <a:xfrm>
            <a:off x="5309250" y="2903170"/>
            <a:ext cx="359579" cy="355852"/>
            <a:chOff x="5309250" y="2903170"/>
            <a:chExt cx="359579" cy="355852"/>
          </a:xfrm>
        </p:grpSpPr>
        <p:sp>
          <p:nvSpPr>
            <p:cNvPr id="10618" name="Google Shape;10618;p13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132"/>
          <p:cNvGrpSpPr/>
          <p:nvPr/>
        </p:nvGrpSpPr>
        <p:grpSpPr>
          <a:xfrm>
            <a:off x="2199565" y="2421172"/>
            <a:ext cx="312179" cy="353431"/>
            <a:chOff x="2199565" y="2421172"/>
            <a:chExt cx="312179" cy="353431"/>
          </a:xfrm>
        </p:grpSpPr>
        <p:sp>
          <p:nvSpPr>
            <p:cNvPr id="10622" name="Google Shape;10622;p13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132"/>
          <p:cNvGrpSpPr/>
          <p:nvPr/>
        </p:nvGrpSpPr>
        <p:grpSpPr>
          <a:xfrm>
            <a:off x="1750887" y="2425727"/>
            <a:ext cx="320143" cy="343269"/>
            <a:chOff x="1750887" y="2425727"/>
            <a:chExt cx="320143" cy="343269"/>
          </a:xfrm>
        </p:grpSpPr>
        <p:sp>
          <p:nvSpPr>
            <p:cNvPr id="10625" name="Google Shape;10625;p13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132"/>
          <p:cNvGrpSpPr/>
          <p:nvPr/>
        </p:nvGrpSpPr>
        <p:grpSpPr>
          <a:xfrm>
            <a:off x="1298037" y="2425727"/>
            <a:ext cx="338364" cy="342887"/>
            <a:chOff x="1298037" y="2425727"/>
            <a:chExt cx="338364" cy="342887"/>
          </a:xfrm>
        </p:grpSpPr>
        <p:sp>
          <p:nvSpPr>
            <p:cNvPr id="10628" name="Google Shape;10628;p13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13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3" name="Google Shape;10633;p132"/>
          <p:cNvGrpSpPr/>
          <p:nvPr/>
        </p:nvGrpSpPr>
        <p:grpSpPr>
          <a:xfrm>
            <a:off x="3974207" y="2429009"/>
            <a:ext cx="320143" cy="338491"/>
            <a:chOff x="3974207" y="2429009"/>
            <a:chExt cx="320143" cy="338491"/>
          </a:xfrm>
        </p:grpSpPr>
        <p:sp>
          <p:nvSpPr>
            <p:cNvPr id="10634" name="Google Shape;10634;p13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132"/>
          <p:cNvGrpSpPr/>
          <p:nvPr/>
        </p:nvGrpSpPr>
        <p:grpSpPr>
          <a:xfrm>
            <a:off x="2623237" y="2431047"/>
            <a:ext cx="355024" cy="332630"/>
            <a:chOff x="2623237" y="2431047"/>
            <a:chExt cx="355024" cy="332630"/>
          </a:xfrm>
        </p:grpSpPr>
        <p:sp>
          <p:nvSpPr>
            <p:cNvPr id="10637" name="Google Shape;10637;p13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3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132"/>
          <p:cNvGrpSpPr/>
          <p:nvPr/>
        </p:nvGrpSpPr>
        <p:grpSpPr>
          <a:xfrm>
            <a:off x="6657194" y="2434073"/>
            <a:ext cx="375507" cy="367925"/>
            <a:chOff x="6657194" y="2434073"/>
            <a:chExt cx="375507" cy="367925"/>
          </a:xfrm>
        </p:grpSpPr>
        <p:sp>
          <p:nvSpPr>
            <p:cNvPr id="10642" name="Google Shape;10642;p13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3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132"/>
          <p:cNvGrpSpPr/>
          <p:nvPr/>
        </p:nvGrpSpPr>
        <p:grpSpPr>
          <a:xfrm>
            <a:off x="7101317" y="2441655"/>
            <a:ext cx="367925" cy="352380"/>
            <a:chOff x="7101317" y="2441655"/>
            <a:chExt cx="367925" cy="352380"/>
          </a:xfrm>
        </p:grpSpPr>
        <p:sp>
          <p:nvSpPr>
            <p:cNvPr id="10646" name="Google Shape;10646;p13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3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132"/>
          <p:cNvGrpSpPr/>
          <p:nvPr/>
        </p:nvGrpSpPr>
        <p:grpSpPr>
          <a:xfrm>
            <a:off x="5756399" y="2434456"/>
            <a:ext cx="367925" cy="367161"/>
            <a:chOff x="5756399" y="2434456"/>
            <a:chExt cx="367925" cy="367161"/>
          </a:xfrm>
        </p:grpSpPr>
        <p:sp>
          <p:nvSpPr>
            <p:cNvPr id="10649" name="Google Shape;10649;p13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6" name="Google Shape;10656;p13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3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8" name="Google Shape;10658;p132"/>
          <p:cNvGrpSpPr/>
          <p:nvPr/>
        </p:nvGrpSpPr>
        <p:grpSpPr>
          <a:xfrm>
            <a:off x="7964906" y="2434073"/>
            <a:ext cx="373627" cy="367925"/>
            <a:chOff x="7964906" y="2434073"/>
            <a:chExt cx="373627" cy="367925"/>
          </a:xfrm>
        </p:grpSpPr>
        <p:sp>
          <p:nvSpPr>
            <p:cNvPr id="10659" name="Google Shape;10659;p13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132"/>
          <p:cNvGrpSpPr/>
          <p:nvPr/>
        </p:nvGrpSpPr>
        <p:grpSpPr>
          <a:xfrm>
            <a:off x="6194086" y="2437737"/>
            <a:ext cx="369837" cy="360471"/>
            <a:chOff x="6194086" y="2437737"/>
            <a:chExt cx="369837" cy="360471"/>
          </a:xfrm>
        </p:grpSpPr>
        <p:sp>
          <p:nvSpPr>
            <p:cNvPr id="10662" name="Google Shape;10662;p13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67" name="Shape 10667"/>
        <p:cNvGrpSpPr/>
        <p:nvPr/>
      </p:nvGrpSpPr>
      <p:grpSpPr>
        <a:xfrm>
          <a:off x="0" y="0"/>
          <a:ext cx="0" cy="0"/>
          <a:chOff x="0" y="0"/>
          <a:chExt cx="0" cy="0"/>
        </a:xfrm>
      </p:grpSpPr>
      <p:sp>
        <p:nvSpPr>
          <p:cNvPr id="10668" name="Google Shape;10668;p13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69" name="Google Shape;10669;p13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670" name="Google Shape;10670;p133"/>
          <p:cNvGrpSpPr/>
          <p:nvPr/>
        </p:nvGrpSpPr>
        <p:grpSpPr>
          <a:xfrm>
            <a:off x="3541011" y="1508594"/>
            <a:ext cx="350166" cy="349434"/>
            <a:chOff x="3541011" y="1508594"/>
            <a:chExt cx="350166" cy="349434"/>
          </a:xfrm>
        </p:grpSpPr>
        <p:sp>
          <p:nvSpPr>
            <p:cNvPr id="10671" name="Google Shape;10671;p13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3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3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3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3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133"/>
          <p:cNvGrpSpPr/>
          <p:nvPr/>
        </p:nvGrpSpPr>
        <p:grpSpPr>
          <a:xfrm>
            <a:off x="3122257" y="1508594"/>
            <a:ext cx="294850" cy="349434"/>
            <a:chOff x="3122257" y="1508594"/>
            <a:chExt cx="294850" cy="349434"/>
          </a:xfrm>
        </p:grpSpPr>
        <p:sp>
          <p:nvSpPr>
            <p:cNvPr id="10685" name="Google Shape;10685;p13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3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3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133"/>
          <p:cNvGrpSpPr/>
          <p:nvPr/>
        </p:nvGrpSpPr>
        <p:grpSpPr>
          <a:xfrm>
            <a:off x="910723" y="1508212"/>
            <a:ext cx="251660" cy="350166"/>
            <a:chOff x="910723" y="1508212"/>
            <a:chExt cx="251660" cy="350166"/>
          </a:xfrm>
        </p:grpSpPr>
        <p:sp>
          <p:nvSpPr>
            <p:cNvPr id="10691" name="Google Shape;10691;p13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3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3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3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3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3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3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3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3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133"/>
          <p:cNvGrpSpPr/>
          <p:nvPr/>
        </p:nvGrpSpPr>
        <p:grpSpPr>
          <a:xfrm>
            <a:off x="1308631" y="1507830"/>
            <a:ext cx="350166" cy="350198"/>
            <a:chOff x="1308631" y="1507830"/>
            <a:chExt cx="350166" cy="350198"/>
          </a:xfrm>
        </p:grpSpPr>
        <p:sp>
          <p:nvSpPr>
            <p:cNvPr id="10709" name="Google Shape;10709;p13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3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3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133"/>
          <p:cNvGrpSpPr/>
          <p:nvPr/>
        </p:nvGrpSpPr>
        <p:grpSpPr>
          <a:xfrm>
            <a:off x="1756921" y="1509739"/>
            <a:ext cx="345997" cy="345997"/>
            <a:chOff x="1756921" y="1509739"/>
            <a:chExt cx="345997" cy="345997"/>
          </a:xfrm>
        </p:grpSpPr>
        <p:sp>
          <p:nvSpPr>
            <p:cNvPr id="10714" name="Google Shape;10714;p13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3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3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3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3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3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3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3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3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3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133"/>
          <p:cNvGrpSpPr/>
          <p:nvPr/>
        </p:nvGrpSpPr>
        <p:grpSpPr>
          <a:xfrm>
            <a:off x="2216956" y="1510503"/>
            <a:ext cx="318721" cy="345615"/>
            <a:chOff x="2216956" y="1510503"/>
            <a:chExt cx="318721" cy="345615"/>
          </a:xfrm>
        </p:grpSpPr>
        <p:sp>
          <p:nvSpPr>
            <p:cNvPr id="10732" name="Google Shape;10732;p13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3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133"/>
          <p:cNvGrpSpPr/>
          <p:nvPr/>
        </p:nvGrpSpPr>
        <p:grpSpPr>
          <a:xfrm>
            <a:off x="3988156" y="1568461"/>
            <a:ext cx="349052" cy="230049"/>
            <a:chOff x="3988156" y="1568461"/>
            <a:chExt cx="349052" cy="230049"/>
          </a:xfrm>
        </p:grpSpPr>
        <p:sp>
          <p:nvSpPr>
            <p:cNvPr id="10738" name="Google Shape;10738;p13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3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3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3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133"/>
          <p:cNvGrpSpPr/>
          <p:nvPr/>
        </p:nvGrpSpPr>
        <p:grpSpPr>
          <a:xfrm>
            <a:off x="2633037" y="1499873"/>
            <a:ext cx="379002" cy="366112"/>
            <a:chOff x="2633037" y="1499873"/>
            <a:chExt cx="379002" cy="366112"/>
          </a:xfrm>
        </p:grpSpPr>
        <p:sp>
          <p:nvSpPr>
            <p:cNvPr id="10746" name="Google Shape;10746;p13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3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3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3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133"/>
          <p:cNvGrpSpPr/>
          <p:nvPr/>
        </p:nvGrpSpPr>
        <p:grpSpPr>
          <a:xfrm>
            <a:off x="6675256" y="1516169"/>
            <a:ext cx="327823" cy="357009"/>
            <a:chOff x="6675256" y="1516169"/>
            <a:chExt cx="327823" cy="357009"/>
          </a:xfrm>
        </p:grpSpPr>
        <p:sp>
          <p:nvSpPr>
            <p:cNvPr id="10753" name="Google Shape;10753;p13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3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3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3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3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3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133"/>
          <p:cNvGrpSpPr/>
          <p:nvPr/>
        </p:nvGrpSpPr>
        <p:grpSpPr>
          <a:xfrm>
            <a:off x="8020159" y="1516551"/>
            <a:ext cx="300897" cy="356627"/>
            <a:chOff x="8020159" y="1516551"/>
            <a:chExt cx="300897" cy="356627"/>
          </a:xfrm>
        </p:grpSpPr>
        <p:sp>
          <p:nvSpPr>
            <p:cNvPr id="10763" name="Google Shape;10763;p13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3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3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3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3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133"/>
          <p:cNvGrpSpPr/>
          <p:nvPr/>
        </p:nvGrpSpPr>
        <p:grpSpPr>
          <a:xfrm>
            <a:off x="5377363" y="1516169"/>
            <a:ext cx="257357" cy="356627"/>
            <a:chOff x="5377363" y="1516169"/>
            <a:chExt cx="257357" cy="356627"/>
          </a:xfrm>
        </p:grpSpPr>
        <p:sp>
          <p:nvSpPr>
            <p:cNvPr id="10769" name="Google Shape;10769;p13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3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3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3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3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3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3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3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3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3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3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3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133"/>
          <p:cNvGrpSpPr/>
          <p:nvPr/>
        </p:nvGrpSpPr>
        <p:grpSpPr>
          <a:xfrm>
            <a:off x="4880567" y="1535870"/>
            <a:ext cx="356245" cy="317607"/>
            <a:chOff x="4880567" y="1535870"/>
            <a:chExt cx="356245" cy="317607"/>
          </a:xfrm>
        </p:grpSpPr>
        <p:sp>
          <p:nvSpPr>
            <p:cNvPr id="10787" name="Google Shape;10787;p13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3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133"/>
          <p:cNvGrpSpPr/>
          <p:nvPr/>
        </p:nvGrpSpPr>
        <p:grpSpPr>
          <a:xfrm>
            <a:off x="5771483" y="1515787"/>
            <a:ext cx="357359" cy="357391"/>
            <a:chOff x="5771483" y="1515787"/>
            <a:chExt cx="357359" cy="357391"/>
          </a:xfrm>
        </p:grpSpPr>
        <p:sp>
          <p:nvSpPr>
            <p:cNvPr id="10793" name="Google Shape;10793;p13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133"/>
          <p:cNvGrpSpPr/>
          <p:nvPr/>
        </p:nvGrpSpPr>
        <p:grpSpPr>
          <a:xfrm>
            <a:off x="7121669" y="1533610"/>
            <a:ext cx="321362" cy="321362"/>
            <a:chOff x="7121669" y="1533610"/>
            <a:chExt cx="321362" cy="321362"/>
          </a:xfrm>
        </p:grpSpPr>
        <p:sp>
          <p:nvSpPr>
            <p:cNvPr id="10798" name="Google Shape;10798;p13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3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3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133"/>
          <p:cNvGrpSpPr/>
          <p:nvPr/>
        </p:nvGrpSpPr>
        <p:grpSpPr>
          <a:xfrm>
            <a:off x="7562766" y="1514864"/>
            <a:ext cx="327059" cy="360192"/>
            <a:chOff x="7562766" y="1514864"/>
            <a:chExt cx="327059" cy="360192"/>
          </a:xfrm>
        </p:grpSpPr>
        <p:sp>
          <p:nvSpPr>
            <p:cNvPr id="10803" name="Google Shape;10803;p13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3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3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133"/>
          <p:cNvGrpSpPr/>
          <p:nvPr/>
        </p:nvGrpSpPr>
        <p:grpSpPr>
          <a:xfrm>
            <a:off x="6221229" y="1498673"/>
            <a:ext cx="361636" cy="362183"/>
            <a:chOff x="6259175" y="1559008"/>
            <a:chExt cx="271743" cy="272093"/>
          </a:xfrm>
        </p:grpSpPr>
        <p:sp>
          <p:nvSpPr>
            <p:cNvPr id="10808" name="Google Shape;10808;p13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3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3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3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3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3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3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3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3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133"/>
          <p:cNvGrpSpPr/>
          <p:nvPr/>
        </p:nvGrpSpPr>
        <p:grpSpPr>
          <a:xfrm>
            <a:off x="2661459" y="2015001"/>
            <a:ext cx="322508" cy="273494"/>
            <a:chOff x="2661459" y="2015001"/>
            <a:chExt cx="322508" cy="273494"/>
          </a:xfrm>
        </p:grpSpPr>
        <p:sp>
          <p:nvSpPr>
            <p:cNvPr id="10826" name="Google Shape;10826;p13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3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133"/>
          <p:cNvGrpSpPr/>
          <p:nvPr/>
        </p:nvGrpSpPr>
        <p:grpSpPr>
          <a:xfrm>
            <a:off x="6671087" y="2009304"/>
            <a:ext cx="332757" cy="281833"/>
            <a:chOff x="6671087" y="2009304"/>
            <a:chExt cx="332757" cy="281833"/>
          </a:xfrm>
        </p:grpSpPr>
        <p:sp>
          <p:nvSpPr>
            <p:cNvPr id="10829" name="Google Shape;10829;p13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3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1" name="Google Shape;10831;p13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2" name="Google Shape;10832;p133"/>
          <p:cNvGrpSpPr/>
          <p:nvPr/>
        </p:nvGrpSpPr>
        <p:grpSpPr>
          <a:xfrm>
            <a:off x="2201806" y="1976585"/>
            <a:ext cx="349784" cy="349434"/>
            <a:chOff x="2201806" y="1976585"/>
            <a:chExt cx="349784" cy="349434"/>
          </a:xfrm>
        </p:grpSpPr>
        <p:sp>
          <p:nvSpPr>
            <p:cNvPr id="10833" name="Google Shape;10833;p13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133"/>
          <p:cNvGrpSpPr/>
          <p:nvPr/>
        </p:nvGrpSpPr>
        <p:grpSpPr>
          <a:xfrm>
            <a:off x="3094217" y="1976585"/>
            <a:ext cx="350198" cy="350548"/>
            <a:chOff x="3094217" y="1976585"/>
            <a:chExt cx="350198" cy="350548"/>
          </a:xfrm>
        </p:grpSpPr>
        <p:sp>
          <p:nvSpPr>
            <p:cNvPr id="10838" name="Google Shape;10838;p13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3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3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3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3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3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3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3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133"/>
          <p:cNvGrpSpPr/>
          <p:nvPr/>
        </p:nvGrpSpPr>
        <p:grpSpPr>
          <a:xfrm>
            <a:off x="870939" y="1975821"/>
            <a:ext cx="332375" cy="350071"/>
            <a:chOff x="870939" y="1975821"/>
            <a:chExt cx="332375" cy="350071"/>
          </a:xfrm>
        </p:grpSpPr>
        <p:sp>
          <p:nvSpPr>
            <p:cNvPr id="10852" name="Google Shape;10852;p13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3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3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6" name="Google Shape;10856;p13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7" name="Google Shape;10857;p133"/>
          <p:cNvGrpSpPr/>
          <p:nvPr/>
        </p:nvGrpSpPr>
        <p:grpSpPr>
          <a:xfrm>
            <a:off x="3979435" y="1976585"/>
            <a:ext cx="345265" cy="349848"/>
            <a:chOff x="3979435" y="1976585"/>
            <a:chExt cx="345265" cy="349848"/>
          </a:xfrm>
        </p:grpSpPr>
        <p:sp>
          <p:nvSpPr>
            <p:cNvPr id="10858" name="Google Shape;10858;p13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3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3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3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3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3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3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3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3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3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133"/>
          <p:cNvGrpSpPr/>
          <p:nvPr/>
        </p:nvGrpSpPr>
        <p:grpSpPr>
          <a:xfrm>
            <a:off x="3576626" y="1975821"/>
            <a:ext cx="284251" cy="351694"/>
            <a:chOff x="3576626" y="1975821"/>
            <a:chExt cx="284251" cy="351694"/>
          </a:xfrm>
        </p:grpSpPr>
        <p:sp>
          <p:nvSpPr>
            <p:cNvPr id="10876" name="Google Shape;10876;p13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3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133"/>
          <p:cNvGrpSpPr/>
          <p:nvPr/>
        </p:nvGrpSpPr>
        <p:grpSpPr>
          <a:xfrm>
            <a:off x="2722090" y="2890162"/>
            <a:ext cx="238770" cy="371841"/>
            <a:chOff x="2722090" y="2890162"/>
            <a:chExt cx="238770" cy="371841"/>
          </a:xfrm>
        </p:grpSpPr>
        <p:sp>
          <p:nvSpPr>
            <p:cNvPr id="10880" name="Google Shape;10880;p13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3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3" name="Google Shape;10883;p13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4" name="Google Shape;10884;p133"/>
          <p:cNvGrpSpPr/>
          <p:nvPr/>
        </p:nvGrpSpPr>
        <p:grpSpPr>
          <a:xfrm>
            <a:off x="6216367" y="1970156"/>
            <a:ext cx="361147" cy="361147"/>
            <a:chOff x="6216367" y="1970156"/>
            <a:chExt cx="361147" cy="361147"/>
          </a:xfrm>
        </p:grpSpPr>
        <p:sp>
          <p:nvSpPr>
            <p:cNvPr id="10885" name="Google Shape;10885;p13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3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3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133"/>
          <p:cNvGrpSpPr/>
          <p:nvPr/>
        </p:nvGrpSpPr>
        <p:grpSpPr>
          <a:xfrm>
            <a:off x="1289311" y="2926222"/>
            <a:ext cx="408156" cy="299783"/>
            <a:chOff x="1289311" y="2926222"/>
            <a:chExt cx="408156" cy="299783"/>
          </a:xfrm>
        </p:grpSpPr>
        <p:sp>
          <p:nvSpPr>
            <p:cNvPr id="10890" name="Google Shape;10890;p13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3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133"/>
          <p:cNvGrpSpPr/>
          <p:nvPr/>
        </p:nvGrpSpPr>
        <p:grpSpPr>
          <a:xfrm>
            <a:off x="7978465" y="1969392"/>
            <a:ext cx="361147" cy="360797"/>
            <a:chOff x="7978465" y="1969392"/>
            <a:chExt cx="361147" cy="360797"/>
          </a:xfrm>
        </p:grpSpPr>
        <p:sp>
          <p:nvSpPr>
            <p:cNvPr id="10893" name="Google Shape;10893;p13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3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3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3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3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3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2" name="Google Shape;10902;p13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3" name="Google Shape;10903;p133"/>
          <p:cNvGrpSpPr/>
          <p:nvPr/>
        </p:nvGrpSpPr>
        <p:grpSpPr>
          <a:xfrm>
            <a:off x="854261" y="2908813"/>
            <a:ext cx="377474" cy="335748"/>
            <a:chOff x="854261" y="2908813"/>
            <a:chExt cx="377474" cy="335748"/>
          </a:xfrm>
        </p:grpSpPr>
        <p:sp>
          <p:nvSpPr>
            <p:cNvPr id="10904" name="Google Shape;10904;p13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133"/>
          <p:cNvGrpSpPr/>
          <p:nvPr/>
        </p:nvGrpSpPr>
        <p:grpSpPr>
          <a:xfrm>
            <a:off x="1749728" y="2894777"/>
            <a:ext cx="386927" cy="363438"/>
            <a:chOff x="1749728" y="2894777"/>
            <a:chExt cx="386927" cy="363438"/>
          </a:xfrm>
        </p:grpSpPr>
        <p:sp>
          <p:nvSpPr>
            <p:cNvPr id="10910" name="Google Shape;10910;p13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3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3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3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3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133"/>
          <p:cNvGrpSpPr/>
          <p:nvPr/>
        </p:nvGrpSpPr>
        <p:grpSpPr>
          <a:xfrm>
            <a:off x="7098912" y="1969392"/>
            <a:ext cx="359651" cy="361560"/>
            <a:chOff x="7098912" y="1969392"/>
            <a:chExt cx="359651" cy="361560"/>
          </a:xfrm>
        </p:grpSpPr>
        <p:sp>
          <p:nvSpPr>
            <p:cNvPr id="10918" name="Google Shape;10918;p13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3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3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3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3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3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13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2" name="Google Shape;10932;p133"/>
          <p:cNvGrpSpPr/>
          <p:nvPr/>
        </p:nvGrpSpPr>
        <p:grpSpPr>
          <a:xfrm>
            <a:off x="5352728" y="1990239"/>
            <a:ext cx="327091" cy="322508"/>
            <a:chOff x="5352728" y="1990239"/>
            <a:chExt cx="327091" cy="322508"/>
          </a:xfrm>
        </p:grpSpPr>
        <p:sp>
          <p:nvSpPr>
            <p:cNvPr id="10933" name="Google Shape;10933;p13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133"/>
          <p:cNvGrpSpPr/>
          <p:nvPr/>
        </p:nvGrpSpPr>
        <p:grpSpPr>
          <a:xfrm>
            <a:off x="7538896" y="1970156"/>
            <a:ext cx="361147" cy="361529"/>
            <a:chOff x="7538896" y="1970156"/>
            <a:chExt cx="361147" cy="361529"/>
          </a:xfrm>
        </p:grpSpPr>
        <p:sp>
          <p:nvSpPr>
            <p:cNvPr id="10937" name="Google Shape;10937;p13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3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3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133"/>
          <p:cNvGrpSpPr/>
          <p:nvPr/>
        </p:nvGrpSpPr>
        <p:grpSpPr>
          <a:xfrm>
            <a:off x="4896099" y="1970920"/>
            <a:ext cx="358155" cy="358123"/>
            <a:chOff x="4896099" y="1970920"/>
            <a:chExt cx="358155" cy="358123"/>
          </a:xfrm>
        </p:grpSpPr>
        <p:sp>
          <p:nvSpPr>
            <p:cNvPr id="10944" name="Google Shape;10944;p13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3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133"/>
          <p:cNvGrpSpPr/>
          <p:nvPr/>
        </p:nvGrpSpPr>
        <p:grpSpPr>
          <a:xfrm>
            <a:off x="4048787" y="2977019"/>
            <a:ext cx="283488" cy="198604"/>
            <a:chOff x="4048787" y="2977019"/>
            <a:chExt cx="283488" cy="198604"/>
          </a:xfrm>
        </p:grpSpPr>
        <p:sp>
          <p:nvSpPr>
            <p:cNvPr id="10948" name="Google Shape;10948;p13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3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3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3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133"/>
          <p:cNvGrpSpPr/>
          <p:nvPr/>
        </p:nvGrpSpPr>
        <p:grpSpPr>
          <a:xfrm>
            <a:off x="4054103" y="2430191"/>
            <a:ext cx="218687" cy="349052"/>
            <a:chOff x="4054103" y="2430191"/>
            <a:chExt cx="218687" cy="349052"/>
          </a:xfrm>
        </p:grpSpPr>
        <p:sp>
          <p:nvSpPr>
            <p:cNvPr id="10955" name="Google Shape;10955;p13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3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133"/>
          <p:cNvGrpSpPr/>
          <p:nvPr/>
        </p:nvGrpSpPr>
        <p:grpSpPr>
          <a:xfrm>
            <a:off x="2185128" y="2427549"/>
            <a:ext cx="382758" cy="356595"/>
            <a:chOff x="2185128" y="2427549"/>
            <a:chExt cx="382758" cy="356595"/>
          </a:xfrm>
        </p:grpSpPr>
        <p:sp>
          <p:nvSpPr>
            <p:cNvPr id="10958" name="Google Shape;10958;p13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3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3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133"/>
          <p:cNvGrpSpPr/>
          <p:nvPr/>
        </p:nvGrpSpPr>
        <p:grpSpPr>
          <a:xfrm>
            <a:off x="3539102" y="2427549"/>
            <a:ext cx="355099" cy="355481"/>
            <a:chOff x="3539102" y="2427549"/>
            <a:chExt cx="355099" cy="355481"/>
          </a:xfrm>
        </p:grpSpPr>
        <p:sp>
          <p:nvSpPr>
            <p:cNvPr id="10963" name="Google Shape;10963;p13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3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133"/>
          <p:cNvGrpSpPr/>
          <p:nvPr/>
        </p:nvGrpSpPr>
        <p:grpSpPr>
          <a:xfrm>
            <a:off x="2656907" y="2439293"/>
            <a:ext cx="332757" cy="332343"/>
            <a:chOff x="2656907" y="2439293"/>
            <a:chExt cx="332757" cy="332343"/>
          </a:xfrm>
        </p:grpSpPr>
        <p:sp>
          <p:nvSpPr>
            <p:cNvPr id="10966" name="Google Shape;10966;p13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3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3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3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133"/>
          <p:cNvGrpSpPr/>
          <p:nvPr/>
        </p:nvGrpSpPr>
        <p:grpSpPr>
          <a:xfrm>
            <a:off x="1731523" y="2422616"/>
            <a:ext cx="399435" cy="365698"/>
            <a:chOff x="1731523" y="2422616"/>
            <a:chExt cx="399435" cy="365698"/>
          </a:xfrm>
        </p:grpSpPr>
        <p:sp>
          <p:nvSpPr>
            <p:cNvPr id="10974" name="Google Shape;10974;p13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3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133"/>
          <p:cNvGrpSpPr/>
          <p:nvPr/>
        </p:nvGrpSpPr>
        <p:grpSpPr>
          <a:xfrm>
            <a:off x="3097241" y="2433564"/>
            <a:ext cx="344883" cy="343387"/>
            <a:chOff x="3097241" y="2433564"/>
            <a:chExt cx="344883" cy="343387"/>
          </a:xfrm>
        </p:grpSpPr>
        <p:sp>
          <p:nvSpPr>
            <p:cNvPr id="10978" name="Google Shape;10978;p13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3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3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3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3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133"/>
          <p:cNvGrpSpPr/>
          <p:nvPr/>
        </p:nvGrpSpPr>
        <p:grpSpPr>
          <a:xfrm>
            <a:off x="1278299" y="2439293"/>
            <a:ext cx="410829" cy="332343"/>
            <a:chOff x="1278299" y="2439293"/>
            <a:chExt cx="410829" cy="332343"/>
          </a:xfrm>
        </p:grpSpPr>
        <p:sp>
          <p:nvSpPr>
            <p:cNvPr id="10988" name="Google Shape;10988;p13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3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3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3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3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3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133"/>
          <p:cNvGrpSpPr/>
          <p:nvPr/>
        </p:nvGrpSpPr>
        <p:grpSpPr>
          <a:xfrm>
            <a:off x="870939" y="2439293"/>
            <a:ext cx="331993" cy="331993"/>
            <a:chOff x="870939" y="2439293"/>
            <a:chExt cx="331993" cy="331993"/>
          </a:xfrm>
        </p:grpSpPr>
        <p:sp>
          <p:nvSpPr>
            <p:cNvPr id="10997" name="Google Shape;10997;p13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3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3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3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3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3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3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133"/>
          <p:cNvGrpSpPr/>
          <p:nvPr/>
        </p:nvGrpSpPr>
        <p:grpSpPr>
          <a:xfrm>
            <a:off x="6644957" y="2456353"/>
            <a:ext cx="371395" cy="278904"/>
            <a:chOff x="6644957" y="2456353"/>
            <a:chExt cx="371395" cy="278904"/>
          </a:xfrm>
        </p:grpSpPr>
        <p:sp>
          <p:nvSpPr>
            <p:cNvPr id="11014" name="Google Shape;11014;p13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3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133"/>
          <p:cNvGrpSpPr/>
          <p:nvPr/>
        </p:nvGrpSpPr>
        <p:grpSpPr>
          <a:xfrm>
            <a:off x="5388757" y="2414659"/>
            <a:ext cx="260349" cy="362292"/>
            <a:chOff x="5388757" y="2414659"/>
            <a:chExt cx="260349" cy="362292"/>
          </a:xfrm>
        </p:grpSpPr>
        <p:sp>
          <p:nvSpPr>
            <p:cNvPr id="11020" name="Google Shape;11020;p13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3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3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3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3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3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3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3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3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33"/>
          <p:cNvGrpSpPr/>
          <p:nvPr/>
        </p:nvGrpSpPr>
        <p:grpSpPr>
          <a:xfrm>
            <a:off x="3567142" y="2905757"/>
            <a:ext cx="348288" cy="340331"/>
            <a:chOff x="3567142" y="2905757"/>
            <a:chExt cx="348288" cy="340331"/>
          </a:xfrm>
        </p:grpSpPr>
        <p:sp>
          <p:nvSpPr>
            <p:cNvPr id="11041" name="Google Shape;11041;p13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3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3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133"/>
          <p:cNvGrpSpPr/>
          <p:nvPr/>
        </p:nvGrpSpPr>
        <p:grpSpPr>
          <a:xfrm>
            <a:off x="7967103" y="2415041"/>
            <a:ext cx="355863" cy="361911"/>
            <a:chOff x="7967103" y="2415041"/>
            <a:chExt cx="355863" cy="361911"/>
          </a:xfrm>
        </p:grpSpPr>
        <p:sp>
          <p:nvSpPr>
            <p:cNvPr id="11047" name="Google Shape;11047;p13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3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3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3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3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3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133"/>
          <p:cNvGrpSpPr/>
          <p:nvPr/>
        </p:nvGrpSpPr>
        <p:grpSpPr>
          <a:xfrm>
            <a:off x="7529411" y="2414659"/>
            <a:ext cx="355863" cy="362292"/>
            <a:chOff x="7529411" y="2414659"/>
            <a:chExt cx="355863" cy="362292"/>
          </a:xfrm>
        </p:grpSpPr>
        <p:sp>
          <p:nvSpPr>
            <p:cNvPr id="11059" name="Google Shape;11059;p13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3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3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3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3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3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3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133"/>
          <p:cNvGrpSpPr/>
          <p:nvPr/>
        </p:nvGrpSpPr>
        <p:grpSpPr>
          <a:xfrm>
            <a:off x="5733194" y="2431718"/>
            <a:ext cx="446826" cy="327059"/>
            <a:chOff x="5733194" y="2431718"/>
            <a:chExt cx="446826" cy="327059"/>
          </a:xfrm>
        </p:grpSpPr>
        <p:sp>
          <p:nvSpPr>
            <p:cNvPr id="11072" name="Google Shape;11072;p13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133"/>
          <p:cNvGrpSpPr/>
          <p:nvPr/>
        </p:nvGrpSpPr>
        <p:grpSpPr>
          <a:xfrm>
            <a:off x="4876780" y="2418064"/>
            <a:ext cx="407774" cy="356627"/>
            <a:chOff x="4876780" y="2418064"/>
            <a:chExt cx="407774" cy="356627"/>
          </a:xfrm>
        </p:grpSpPr>
        <p:sp>
          <p:nvSpPr>
            <p:cNvPr id="11076" name="Google Shape;11076;p13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3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3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3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3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133"/>
          <p:cNvGrpSpPr/>
          <p:nvPr/>
        </p:nvGrpSpPr>
        <p:grpSpPr>
          <a:xfrm>
            <a:off x="7070872" y="2410871"/>
            <a:ext cx="398321" cy="371013"/>
            <a:chOff x="7070872" y="2410871"/>
            <a:chExt cx="398321" cy="371013"/>
          </a:xfrm>
        </p:grpSpPr>
        <p:sp>
          <p:nvSpPr>
            <p:cNvPr id="11085" name="Google Shape;11085;p13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3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9" name="Google Shape;11089;p13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0" name="Google Shape;11090;p133"/>
          <p:cNvGrpSpPr/>
          <p:nvPr/>
        </p:nvGrpSpPr>
        <p:grpSpPr>
          <a:xfrm>
            <a:off x="5318259" y="2982111"/>
            <a:ext cx="371013" cy="220787"/>
            <a:chOff x="5318259" y="2982111"/>
            <a:chExt cx="371013" cy="220787"/>
          </a:xfrm>
        </p:grpSpPr>
        <p:sp>
          <p:nvSpPr>
            <p:cNvPr id="11091" name="Google Shape;11091;p13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133"/>
          <p:cNvGrpSpPr/>
          <p:nvPr/>
        </p:nvGrpSpPr>
        <p:grpSpPr>
          <a:xfrm>
            <a:off x="7073928" y="2905757"/>
            <a:ext cx="371395" cy="371809"/>
            <a:chOff x="7073928" y="2905757"/>
            <a:chExt cx="371395" cy="371809"/>
          </a:xfrm>
        </p:grpSpPr>
        <p:sp>
          <p:nvSpPr>
            <p:cNvPr id="11100" name="Google Shape;11100;p13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133"/>
          <p:cNvGrpSpPr/>
          <p:nvPr/>
        </p:nvGrpSpPr>
        <p:grpSpPr>
          <a:xfrm>
            <a:off x="6188327" y="2955408"/>
            <a:ext cx="371395" cy="272857"/>
            <a:chOff x="6188327" y="2955408"/>
            <a:chExt cx="371395" cy="272857"/>
          </a:xfrm>
        </p:grpSpPr>
        <p:sp>
          <p:nvSpPr>
            <p:cNvPr id="11104" name="Google Shape;11104;p13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3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133"/>
          <p:cNvGrpSpPr/>
          <p:nvPr/>
        </p:nvGrpSpPr>
        <p:grpSpPr>
          <a:xfrm>
            <a:off x="7521454" y="2906139"/>
            <a:ext cx="359651" cy="371013"/>
            <a:chOff x="7521454" y="2906139"/>
            <a:chExt cx="359651" cy="371013"/>
          </a:xfrm>
        </p:grpSpPr>
        <p:sp>
          <p:nvSpPr>
            <p:cNvPr id="11107" name="Google Shape;11107;p13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3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3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3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133"/>
          <p:cNvGrpSpPr/>
          <p:nvPr/>
        </p:nvGrpSpPr>
        <p:grpSpPr>
          <a:xfrm>
            <a:off x="5782845" y="2906521"/>
            <a:ext cx="301661" cy="371013"/>
            <a:chOff x="5782845" y="2906521"/>
            <a:chExt cx="301661" cy="371013"/>
          </a:xfrm>
        </p:grpSpPr>
        <p:sp>
          <p:nvSpPr>
            <p:cNvPr id="11113" name="Google Shape;11113;p13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133"/>
          <p:cNvGrpSpPr/>
          <p:nvPr/>
        </p:nvGrpSpPr>
        <p:grpSpPr>
          <a:xfrm>
            <a:off x="6630539" y="2917502"/>
            <a:ext cx="371777" cy="349434"/>
            <a:chOff x="6630539" y="2917502"/>
            <a:chExt cx="371777" cy="349434"/>
          </a:xfrm>
        </p:grpSpPr>
        <p:sp>
          <p:nvSpPr>
            <p:cNvPr id="11117" name="Google Shape;11117;p13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3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3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3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3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3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133"/>
          <p:cNvGrpSpPr/>
          <p:nvPr/>
        </p:nvGrpSpPr>
        <p:grpSpPr>
          <a:xfrm>
            <a:off x="2171474" y="3369229"/>
            <a:ext cx="408156" cy="343737"/>
            <a:chOff x="2171474" y="3369229"/>
            <a:chExt cx="408156" cy="343737"/>
          </a:xfrm>
        </p:grpSpPr>
        <p:sp>
          <p:nvSpPr>
            <p:cNvPr id="11125" name="Google Shape;11125;p13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3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3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133"/>
          <p:cNvGrpSpPr/>
          <p:nvPr/>
        </p:nvGrpSpPr>
        <p:grpSpPr>
          <a:xfrm>
            <a:off x="4891198" y="2925108"/>
            <a:ext cx="334634" cy="334634"/>
            <a:chOff x="4891198" y="2925108"/>
            <a:chExt cx="334634" cy="334634"/>
          </a:xfrm>
        </p:grpSpPr>
        <p:sp>
          <p:nvSpPr>
            <p:cNvPr id="11130" name="Google Shape;11130;p13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3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3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3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3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3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133"/>
          <p:cNvGrpSpPr/>
          <p:nvPr/>
        </p:nvGrpSpPr>
        <p:grpSpPr>
          <a:xfrm>
            <a:off x="7976174" y="2925108"/>
            <a:ext cx="334666" cy="334634"/>
            <a:chOff x="7976174" y="2925108"/>
            <a:chExt cx="334666" cy="334634"/>
          </a:xfrm>
        </p:grpSpPr>
        <p:sp>
          <p:nvSpPr>
            <p:cNvPr id="11139" name="Google Shape;11139;p13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3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3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3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3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3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3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133"/>
          <p:cNvGrpSpPr/>
          <p:nvPr/>
        </p:nvGrpSpPr>
        <p:grpSpPr>
          <a:xfrm>
            <a:off x="3091957" y="3374131"/>
            <a:ext cx="354717" cy="332757"/>
            <a:chOff x="3091957" y="3374131"/>
            <a:chExt cx="354717" cy="332757"/>
          </a:xfrm>
        </p:grpSpPr>
        <p:sp>
          <p:nvSpPr>
            <p:cNvPr id="11149" name="Google Shape;11149;p13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3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3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3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133"/>
          <p:cNvGrpSpPr/>
          <p:nvPr/>
        </p:nvGrpSpPr>
        <p:grpSpPr>
          <a:xfrm>
            <a:off x="3988156" y="3380210"/>
            <a:ext cx="353954" cy="318880"/>
            <a:chOff x="3988156" y="3380210"/>
            <a:chExt cx="353954" cy="318880"/>
          </a:xfrm>
        </p:grpSpPr>
        <p:sp>
          <p:nvSpPr>
            <p:cNvPr id="11156" name="Google Shape;11156;p13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3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3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133"/>
          <p:cNvGrpSpPr/>
          <p:nvPr/>
        </p:nvGrpSpPr>
        <p:grpSpPr>
          <a:xfrm>
            <a:off x="3541011" y="3367320"/>
            <a:ext cx="348257" cy="346188"/>
            <a:chOff x="3541011" y="3367320"/>
            <a:chExt cx="348257" cy="346188"/>
          </a:xfrm>
        </p:grpSpPr>
        <p:sp>
          <p:nvSpPr>
            <p:cNvPr id="11162" name="Google Shape;11162;p13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3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133"/>
          <p:cNvGrpSpPr/>
          <p:nvPr/>
        </p:nvGrpSpPr>
        <p:grpSpPr>
          <a:xfrm>
            <a:off x="850092" y="3352934"/>
            <a:ext cx="369517" cy="375660"/>
            <a:chOff x="850092" y="3352934"/>
            <a:chExt cx="369517" cy="375660"/>
          </a:xfrm>
        </p:grpSpPr>
        <p:sp>
          <p:nvSpPr>
            <p:cNvPr id="11167" name="Google Shape;11167;p13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3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133"/>
          <p:cNvGrpSpPr/>
          <p:nvPr/>
        </p:nvGrpSpPr>
        <p:grpSpPr>
          <a:xfrm>
            <a:off x="1314678" y="3358217"/>
            <a:ext cx="334666" cy="365348"/>
            <a:chOff x="1314678" y="3358217"/>
            <a:chExt cx="334666" cy="365348"/>
          </a:xfrm>
        </p:grpSpPr>
        <p:sp>
          <p:nvSpPr>
            <p:cNvPr id="11173" name="Google Shape;11173;p13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3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3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3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133"/>
          <p:cNvGrpSpPr/>
          <p:nvPr/>
        </p:nvGrpSpPr>
        <p:grpSpPr>
          <a:xfrm>
            <a:off x="1748582" y="3372635"/>
            <a:ext cx="359269" cy="335780"/>
            <a:chOff x="1748582" y="3372635"/>
            <a:chExt cx="359269" cy="335780"/>
          </a:xfrm>
        </p:grpSpPr>
        <p:sp>
          <p:nvSpPr>
            <p:cNvPr id="11179" name="Google Shape;11179;p13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0" name="Google Shape;11180;p133"/>
            <p:cNvGrpSpPr/>
            <p:nvPr/>
          </p:nvGrpSpPr>
          <p:grpSpPr>
            <a:xfrm>
              <a:off x="1748582" y="3372635"/>
              <a:ext cx="333520" cy="335780"/>
              <a:chOff x="1748582" y="3372635"/>
              <a:chExt cx="333520" cy="335780"/>
            </a:xfrm>
          </p:grpSpPr>
          <p:sp>
            <p:nvSpPr>
              <p:cNvPr id="11181" name="Google Shape;11181;p13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3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3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4" name="Google Shape;11184;p133"/>
          <p:cNvGrpSpPr/>
          <p:nvPr/>
        </p:nvGrpSpPr>
        <p:grpSpPr>
          <a:xfrm>
            <a:off x="2640993" y="3357835"/>
            <a:ext cx="365348" cy="364966"/>
            <a:chOff x="2640993" y="3357835"/>
            <a:chExt cx="365348" cy="364966"/>
          </a:xfrm>
        </p:grpSpPr>
        <p:sp>
          <p:nvSpPr>
            <p:cNvPr id="11185" name="Google Shape;11185;p13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3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3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3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3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3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3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133"/>
          <p:cNvGrpSpPr/>
          <p:nvPr/>
        </p:nvGrpSpPr>
        <p:grpSpPr>
          <a:xfrm>
            <a:off x="4886264" y="3366174"/>
            <a:ext cx="350548" cy="350198"/>
            <a:chOff x="4886264" y="3366174"/>
            <a:chExt cx="350548" cy="350198"/>
          </a:xfrm>
        </p:grpSpPr>
        <p:sp>
          <p:nvSpPr>
            <p:cNvPr id="11196" name="Google Shape;11196;p13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3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3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3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3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3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3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3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3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3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3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133"/>
          <p:cNvGrpSpPr/>
          <p:nvPr/>
        </p:nvGrpSpPr>
        <p:grpSpPr>
          <a:xfrm>
            <a:off x="5331913" y="3413947"/>
            <a:ext cx="347143" cy="254684"/>
            <a:chOff x="5331913" y="3413947"/>
            <a:chExt cx="347143" cy="254684"/>
          </a:xfrm>
        </p:grpSpPr>
        <p:sp>
          <p:nvSpPr>
            <p:cNvPr id="11210" name="Google Shape;11210;p13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133"/>
          <p:cNvGrpSpPr/>
          <p:nvPr/>
        </p:nvGrpSpPr>
        <p:grpSpPr>
          <a:xfrm>
            <a:off x="5776798" y="3409778"/>
            <a:ext cx="346379" cy="264518"/>
            <a:chOff x="5776798" y="3409778"/>
            <a:chExt cx="346379" cy="264518"/>
          </a:xfrm>
        </p:grpSpPr>
        <p:sp>
          <p:nvSpPr>
            <p:cNvPr id="11217" name="Google Shape;11217;p13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3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3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133"/>
          <p:cNvGrpSpPr/>
          <p:nvPr/>
        </p:nvGrpSpPr>
        <p:grpSpPr>
          <a:xfrm>
            <a:off x="7108015" y="3396505"/>
            <a:ext cx="344883" cy="290299"/>
            <a:chOff x="7108015" y="3396505"/>
            <a:chExt cx="344883" cy="290299"/>
          </a:xfrm>
        </p:grpSpPr>
        <p:sp>
          <p:nvSpPr>
            <p:cNvPr id="11224" name="Google Shape;11224;p13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3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3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133"/>
          <p:cNvGrpSpPr/>
          <p:nvPr/>
        </p:nvGrpSpPr>
        <p:grpSpPr>
          <a:xfrm>
            <a:off x="7551754" y="3390808"/>
            <a:ext cx="344883" cy="301311"/>
            <a:chOff x="7551754" y="3390808"/>
            <a:chExt cx="344883" cy="301311"/>
          </a:xfrm>
        </p:grpSpPr>
        <p:sp>
          <p:nvSpPr>
            <p:cNvPr id="11229" name="Google Shape;11229;p13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3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3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3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3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3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133"/>
          <p:cNvGrpSpPr/>
          <p:nvPr/>
        </p:nvGrpSpPr>
        <p:grpSpPr>
          <a:xfrm>
            <a:off x="6707084" y="3387403"/>
            <a:ext cx="261145" cy="308504"/>
            <a:chOff x="6707084" y="3387403"/>
            <a:chExt cx="261145" cy="308504"/>
          </a:xfrm>
        </p:grpSpPr>
        <p:sp>
          <p:nvSpPr>
            <p:cNvPr id="11241" name="Google Shape;11241;p13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3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3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133"/>
          <p:cNvGrpSpPr/>
          <p:nvPr/>
        </p:nvGrpSpPr>
        <p:grpSpPr>
          <a:xfrm>
            <a:off x="848978" y="4297637"/>
            <a:ext cx="377824" cy="324418"/>
            <a:chOff x="848978" y="4297637"/>
            <a:chExt cx="377824" cy="324418"/>
          </a:xfrm>
        </p:grpSpPr>
        <p:sp>
          <p:nvSpPr>
            <p:cNvPr id="11246" name="Google Shape;11246;p13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3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133"/>
          <p:cNvGrpSpPr/>
          <p:nvPr/>
        </p:nvGrpSpPr>
        <p:grpSpPr>
          <a:xfrm>
            <a:off x="1754279" y="4286593"/>
            <a:ext cx="351439" cy="345965"/>
            <a:chOff x="1754279" y="4286593"/>
            <a:chExt cx="351439" cy="345965"/>
          </a:xfrm>
        </p:grpSpPr>
        <p:sp>
          <p:nvSpPr>
            <p:cNvPr id="11249" name="Google Shape;11249;p13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133"/>
          <p:cNvGrpSpPr/>
          <p:nvPr/>
        </p:nvGrpSpPr>
        <p:grpSpPr>
          <a:xfrm>
            <a:off x="3996113" y="4291176"/>
            <a:ext cx="336512" cy="335048"/>
            <a:chOff x="3996113" y="4291176"/>
            <a:chExt cx="336512" cy="335048"/>
          </a:xfrm>
        </p:grpSpPr>
        <p:sp>
          <p:nvSpPr>
            <p:cNvPr id="11255" name="Google Shape;11255;p13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3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3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8" name="Google Shape;11258;p13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9" name="Google Shape;11259;p133"/>
          <p:cNvGrpSpPr/>
          <p:nvPr/>
        </p:nvGrpSpPr>
        <p:grpSpPr>
          <a:xfrm>
            <a:off x="2179081" y="4285511"/>
            <a:ext cx="397525" cy="348670"/>
            <a:chOff x="2179081" y="4285511"/>
            <a:chExt cx="397525" cy="348670"/>
          </a:xfrm>
        </p:grpSpPr>
        <p:sp>
          <p:nvSpPr>
            <p:cNvPr id="11260" name="Google Shape;11260;p13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133"/>
          <p:cNvGrpSpPr/>
          <p:nvPr/>
        </p:nvGrpSpPr>
        <p:grpSpPr>
          <a:xfrm>
            <a:off x="3584201" y="4294996"/>
            <a:ext cx="267574" cy="329415"/>
            <a:chOff x="3584201" y="4294996"/>
            <a:chExt cx="267574" cy="329415"/>
          </a:xfrm>
        </p:grpSpPr>
        <p:sp>
          <p:nvSpPr>
            <p:cNvPr id="11263" name="Google Shape;11263;p13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3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3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3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133"/>
          <p:cNvGrpSpPr/>
          <p:nvPr/>
        </p:nvGrpSpPr>
        <p:grpSpPr>
          <a:xfrm>
            <a:off x="3082855" y="4295728"/>
            <a:ext cx="375946" cy="327823"/>
            <a:chOff x="3082855" y="4295728"/>
            <a:chExt cx="375946" cy="327823"/>
          </a:xfrm>
        </p:grpSpPr>
        <p:sp>
          <p:nvSpPr>
            <p:cNvPr id="11268" name="Google Shape;11268;p13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3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3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3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3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3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3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133"/>
          <p:cNvGrpSpPr/>
          <p:nvPr/>
        </p:nvGrpSpPr>
        <p:grpSpPr>
          <a:xfrm>
            <a:off x="2749016" y="4291176"/>
            <a:ext cx="150831" cy="336926"/>
            <a:chOff x="2749016" y="4291176"/>
            <a:chExt cx="150831" cy="336926"/>
          </a:xfrm>
        </p:grpSpPr>
        <p:sp>
          <p:nvSpPr>
            <p:cNvPr id="11280" name="Google Shape;11280;p13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3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3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133"/>
          <p:cNvGrpSpPr/>
          <p:nvPr/>
        </p:nvGrpSpPr>
        <p:grpSpPr>
          <a:xfrm>
            <a:off x="7127716" y="4279432"/>
            <a:ext cx="248254" cy="361942"/>
            <a:chOff x="7127716" y="4279432"/>
            <a:chExt cx="248254" cy="361942"/>
          </a:xfrm>
        </p:grpSpPr>
        <p:sp>
          <p:nvSpPr>
            <p:cNvPr id="11285" name="Google Shape;11285;p13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3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3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3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3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133"/>
          <p:cNvGrpSpPr/>
          <p:nvPr/>
        </p:nvGrpSpPr>
        <p:grpSpPr>
          <a:xfrm>
            <a:off x="7565408" y="4279432"/>
            <a:ext cx="248255" cy="361942"/>
            <a:chOff x="7565408" y="4279432"/>
            <a:chExt cx="248255" cy="361942"/>
          </a:xfrm>
        </p:grpSpPr>
        <p:sp>
          <p:nvSpPr>
            <p:cNvPr id="11295" name="Google Shape;11295;p13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3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3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3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3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3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133"/>
          <p:cNvGrpSpPr/>
          <p:nvPr/>
        </p:nvGrpSpPr>
        <p:grpSpPr>
          <a:xfrm>
            <a:off x="6264109" y="4279432"/>
            <a:ext cx="225498" cy="361560"/>
            <a:chOff x="6264109" y="4279432"/>
            <a:chExt cx="225498" cy="361560"/>
          </a:xfrm>
        </p:grpSpPr>
        <p:sp>
          <p:nvSpPr>
            <p:cNvPr id="11304" name="Google Shape;11304;p13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33"/>
          <p:cNvGrpSpPr/>
          <p:nvPr/>
        </p:nvGrpSpPr>
        <p:grpSpPr>
          <a:xfrm>
            <a:off x="7929578" y="4284365"/>
            <a:ext cx="395266" cy="351312"/>
            <a:chOff x="7929578" y="4284365"/>
            <a:chExt cx="395266" cy="351312"/>
          </a:xfrm>
        </p:grpSpPr>
        <p:sp>
          <p:nvSpPr>
            <p:cNvPr id="11307" name="Google Shape;11307;p13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33"/>
          <p:cNvGrpSpPr/>
          <p:nvPr/>
        </p:nvGrpSpPr>
        <p:grpSpPr>
          <a:xfrm>
            <a:off x="6595502" y="4323777"/>
            <a:ext cx="426315" cy="332826"/>
            <a:chOff x="6639652" y="4323777"/>
            <a:chExt cx="426315" cy="332826"/>
          </a:xfrm>
        </p:grpSpPr>
        <p:sp>
          <p:nvSpPr>
            <p:cNvPr id="11312" name="Google Shape;11312;p13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3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3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3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3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133"/>
          <p:cNvGrpSpPr/>
          <p:nvPr/>
        </p:nvGrpSpPr>
        <p:grpSpPr>
          <a:xfrm>
            <a:off x="5357662" y="4297637"/>
            <a:ext cx="287275" cy="326296"/>
            <a:chOff x="5357662" y="4297637"/>
            <a:chExt cx="287275" cy="326296"/>
          </a:xfrm>
        </p:grpSpPr>
        <p:sp>
          <p:nvSpPr>
            <p:cNvPr id="11323" name="Google Shape;11323;p13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3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3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133"/>
          <p:cNvGrpSpPr/>
          <p:nvPr/>
        </p:nvGrpSpPr>
        <p:grpSpPr>
          <a:xfrm>
            <a:off x="5774124" y="4294550"/>
            <a:ext cx="331611" cy="331674"/>
            <a:chOff x="5774124" y="4294550"/>
            <a:chExt cx="331611" cy="331674"/>
          </a:xfrm>
        </p:grpSpPr>
        <p:sp>
          <p:nvSpPr>
            <p:cNvPr id="11329" name="Google Shape;11329;p13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3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133"/>
          <p:cNvGrpSpPr/>
          <p:nvPr/>
        </p:nvGrpSpPr>
        <p:grpSpPr>
          <a:xfrm>
            <a:off x="4890434" y="4287389"/>
            <a:ext cx="345997" cy="346029"/>
            <a:chOff x="4890434" y="4287389"/>
            <a:chExt cx="345997" cy="346029"/>
          </a:xfrm>
        </p:grpSpPr>
        <p:sp>
          <p:nvSpPr>
            <p:cNvPr id="11332" name="Google Shape;11332;p13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3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3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3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133"/>
          <p:cNvGrpSpPr/>
          <p:nvPr/>
        </p:nvGrpSpPr>
        <p:grpSpPr>
          <a:xfrm>
            <a:off x="2165809" y="3811059"/>
            <a:ext cx="422542" cy="342973"/>
            <a:chOff x="2165809" y="3811059"/>
            <a:chExt cx="422542" cy="342973"/>
          </a:xfrm>
        </p:grpSpPr>
        <p:sp>
          <p:nvSpPr>
            <p:cNvPr id="11340" name="Google Shape;11340;p13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3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3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3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3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3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3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8" name="Google Shape;11358;p13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9" name="Google Shape;11359;p133"/>
          <p:cNvGrpSpPr/>
          <p:nvPr/>
        </p:nvGrpSpPr>
        <p:grpSpPr>
          <a:xfrm>
            <a:off x="903530" y="3806125"/>
            <a:ext cx="264550" cy="353222"/>
            <a:chOff x="903530" y="3806125"/>
            <a:chExt cx="264550" cy="353222"/>
          </a:xfrm>
        </p:grpSpPr>
        <p:sp>
          <p:nvSpPr>
            <p:cNvPr id="11360" name="Google Shape;11360;p13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3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3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133"/>
          <p:cNvGrpSpPr/>
          <p:nvPr/>
        </p:nvGrpSpPr>
        <p:grpSpPr>
          <a:xfrm>
            <a:off x="2611458" y="3816374"/>
            <a:ext cx="426329" cy="332375"/>
            <a:chOff x="2611458" y="3816374"/>
            <a:chExt cx="426329" cy="332375"/>
          </a:xfrm>
        </p:grpSpPr>
        <p:sp>
          <p:nvSpPr>
            <p:cNvPr id="11365" name="Google Shape;11365;p13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3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3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3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3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3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3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5" name="Google Shape;11375;p13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6" name="Google Shape;11376;p133"/>
          <p:cNvGrpSpPr/>
          <p:nvPr/>
        </p:nvGrpSpPr>
        <p:grpSpPr>
          <a:xfrm>
            <a:off x="4019984" y="3805393"/>
            <a:ext cx="293704" cy="353954"/>
            <a:chOff x="4019984" y="3805393"/>
            <a:chExt cx="293704" cy="353954"/>
          </a:xfrm>
        </p:grpSpPr>
        <p:sp>
          <p:nvSpPr>
            <p:cNvPr id="11377" name="Google Shape;11377;p13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3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133"/>
          <p:cNvGrpSpPr/>
          <p:nvPr/>
        </p:nvGrpSpPr>
        <p:grpSpPr>
          <a:xfrm>
            <a:off x="8006505" y="3390044"/>
            <a:ext cx="323654" cy="303189"/>
            <a:chOff x="8006505" y="3390044"/>
            <a:chExt cx="323654" cy="303189"/>
          </a:xfrm>
        </p:grpSpPr>
        <p:sp>
          <p:nvSpPr>
            <p:cNvPr id="11380" name="Google Shape;11380;p13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3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3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133"/>
          <p:cNvGrpSpPr/>
          <p:nvPr/>
        </p:nvGrpSpPr>
        <p:grpSpPr>
          <a:xfrm>
            <a:off x="1299146" y="3806507"/>
            <a:ext cx="367990" cy="351312"/>
            <a:chOff x="1299146" y="3806507"/>
            <a:chExt cx="367990" cy="351312"/>
          </a:xfrm>
        </p:grpSpPr>
        <p:sp>
          <p:nvSpPr>
            <p:cNvPr id="11387" name="Google Shape;11387;p13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3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9" name="Google Shape;11389;p13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133"/>
          <p:cNvGrpSpPr/>
          <p:nvPr/>
        </p:nvGrpSpPr>
        <p:grpSpPr>
          <a:xfrm>
            <a:off x="3095745" y="3805393"/>
            <a:ext cx="352840" cy="354717"/>
            <a:chOff x="3095745" y="3805393"/>
            <a:chExt cx="352840" cy="354717"/>
          </a:xfrm>
        </p:grpSpPr>
        <p:sp>
          <p:nvSpPr>
            <p:cNvPr id="11391" name="Google Shape;11391;p13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3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3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133"/>
          <p:cNvGrpSpPr/>
          <p:nvPr/>
        </p:nvGrpSpPr>
        <p:grpSpPr>
          <a:xfrm>
            <a:off x="7550258" y="3832670"/>
            <a:ext cx="371395" cy="301279"/>
            <a:chOff x="7550258" y="3832670"/>
            <a:chExt cx="371395" cy="301279"/>
          </a:xfrm>
        </p:grpSpPr>
        <p:sp>
          <p:nvSpPr>
            <p:cNvPr id="11398" name="Google Shape;11398;p13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3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3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3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3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3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3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3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3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3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3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3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3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6" name="Google Shape;11416;p13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7" name="Google Shape;11417;p133"/>
          <p:cNvGrpSpPr/>
          <p:nvPr/>
        </p:nvGrpSpPr>
        <p:grpSpPr>
          <a:xfrm>
            <a:off x="6659725" y="3808035"/>
            <a:ext cx="367608" cy="350548"/>
            <a:chOff x="6659725" y="3808035"/>
            <a:chExt cx="367608" cy="350548"/>
          </a:xfrm>
        </p:grpSpPr>
        <p:sp>
          <p:nvSpPr>
            <p:cNvPr id="11418" name="Google Shape;11418;p13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3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133"/>
          <p:cNvGrpSpPr/>
          <p:nvPr/>
        </p:nvGrpSpPr>
        <p:grpSpPr>
          <a:xfrm>
            <a:off x="6219391" y="3816756"/>
            <a:ext cx="356627" cy="334252"/>
            <a:chOff x="6219391" y="3816756"/>
            <a:chExt cx="356627" cy="334252"/>
          </a:xfrm>
        </p:grpSpPr>
        <p:sp>
          <p:nvSpPr>
            <p:cNvPr id="11421" name="Google Shape;11421;p13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3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133"/>
          <p:cNvGrpSpPr/>
          <p:nvPr/>
        </p:nvGrpSpPr>
        <p:grpSpPr>
          <a:xfrm>
            <a:off x="5778676" y="3826972"/>
            <a:ext cx="349052" cy="313055"/>
            <a:chOff x="5778676" y="3826972"/>
            <a:chExt cx="349052" cy="313055"/>
          </a:xfrm>
        </p:grpSpPr>
        <p:sp>
          <p:nvSpPr>
            <p:cNvPr id="11426" name="Google Shape;11426;p13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3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3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133"/>
          <p:cNvGrpSpPr/>
          <p:nvPr/>
        </p:nvGrpSpPr>
        <p:grpSpPr>
          <a:xfrm>
            <a:off x="5355784" y="3834547"/>
            <a:ext cx="299019" cy="297905"/>
            <a:chOff x="5355784" y="3834547"/>
            <a:chExt cx="299019" cy="297905"/>
          </a:xfrm>
        </p:grpSpPr>
        <p:sp>
          <p:nvSpPr>
            <p:cNvPr id="11432" name="Google Shape;11432;p13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133"/>
          <p:cNvGrpSpPr/>
          <p:nvPr/>
        </p:nvGrpSpPr>
        <p:grpSpPr>
          <a:xfrm>
            <a:off x="8036455" y="3807271"/>
            <a:ext cx="292176" cy="353985"/>
            <a:chOff x="8036455" y="3807271"/>
            <a:chExt cx="292176" cy="353985"/>
          </a:xfrm>
        </p:grpSpPr>
        <p:sp>
          <p:nvSpPr>
            <p:cNvPr id="11437" name="Google Shape;11437;p13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3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133"/>
          <p:cNvGrpSpPr/>
          <p:nvPr/>
        </p:nvGrpSpPr>
        <p:grpSpPr>
          <a:xfrm>
            <a:off x="4874902" y="3808799"/>
            <a:ext cx="345615" cy="350835"/>
            <a:chOff x="4874902" y="3808799"/>
            <a:chExt cx="345615" cy="350835"/>
          </a:xfrm>
        </p:grpSpPr>
        <p:sp>
          <p:nvSpPr>
            <p:cNvPr id="11440" name="Google Shape;11440;p13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3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3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3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3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3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3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3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3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3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3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3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3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0" name="Shape 11460"/>
        <p:cNvGrpSpPr/>
        <p:nvPr/>
      </p:nvGrpSpPr>
      <p:grpSpPr>
        <a:xfrm>
          <a:off x="0" y="0"/>
          <a:ext cx="0" cy="0"/>
          <a:chOff x="0" y="0"/>
          <a:chExt cx="0" cy="0"/>
        </a:xfrm>
      </p:grpSpPr>
      <p:sp>
        <p:nvSpPr>
          <p:cNvPr id="11461" name="Google Shape;11461;p13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62" name="Google Shape;11462;p13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463" name="Google Shape;11463;p134"/>
          <p:cNvGrpSpPr/>
          <p:nvPr/>
        </p:nvGrpSpPr>
        <p:grpSpPr>
          <a:xfrm>
            <a:off x="2704005" y="4258781"/>
            <a:ext cx="342144" cy="362704"/>
            <a:chOff x="2704005" y="4258781"/>
            <a:chExt cx="342144" cy="362704"/>
          </a:xfrm>
        </p:grpSpPr>
        <p:sp>
          <p:nvSpPr>
            <p:cNvPr id="11464" name="Google Shape;11464;p13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3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3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3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3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3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134"/>
          <p:cNvGrpSpPr/>
          <p:nvPr/>
        </p:nvGrpSpPr>
        <p:grpSpPr>
          <a:xfrm>
            <a:off x="2157462" y="4258496"/>
            <a:ext cx="347435" cy="363370"/>
            <a:chOff x="2157462" y="4258496"/>
            <a:chExt cx="347435" cy="363370"/>
          </a:xfrm>
        </p:grpSpPr>
        <p:sp>
          <p:nvSpPr>
            <p:cNvPr id="11472" name="Google Shape;11472;p13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3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3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134"/>
          <p:cNvGrpSpPr/>
          <p:nvPr/>
        </p:nvGrpSpPr>
        <p:grpSpPr>
          <a:xfrm>
            <a:off x="4010963" y="3763781"/>
            <a:ext cx="343665" cy="363211"/>
            <a:chOff x="4010963" y="3763781"/>
            <a:chExt cx="343665" cy="363211"/>
          </a:xfrm>
        </p:grpSpPr>
        <p:sp>
          <p:nvSpPr>
            <p:cNvPr id="11476" name="Google Shape;11476;p13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3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3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3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134"/>
          <p:cNvGrpSpPr/>
          <p:nvPr/>
        </p:nvGrpSpPr>
        <p:grpSpPr>
          <a:xfrm>
            <a:off x="2214042" y="3810509"/>
            <a:ext cx="368153" cy="311193"/>
            <a:chOff x="2214042" y="3810509"/>
            <a:chExt cx="368153" cy="311193"/>
          </a:xfrm>
        </p:grpSpPr>
        <p:sp>
          <p:nvSpPr>
            <p:cNvPr id="11482" name="Google Shape;11482;p13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3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134"/>
          <p:cNvGrpSpPr/>
          <p:nvPr/>
        </p:nvGrpSpPr>
        <p:grpSpPr>
          <a:xfrm>
            <a:off x="1768938" y="3782219"/>
            <a:ext cx="367805" cy="367773"/>
            <a:chOff x="1768938" y="3782219"/>
            <a:chExt cx="367805" cy="367773"/>
          </a:xfrm>
        </p:grpSpPr>
        <p:sp>
          <p:nvSpPr>
            <p:cNvPr id="11485" name="Google Shape;11485;p13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3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3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134"/>
          <p:cNvGrpSpPr/>
          <p:nvPr/>
        </p:nvGrpSpPr>
        <p:grpSpPr>
          <a:xfrm>
            <a:off x="2681385" y="3798439"/>
            <a:ext cx="325544" cy="327413"/>
            <a:chOff x="2681385" y="3798439"/>
            <a:chExt cx="325544" cy="327413"/>
          </a:xfrm>
        </p:grpSpPr>
        <p:sp>
          <p:nvSpPr>
            <p:cNvPr id="11491" name="Google Shape;11491;p13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3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3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3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134"/>
          <p:cNvGrpSpPr/>
          <p:nvPr/>
        </p:nvGrpSpPr>
        <p:grpSpPr>
          <a:xfrm>
            <a:off x="6243928" y="4263502"/>
            <a:ext cx="274254" cy="350824"/>
            <a:chOff x="6243928" y="4263502"/>
            <a:chExt cx="274254" cy="350824"/>
          </a:xfrm>
        </p:grpSpPr>
        <p:sp>
          <p:nvSpPr>
            <p:cNvPr id="11499" name="Google Shape;11499;p13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3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3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134"/>
          <p:cNvGrpSpPr/>
          <p:nvPr/>
        </p:nvGrpSpPr>
        <p:grpSpPr>
          <a:xfrm>
            <a:off x="3560600" y="3763338"/>
            <a:ext cx="352345" cy="363655"/>
            <a:chOff x="3560600" y="3763338"/>
            <a:chExt cx="352345" cy="363655"/>
          </a:xfrm>
        </p:grpSpPr>
        <p:sp>
          <p:nvSpPr>
            <p:cNvPr id="11508" name="Google Shape;11508;p13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3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3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134"/>
          <p:cNvGrpSpPr/>
          <p:nvPr/>
        </p:nvGrpSpPr>
        <p:grpSpPr>
          <a:xfrm>
            <a:off x="5790556" y="4261252"/>
            <a:ext cx="279513" cy="356083"/>
            <a:chOff x="5790556" y="4261252"/>
            <a:chExt cx="279513" cy="356083"/>
          </a:xfrm>
        </p:grpSpPr>
        <p:sp>
          <p:nvSpPr>
            <p:cNvPr id="11512" name="Google Shape;11512;p13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3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3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3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134"/>
          <p:cNvGrpSpPr/>
          <p:nvPr/>
        </p:nvGrpSpPr>
        <p:grpSpPr>
          <a:xfrm>
            <a:off x="5341333" y="4261252"/>
            <a:ext cx="278752" cy="356463"/>
            <a:chOff x="5341333" y="4261252"/>
            <a:chExt cx="278752" cy="356463"/>
          </a:xfrm>
        </p:grpSpPr>
        <p:sp>
          <p:nvSpPr>
            <p:cNvPr id="11520" name="Google Shape;11520;p13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3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3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3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7" name="Google Shape;11527;p13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8" name="Google Shape;11528;p134"/>
          <p:cNvGrpSpPr/>
          <p:nvPr/>
        </p:nvGrpSpPr>
        <p:grpSpPr>
          <a:xfrm>
            <a:off x="3103646" y="3766076"/>
            <a:ext cx="360233" cy="362451"/>
            <a:chOff x="3107608" y="3763401"/>
            <a:chExt cx="360233" cy="362451"/>
          </a:xfrm>
        </p:grpSpPr>
        <p:sp>
          <p:nvSpPr>
            <p:cNvPr id="11529" name="Google Shape;11529;p13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3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3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134"/>
          <p:cNvGrpSpPr/>
          <p:nvPr/>
        </p:nvGrpSpPr>
        <p:grpSpPr>
          <a:xfrm>
            <a:off x="889343" y="3801227"/>
            <a:ext cx="351585" cy="339705"/>
            <a:chOff x="889343" y="3801227"/>
            <a:chExt cx="351585" cy="339705"/>
          </a:xfrm>
        </p:grpSpPr>
        <p:sp>
          <p:nvSpPr>
            <p:cNvPr id="11533" name="Google Shape;11533;p13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3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3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3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3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134"/>
          <p:cNvGrpSpPr/>
          <p:nvPr/>
        </p:nvGrpSpPr>
        <p:grpSpPr>
          <a:xfrm>
            <a:off x="4896609" y="4260872"/>
            <a:ext cx="278784" cy="355323"/>
            <a:chOff x="4896609" y="4260872"/>
            <a:chExt cx="278784" cy="355323"/>
          </a:xfrm>
        </p:grpSpPr>
        <p:sp>
          <p:nvSpPr>
            <p:cNvPr id="11539" name="Google Shape;11539;p13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3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3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3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3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3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134"/>
          <p:cNvGrpSpPr/>
          <p:nvPr/>
        </p:nvGrpSpPr>
        <p:grpSpPr>
          <a:xfrm>
            <a:off x="7598438" y="4266131"/>
            <a:ext cx="260283" cy="345914"/>
            <a:chOff x="7598438" y="4266131"/>
            <a:chExt cx="260283" cy="345914"/>
          </a:xfrm>
        </p:grpSpPr>
        <p:sp>
          <p:nvSpPr>
            <p:cNvPr id="11546" name="Google Shape;11546;p13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3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3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3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3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3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134"/>
          <p:cNvGrpSpPr/>
          <p:nvPr/>
        </p:nvGrpSpPr>
        <p:grpSpPr>
          <a:xfrm>
            <a:off x="1767069" y="3360146"/>
            <a:ext cx="286324" cy="348163"/>
            <a:chOff x="1767069" y="3360146"/>
            <a:chExt cx="286324" cy="348163"/>
          </a:xfrm>
        </p:grpSpPr>
        <p:sp>
          <p:nvSpPr>
            <p:cNvPr id="11554" name="Google Shape;11554;p13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3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3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3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3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3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3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134"/>
          <p:cNvGrpSpPr/>
          <p:nvPr/>
        </p:nvGrpSpPr>
        <p:grpSpPr>
          <a:xfrm>
            <a:off x="7149944" y="4266131"/>
            <a:ext cx="260283" cy="345914"/>
            <a:chOff x="7149944" y="4266131"/>
            <a:chExt cx="260283" cy="345914"/>
          </a:xfrm>
        </p:grpSpPr>
        <p:sp>
          <p:nvSpPr>
            <p:cNvPr id="11562" name="Google Shape;11562;p13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3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134"/>
          <p:cNvGrpSpPr/>
          <p:nvPr/>
        </p:nvGrpSpPr>
        <p:grpSpPr>
          <a:xfrm>
            <a:off x="6695051" y="4259351"/>
            <a:ext cx="270104" cy="360233"/>
            <a:chOff x="6695051" y="4259351"/>
            <a:chExt cx="270104" cy="360233"/>
          </a:xfrm>
        </p:grpSpPr>
        <p:sp>
          <p:nvSpPr>
            <p:cNvPr id="11569" name="Google Shape;11569;p13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3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3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134"/>
          <p:cNvGrpSpPr/>
          <p:nvPr/>
        </p:nvGrpSpPr>
        <p:grpSpPr>
          <a:xfrm>
            <a:off x="8047661" y="4257451"/>
            <a:ext cx="277263" cy="362514"/>
            <a:chOff x="8047661" y="4257451"/>
            <a:chExt cx="277263" cy="362514"/>
          </a:xfrm>
        </p:grpSpPr>
        <p:sp>
          <p:nvSpPr>
            <p:cNvPr id="11574" name="Google Shape;11574;p13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3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3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3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134"/>
          <p:cNvGrpSpPr/>
          <p:nvPr/>
        </p:nvGrpSpPr>
        <p:grpSpPr>
          <a:xfrm>
            <a:off x="6248078" y="3784468"/>
            <a:ext cx="277263" cy="356115"/>
            <a:chOff x="6248078" y="3784468"/>
            <a:chExt cx="277263" cy="356115"/>
          </a:xfrm>
        </p:grpSpPr>
        <p:sp>
          <p:nvSpPr>
            <p:cNvPr id="11579" name="Google Shape;11579;p13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3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3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3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134"/>
          <p:cNvGrpSpPr/>
          <p:nvPr/>
        </p:nvGrpSpPr>
        <p:grpSpPr>
          <a:xfrm>
            <a:off x="5800725" y="3785989"/>
            <a:ext cx="277644" cy="354594"/>
            <a:chOff x="5800725" y="3785989"/>
            <a:chExt cx="277644" cy="354594"/>
          </a:xfrm>
        </p:grpSpPr>
        <p:sp>
          <p:nvSpPr>
            <p:cNvPr id="11585" name="Google Shape;11585;p13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3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3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3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3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134"/>
          <p:cNvGrpSpPr/>
          <p:nvPr/>
        </p:nvGrpSpPr>
        <p:grpSpPr>
          <a:xfrm>
            <a:off x="2206122" y="3360748"/>
            <a:ext cx="308183" cy="347561"/>
            <a:chOff x="2206122" y="3360748"/>
            <a:chExt cx="308183" cy="347561"/>
          </a:xfrm>
        </p:grpSpPr>
        <p:sp>
          <p:nvSpPr>
            <p:cNvPr id="11593" name="Google Shape;11593;p13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3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134"/>
          <p:cNvGrpSpPr/>
          <p:nvPr/>
        </p:nvGrpSpPr>
        <p:grpSpPr>
          <a:xfrm>
            <a:off x="5353403" y="3785609"/>
            <a:ext cx="277992" cy="354974"/>
            <a:chOff x="5353403" y="3785609"/>
            <a:chExt cx="277992" cy="354974"/>
          </a:xfrm>
        </p:grpSpPr>
        <p:sp>
          <p:nvSpPr>
            <p:cNvPr id="11599" name="Google Shape;11599;p13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3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3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134"/>
          <p:cNvGrpSpPr/>
          <p:nvPr/>
        </p:nvGrpSpPr>
        <p:grpSpPr>
          <a:xfrm>
            <a:off x="4896229" y="3785989"/>
            <a:ext cx="278784" cy="354594"/>
            <a:chOff x="4896229" y="3785989"/>
            <a:chExt cx="278784" cy="354594"/>
          </a:xfrm>
        </p:grpSpPr>
        <p:sp>
          <p:nvSpPr>
            <p:cNvPr id="11606" name="Google Shape;11606;p13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3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3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134"/>
          <p:cNvGrpSpPr/>
          <p:nvPr/>
        </p:nvGrpSpPr>
        <p:grpSpPr>
          <a:xfrm>
            <a:off x="7592387" y="3787858"/>
            <a:ext cx="273874" cy="351204"/>
            <a:chOff x="7592387" y="3787858"/>
            <a:chExt cx="273874" cy="351204"/>
          </a:xfrm>
        </p:grpSpPr>
        <p:sp>
          <p:nvSpPr>
            <p:cNvPr id="11613" name="Google Shape;11613;p13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3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134"/>
          <p:cNvGrpSpPr/>
          <p:nvPr/>
        </p:nvGrpSpPr>
        <p:grpSpPr>
          <a:xfrm>
            <a:off x="7145794" y="3787858"/>
            <a:ext cx="274254" cy="350444"/>
            <a:chOff x="7145794" y="3787858"/>
            <a:chExt cx="274254" cy="350444"/>
          </a:xfrm>
        </p:grpSpPr>
        <p:sp>
          <p:nvSpPr>
            <p:cNvPr id="11618" name="Google Shape;11618;p13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134"/>
          <p:cNvGrpSpPr/>
          <p:nvPr/>
        </p:nvGrpSpPr>
        <p:grpSpPr>
          <a:xfrm>
            <a:off x="8054060" y="3787098"/>
            <a:ext cx="266334" cy="353834"/>
            <a:chOff x="8054060" y="3787098"/>
            <a:chExt cx="266334" cy="353834"/>
          </a:xfrm>
        </p:grpSpPr>
        <p:sp>
          <p:nvSpPr>
            <p:cNvPr id="11625" name="Google Shape;11625;p13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3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3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134"/>
          <p:cNvGrpSpPr/>
          <p:nvPr/>
        </p:nvGrpSpPr>
        <p:grpSpPr>
          <a:xfrm>
            <a:off x="6702211" y="3782599"/>
            <a:ext cx="270104" cy="361754"/>
            <a:chOff x="6702211" y="3782599"/>
            <a:chExt cx="270104" cy="361754"/>
          </a:xfrm>
        </p:grpSpPr>
        <p:sp>
          <p:nvSpPr>
            <p:cNvPr id="11630" name="Google Shape;11630;p13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3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3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3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3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134"/>
          <p:cNvGrpSpPr/>
          <p:nvPr/>
        </p:nvGrpSpPr>
        <p:grpSpPr>
          <a:xfrm>
            <a:off x="3516886" y="3438727"/>
            <a:ext cx="391854" cy="269922"/>
            <a:chOff x="3516850" y="3406526"/>
            <a:chExt cx="369674" cy="254644"/>
          </a:xfrm>
        </p:grpSpPr>
        <p:sp>
          <p:nvSpPr>
            <p:cNvPr id="11636" name="Google Shape;11636;p13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3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3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3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134"/>
          <p:cNvGrpSpPr/>
          <p:nvPr/>
        </p:nvGrpSpPr>
        <p:grpSpPr>
          <a:xfrm>
            <a:off x="1310655" y="3360527"/>
            <a:ext cx="306314" cy="347403"/>
            <a:chOff x="1310655" y="3360527"/>
            <a:chExt cx="306314" cy="347403"/>
          </a:xfrm>
        </p:grpSpPr>
        <p:sp>
          <p:nvSpPr>
            <p:cNvPr id="11641" name="Google Shape;11641;p13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3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3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3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3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134"/>
          <p:cNvGrpSpPr/>
          <p:nvPr/>
        </p:nvGrpSpPr>
        <p:grpSpPr>
          <a:xfrm>
            <a:off x="3119678" y="3360146"/>
            <a:ext cx="269343" cy="348543"/>
            <a:chOff x="3119678" y="3360146"/>
            <a:chExt cx="269343" cy="348543"/>
          </a:xfrm>
        </p:grpSpPr>
        <p:sp>
          <p:nvSpPr>
            <p:cNvPr id="11647" name="Google Shape;11647;p13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3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3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3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134"/>
          <p:cNvGrpSpPr/>
          <p:nvPr/>
        </p:nvGrpSpPr>
        <p:grpSpPr>
          <a:xfrm>
            <a:off x="3967213" y="3356947"/>
            <a:ext cx="368185" cy="354753"/>
            <a:chOff x="3967213" y="3356947"/>
            <a:chExt cx="368185" cy="354753"/>
          </a:xfrm>
        </p:grpSpPr>
        <p:sp>
          <p:nvSpPr>
            <p:cNvPr id="11655" name="Google Shape;11655;p13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3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3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3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134"/>
          <p:cNvGrpSpPr/>
          <p:nvPr/>
        </p:nvGrpSpPr>
        <p:grpSpPr>
          <a:xfrm>
            <a:off x="871254" y="3360146"/>
            <a:ext cx="285183" cy="347023"/>
            <a:chOff x="871254" y="3360146"/>
            <a:chExt cx="285183" cy="347023"/>
          </a:xfrm>
        </p:grpSpPr>
        <p:sp>
          <p:nvSpPr>
            <p:cNvPr id="11661" name="Google Shape;11661;p13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3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134"/>
          <p:cNvGrpSpPr/>
          <p:nvPr/>
        </p:nvGrpSpPr>
        <p:grpSpPr>
          <a:xfrm>
            <a:off x="2665165" y="3360146"/>
            <a:ext cx="281794" cy="349684"/>
            <a:chOff x="2665165" y="3360146"/>
            <a:chExt cx="281794" cy="349684"/>
          </a:xfrm>
        </p:grpSpPr>
        <p:sp>
          <p:nvSpPr>
            <p:cNvPr id="11666" name="Google Shape;11666;p13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3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3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134"/>
          <p:cNvGrpSpPr/>
          <p:nvPr/>
        </p:nvGrpSpPr>
        <p:grpSpPr>
          <a:xfrm>
            <a:off x="7156344" y="3347696"/>
            <a:ext cx="264465" cy="353074"/>
            <a:chOff x="7156344" y="3347696"/>
            <a:chExt cx="264465" cy="353074"/>
          </a:xfrm>
        </p:grpSpPr>
        <p:sp>
          <p:nvSpPr>
            <p:cNvPr id="11672" name="Google Shape;11672;p13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3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3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3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3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134"/>
          <p:cNvGrpSpPr/>
          <p:nvPr/>
        </p:nvGrpSpPr>
        <p:grpSpPr>
          <a:xfrm>
            <a:off x="6703732" y="3346936"/>
            <a:ext cx="264813" cy="352693"/>
            <a:chOff x="6703732" y="3346936"/>
            <a:chExt cx="264813" cy="352693"/>
          </a:xfrm>
        </p:grpSpPr>
        <p:sp>
          <p:nvSpPr>
            <p:cNvPr id="11678" name="Google Shape;11678;p13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134"/>
          <p:cNvGrpSpPr/>
          <p:nvPr/>
        </p:nvGrpSpPr>
        <p:grpSpPr>
          <a:xfrm>
            <a:off x="6252228" y="3346936"/>
            <a:ext cx="265193" cy="352693"/>
            <a:chOff x="6252228" y="3346936"/>
            <a:chExt cx="265193" cy="352693"/>
          </a:xfrm>
        </p:grpSpPr>
        <p:sp>
          <p:nvSpPr>
            <p:cNvPr id="11684" name="Google Shape;11684;p13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134"/>
          <p:cNvGrpSpPr/>
          <p:nvPr/>
        </p:nvGrpSpPr>
        <p:grpSpPr>
          <a:xfrm>
            <a:off x="5801105" y="3347696"/>
            <a:ext cx="264813" cy="351933"/>
            <a:chOff x="5801105" y="3347696"/>
            <a:chExt cx="264813" cy="351933"/>
          </a:xfrm>
        </p:grpSpPr>
        <p:sp>
          <p:nvSpPr>
            <p:cNvPr id="11688" name="Google Shape;11688;p13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3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134"/>
          <p:cNvGrpSpPr/>
          <p:nvPr/>
        </p:nvGrpSpPr>
        <p:grpSpPr>
          <a:xfrm>
            <a:off x="5349253" y="3346936"/>
            <a:ext cx="265922" cy="352693"/>
            <a:chOff x="5349253" y="3346936"/>
            <a:chExt cx="265922" cy="352693"/>
          </a:xfrm>
        </p:grpSpPr>
        <p:sp>
          <p:nvSpPr>
            <p:cNvPr id="11693" name="Google Shape;11693;p13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3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3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3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134"/>
          <p:cNvGrpSpPr/>
          <p:nvPr/>
        </p:nvGrpSpPr>
        <p:grpSpPr>
          <a:xfrm>
            <a:off x="4907159" y="3346936"/>
            <a:ext cx="264845" cy="354214"/>
            <a:chOff x="4907159" y="3346936"/>
            <a:chExt cx="264845" cy="354214"/>
          </a:xfrm>
        </p:grpSpPr>
        <p:sp>
          <p:nvSpPr>
            <p:cNvPr id="11700" name="Google Shape;11700;p13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134"/>
          <p:cNvGrpSpPr/>
          <p:nvPr/>
        </p:nvGrpSpPr>
        <p:grpSpPr>
          <a:xfrm>
            <a:off x="8048421" y="3334486"/>
            <a:ext cx="276503" cy="369674"/>
            <a:chOff x="8048421" y="3334486"/>
            <a:chExt cx="276503" cy="369674"/>
          </a:xfrm>
        </p:grpSpPr>
        <p:sp>
          <p:nvSpPr>
            <p:cNvPr id="11703" name="Google Shape;11703;p13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3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3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3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134"/>
          <p:cNvGrpSpPr/>
          <p:nvPr/>
        </p:nvGrpSpPr>
        <p:grpSpPr>
          <a:xfrm>
            <a:off x="7575787" y="3329955"/>
            <a:ext cx="295384" cy="376834"/>
            <a:chOff x="7575787" y="3329955"/>
            <a:chExt cx="295384" cy="376834"/>
          </a:xfrm>
        </p:grpSpPr>
        <p:sp>
          <p:nvSpPr>
            <p:cNvPr id="11710" name="Google Shape;11710;p13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3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3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3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134"/>
          <p:cNvGrpSpPr/>
          <p:nvPr/>
        </p:nvGrpSpPr>
        <p:grpSpPr>
          <a:xfrm>
            <a:off x="864062" y="2884503"/>
            <a:ext cx="264084" cy="347783"/>
            <a:chOff x="864062" y="2884503"/>
            <a:chExt cx="264084" cy="347783"/>
          </a:xfrm>
        </p:grpSpPr>
        <p:sp>
          <p:nvSpPr>
            <p:cNvPr id="11717" name="Google Shape;11717;p13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3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3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3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3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3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134"/>
          <p:cNvGrpSpPr/>
          <p:nvPr/>
        </p:nvGrpSpPr>
        <p:grpSpPr>
          <a:xfrm>
            <a:off x="3978523" y="2884661"/>
            <a:ext cx="348955" cy="346516"/>
            <a:chOff x="3978523" y="2884661"/>
            <a:chExt cx="348955" cy="346516"/>
          </a:xfrm>
        </p:grpSpPr>
        <p:sp>
          <p:nvSpPr>
            <p:cNvPr id="11728" name="Google Shape;11728;p13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3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3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3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134"/>
          <p:cNvGrpSpPr/>
          <p:nvPr/>
        </p:nvGrpSpPr>
        <p:grpSpPr>
          <a:xfrm>
            <a:off x="3527780" y="2885263"/>
            <a:ext cx="347435" cy="345534"/>
            <a:chOff x="3527780" y="2885263"/>
            <a:chExt cx="347435" cy="345534"/>
          </a:xfrm>
        </p:grpSpPr>
        <p:sp>
          <p:nvSpPr>
            <p:cNvPr id="11737" name="Google Shape;11737;p13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3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3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3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3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3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3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3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3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3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3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3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3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134"/>
          <p:cNvGrpSpPr/>
          <p:nvPr/>
        </p:nvGrpSpPr>
        <p:grpSpPr>
          <a:xfrm>
            <a:off x="2239671" y="2884503"/>
            <a:ext cx="218053" cy="348543"/>
            <a:chOff x="2239671" y="2884503"/>
            <a:chExt cx="218053" cy="348543"/>
          </a:xfrm>
        </p:grpSpPr>
        <p:sp>
          <p:nvSpPr>
            <p:cNvPr id="11761" name="Google Shape;11761;p13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3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3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134"/>
          <p:cNvGrpSpPr/>
          <p:nvPr/>
        </p:nvGrpSpPr>
        <p:grpSpPr>
          <a:xfrm>
            <a:off x="2691555" y="2884503"/>
            <a:ext cx="215044" cy="348924"/>
            <a:chOff x="2691555" y="2884503"/>
            <a:chExt cx="215044" cy="348924"/>
          </a:xfrm>
        </p:grpSpPr>
        <p:sp>
          <p:nvSpPr>
            <p:cNvPr id="11767" name="Google Shape;11767;p13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3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3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134"/>
          <p:cNvGrpSpPr/>
          <p:nvPr/>
        </p:nvGrpSpPr>
        <p:grpSpPr>
          <a:xfrm>
            <a:off x="1770459" y="2884503"/>
            <a:ext cx="254644" cy="348828"/>
            <a:chOff x="1770459" y="2884503"/>
            <a:chExt cx="254644" cy="348828"/>
          </a:xfrm>
        </p:grpSpPr>
        <p:sp>
          <p:nvSpPr>
            <p:cNvPr id="11771" name="Google Shape;11771;p13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3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3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3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3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3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134"/>
          <p:cNvGrpSpPr/>
          <p:nvPr/>
        </p:nvGrpSpPr>
        <p:grpSpPr>
          <a:xfrm>
            <a:off x="1317466" y="2884883"/>
            <a:ext cx="258382" cy="348543"/>
            <a:chOff x="1317466" y="2884883"/>
            <a:chExt cx="258382" cy="348543"/>
          </a:xfrm>
        </p:grpSpPr>
        <p:sp>
          <p:nvSpPr>
            <p:cNvPr id="11780" name="Google Shape;11780;p13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3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3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3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3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134"/>
          <p:cNvGrpSpPr/>
          <p:nvPr/>
        </p:nvGrpSpPr>
        <p:grpSpPr>
          <a:xfrm>
            <a:off x="3121167" y="2884883"/>
            <a:ext cx="258414" cy="348543"/>
            <a:chOff x="3121167" y="2884883"/>
            <a:chExt cx="258414" cy="348543"/>
          </a:xfrm>
        </p:grpSpPr>
        <p:sp>
          <p:nvSpPr>
            <p:cNvPr id="11789" name="Google Shape;11789;p13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3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3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3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3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3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134"/>
          <p:cNvGrpSpPr/>
          <p:nvPr/>
        </p:nvGrpSpPr>
        <p:grpSpPr>
          <a:xfrm>
            <a:off x="4899999" y="2882095"/>
            <a:ext cx="271244" cy="346801"/>
            <a:chOff x="4899999" y="2882095"/>
            <a:chExt cx="271244" cy="346801"/>
          </a:xfrm>
        </p:grpSpPr>
        <p:sp>
          <p:nvSpPr>
            <p:cNvPr id="11798" name="Google Shape;11798;p13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3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3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3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3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134"/>
          <p:cNvGrpSpPr/>
          <p:nvPr/>
        </p:nvGrpSpPr>
        <p:grpSpPr>
          <a:xfrm>
            <a:off x="7162775" y="2881113"/>
            <a:ext cx="259523" cy="346294"/>
            <a:chOff x="7162775" y="2881113"/>
            <a:chExt cx="259523" cy="346294"/>
          </a:xfrm>
        </p:grpSpPr>
        <p:sp>
          <p:nvSpPr>
            <p:cNvPr id="11809" name="Google Shape;11809;p13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3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3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3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134"/>
          <p:cNvGrpSpPr/>
          <p:nvPr/>
        </p:nvGrpSpPr>
        <p:grpSpPr>
          <a:xfrm>
            <a:off x="6709751" y="2881842"/>
            <a:ext cx="261075" cy="347815"/>
            <a:chOff x="6709751" y="2881842"/>
            <a:chExt cx="261075" cy="347815"/>
          </a:xfrm>
        </p:grpSpPr>
        <p:sp>
          <p:nvSpPr>
            <p:cNvPr id="11816" name="Google Shape;11816;p13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134"/>
          <p:cNvGrpSpPr/>
          <p:nvPr/>
        </p:nvGrpSpPr>
        <p:grpSpPr>
          <a:xfrm>
            <a:off x="5807156" y="2881113"/>
            <a:ext cx="261043" cy="348163"/>
            <a:chOff x="5807156" y="2881113"/>
            <a:chExt cx="261043" cy="348163"/>
          </a:xfrm>
        </p:grpSpPr>
        <p:sp>
          <p:nvSpPr>
            <p:cNvPr id="11823" name="Google Shape;11823;p13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3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3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134"/>
          <p:cNvGrpSpPr/>
          <p:nvPr/>
        </p:nvGrpSpPr>
        <p:grpSpPr>
          <a:xfrm>
            <a:off x="5355653" y="2881493"/>
            <a:ext cx="262184" cy="346643"/>
            <a:chOff x="5355653" y="2881493"/>
            <a:chExt cx="262184" cy="346643"/>
          </a:xfrm>
        </p:grpSpPr>
        <p:sp>
          <p:nvSpPr>
            <p:cNvPr id="11829" name="Google Shape;11829;p13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3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3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34"/>
          <p:cNvGrpSpPr/>
          <p:nvPr/>
        </p:nvGrpSpPr>
        <p:grpSpPr>
          <a:xfrm>
            <a:off x="8055961" y="2881842"/>
            <a:ext cx="260283" cy="345914"/>
            <a:chOff x="8055961" y="2881842"/>
            <a:chExt cx="260283" cy="345914"/>
          </a:xfrm>
        </p:grpSpPr>
        <p:sp>
          <p:nvSpPr>
            <p:cNvPr id="11835" name="Google Shape;11835;p13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3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134"/>
          <p:cNvGrpSpPr/>
          <p:nvPr/>
        </p:nvGrpSpPr>
        <p:grpSpPr>
          <a:xfrm>
            <a:off x="7609368" y="2893912"/>
            <a:ext cx="264813" cy="353105"/>
            <a:chOff x="7609368" y="2893912"/>
            <a:chExt cx="264813" cy="353105"/>
          </a:xfrm>
        </p:grpSpPr>
        <p:sp>
          <p:nvSpPr>
            <p:cNvPr id="11840" name="Google Shape;11840;p13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3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3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134"/>
          <p:cNvGrpSpPr/>
          <p:nvPr/>
        </p:nvGrpSpPr>
        <p:grpSpPr>
          <a:xfrm>
            <a:off x="6248458" y="2869772"/>
            <a:ext cx="270864" cy="360645"/>
            <a:chOff x="6248458" y="2869772"/>
            <a:chExt cx="270864" cy="360645"/>
          </a:xfrm>
        </p:grpSpPr>
        <p:sp>
          <p:nvSpPr>
            <p:cNvPr id="11847" name="Google Shape;11847;p13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3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3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134"/>
          <p:cNvGrpSpPr/>
          <p:nvPr/>
        </p:nvGrpSpPr>
        <p:grpSpPr>
          <a:xfrm>
            <a:off x="3075928" y="2445798"/>
            <a:ext cx="363243" cy="300675"/>
            <a:chOff x="3075928" y="2445798"/>
            <a:chExt cx="363243" cy="300675"/>
          </a:xfrm>
        </p:grpSpPr>
        <p:sp>
          <p:nvSpPr>
            <p:cNvPr id="11853" name="Google Shape;11853;p13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3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3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3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3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3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134"/>
          <p:cNvGrpSpPr/>
          <p:nvPr/>
        </p:nvGrpSpPr>
        <p:grpSpPr>
          <a:xfrm>
            <a:off x="2633105" y="2431859"/>
            <a:ext cx="363243" cy="328585"/>
            <a:chOff x="2633105" y="2431859"/>
            <a:chExt cx="363243" cy="328585"/>
          </a:xfrm>
        </p:grpSpPr>
        <p:sp>
          <p:nvSpPr>
            <p:cNvPr id="11865" name="Google Shape;11865;p13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3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3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3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3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3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134"/>
          <p:cNvGrpSpPr/>
          <p:nvPr/>
        </p:nvGrpSpPr>
        <p:grpSpPr>
          <a:xfrm>
            <a:off x="2189142" y="2421310"/>
            <a:ext cx="365904" cy="350064"/>
            <a:chOff x="2189142" y="2421310"/>
            <a:chExt cx="365904" cy="350064"/>
          </a:xfrm>
        </p:grpSpPr>
        <p:sp>
          <p:nvSpPr>
            <p:cNvPr id="11874" name="Google Shape;11874;p13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3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3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3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3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3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3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3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13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4" name="Google Shape;11884;p134"/>
          <p:cNvGrpSpPr/>
          <p:nvPr/>
        </p:nvGrpSpPr>
        <p:grpSpPr>
          <a:xfrm>
            <a:off x="3961923" y="2486317"/>
            <a:ext cx="364415" cy="220936"/>
            <a:chOff x="3961923" y="2486317"/>
            <a:chExt cx="364415" cy="220936"/>
          </a:xfrm>
        </p:grpSpPr>
        <p:sp>
          <p:nvSpPr>
            <p:cNvPr id="11885" name="Google Shape;11885;p13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3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3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9" name="Google Shape;11889;p13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0" name="Google Shape;11890;p134"/>
          <p:cNvGrpSpPr/>
          <p:nvPr/>
        </p:nvGrpSpPr>
        <p:grpSpPr>
          <a:xfrm>
            <a:off x="1303876" y="2419377"/>
            <a:ext cx="363275" cy="354626"/>
            <a:chOff x="1303876" y="2419377"/>
            <a:chExt cx="363275" cy="354626"/>
          </a:xfrm>
        </p:grpSpPr>
        <p:sp>
          <p:nvSpPr>
            <p:cNvPr id="11891" name="Google Shape;11891;p13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134"/>
          <p:cNvGrpSpPr/>
          <p:nvPr/>
        </p:nvGrpSpPr>
        <p:grpSpPr>
          <a:xfrm>
            <a:off x="861053" y="2414910"/>
            <a:ext cx="362134" cy="363623"/>
            <a:chOff x="861053" y="2414910"/>
            <a:chExt cx="362134" cy="363623"/>
          </a:xfrm>
        </p:grpSpPr>
        <p:sp>
          <p:nvSpPr>
            <p:cNvPr id="11900" name="Google Shape;11900;p13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3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3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3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134"/>
          <p:cNvGrpSpPr/>
          <p:nvPr/>
        </p:nvGrpSpPr>
        <p:grpSpPr>
          <a:xfrm>
            <a:off x="7594288" y="2415259"/>
            <a:ext cx="279513" cy="355735"/>
            <a:chOff x="7594288" y="2415259"/>
            <a:chExt cx="279513" cy="355735"/>
          </a:xfrm>
        </p:grpSpPr>
        <p:sp>
          <p:nvSpPr>
            <p:cNvPr id="11906" name="Google Shape;11906;p13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3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3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3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134"/>
          <p:cNvGrpSpPr/>
          <p:nvPr/>
        </p:nvGrpSpPr>
        <p:grpSpPr>
          <a:xfrm>
            <a:off x="7145794" y="2415639"/>
            <a:ext cx="278784" cy="355735"/>
            <a:chOff x="7145794" y="2415639"/>
            <a:chExt cx="278784" cy="355735"/>
          </a:xfrm>
        </p:grpSpPr>
        <p:sp>
          <p:nvSpPr>
            <p:cNvPr id="11913" name="Google Shape;11913;p13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3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3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3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3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3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3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134"/>
          <p:cNvGrpSpPr/>
          <p:nvPr/>
        </p:nvGrpSpPr>
        <p:grpSpPr>
          <a:xfrm>
            <a:off x="6698441" y="2414530"/>
            <a:ext cx="277644" cy="357984"/>
            <a:chOff x="6698441" y="2414530"/>
            <a:chExt cx="277644" cy="357984"/>
          </a:xfrm>
        </p:grpSpPr>
        <p:sp>
          <p:nvSpPr>
            <p:cNvPr id="11924" name="Google Shape;11924;p13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3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3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3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134"/>
          <p:cNvGrpSpPr/>
          <p:nvPr/>
        </p:nvGrpSpPr>
        <p:grpSpPr>
          <a:xfrm>
            <a:off x="4897750" y="2415639"/>
            <a:ext cx="279513" cy="357255"/>
            <a:chOff x="4897750" y="2415639"/>
            <a:chExt cx="279513" cy="357255"/>
          </a:xfrm>
        </p:grpSpPr>
        <p:sp>
          <p:nvSpPr>
            <p:cNvPr id="11931" name="Google Shape;11931;p13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3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3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3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3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3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134"/>
          <p:cNvGrpSpPr/>
          <p:nvPr/>
        </p:nvGrpSpPr>
        <p:grpSpPr>
          <a:xfrm>
            <a:off x="5812066" y="2416019"/>
            <a:ext cx="264813" cy="353454"/>
            <a:chOff x="5812066" y="2416019"/>
            <a:chExt cx="264813" cy="353454"/>
          </a:xfrm>
        </p:grpSpPr>
        <p:sp>
          <p:nvSpPr>
            <p:cNvPr id="11940" name="Google Shape;11940;p13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3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3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3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3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3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3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134"/>
          <p:cNvGrpSpPr/>
          <p:nvPr/>
        </p:nvGrpSpPr>
        <p:grpSpPr>
          <a:xfrm>
            <a:off x="8054820" y="2416399"/>
            <a:ext cx="264433" cy="353454"/>
            <a:chOff x="8054820" y="2416399"/>
            <a:chExt cx="264433" cy="353454"/>
          </a:xfrm>
        </p:grpSpPr>
        <p:sp>
          <p:nvSpPr>
            <p:cNvPr id="11948" name="Google Shape;11948;p13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3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3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134"/>
          <p:cNvGrpSpPr/>
          <p:nvPr/>
        </p:nvGrpSpPr>
        <p:grpSpPr>
          <a:xfrm>
            <a:off x="5356413" y="2413390"/>
            <a:ext cx="271212" cy="361374"/>
            <a:chOff x="5356413" y="2413390"/>
            <a:chExt cx="271212" cy="361374"/>
          </a:xfrm>
        </p:grpSpPr>
        <p:sp>
          <p:nvSpPr>
            <p:cNvPr id="11955" name="Google Shape;11955;p13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3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3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134"/>
          <p:cNvGrpSpPr/>
          <p:nvPr/>
        </p:nvGrpSpPr>
        <p:grpSpPr>
          <a:xfrm>
            <a:off x="6255238" y="2412249"/>
            <a:ext cx="271244" cy="360994"/>
            <a:chOff x="6255238" y="2412249"/>
            <a:chExt cx="271244" cy="360994"/>
          </a:xfrm>
        </p:grpSpPr>
        <p:sp>
          <p:nvSpPr>
            <p:cNvPr id="11961" name="Google Shape;11961;p13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3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134"/>
          <p:cNvGrpSpPr/>
          <p:nvPr/>
        </p:nvGrpSpPr>
        <p:grpSpPr>
          <a:xfrm>
            <a:off x="2185372" y="1957799"/>
            <a:ext cx="366664" cy="366981"/>
            <a:chOff x="2185372" y="1957799"/>
            <a:chExt cx="366664" cy="366981"/>
          </a:xfrm>
        </p:grpSpPr>
        <p:sp>
          <p:nvSpPr>
            <p:cNvPr id="11968" name="Google Shape;11968;p13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3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3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3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134"/>
          <p:cNvGrpSpPr/>
          <p:nvPr/>
        </p:nvGrpSpPr>
        <p:grpSpPr>
          <a:xfrm>
            <a:off x="1737258" y="1988371"/>
            <a:ext cx="370814" cy="307359"/>
            <a:chOff x="1737258" y="1988371"/>
            <a:chExt cx="370814" cy="307359"/>
          </a:xfrm>
        </p:grpSpPr>
        <p:sp>
          <p:nvSpPr>
            <p:cNvPr id="11977" name="Google Shape;11977;p13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3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3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134"/>
          <p:cNvGrpSpPr/>
          <p:nvPr/>
        </p:nvGrpSpPr>
        <p:grpSpPr>
          <a:xfrm>
            <a:off x="848983" y="1989511"/>
            <a:ext cx="369294" cy="304350"/>
            <a:chOff x="848983" y="1989511"/>
            <a:chExt cx="369294" cy="304350"/>
          </a:xfrm>
        </p:grpSpPr>
        <p:sp>
          <p:nvSpPr>
            <p:cNvPr id="11982" name="Google Shape;11982;p13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3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134"/>
          <p:cNvGrpSpPr/>
          <p:nvPr/>
        </p:nvGrpSpPr>
        <p:grpSpPr>
          <a:xfrm>
            <a:off x="3074027" y="1983777"/>
            <a:ext cx="380604" cy="313854"/>
            <a:chOff x="3074027" y="1983777"/>
            <a:chExt cx="380604" cy="313854"/>
          </a:xfrm>
        </p:grpSpPr>
        <p:sp>
          <p:nvSpPr>
            <p:cNvPr id="11988" name="Google Shape;11988;p13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3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3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3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134"/>
          <p:cNvGrpSpPr/>
          <p:nvPr/>
        </p:nvGrpSpPr>
        <p:grpSpPr>
          <a:xfrm>
            <a:off x="3522521" y="1975857"/>
            <a:ext cx="367013" cy="331278"/>
            <a:chOff x="3522521" y="1975857"/>
            <a:chExt cx="367013" cy="331278"/>
          </a:xfrm>
        </p:grpSpPr>
        <p:sp>
          <p:nvSpPr>
            <p:cNvPr id="11994" name="Google Shape;11994;p13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3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3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3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3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3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134"/>
          <p:cNvGrpSpPr/>
          <p:nvPr/>
        </p:nvGrpSpPr>
        <p:grpSpPr>
          <a:xfrm>
            <a:off x="2630824" y="1976966"/>
            <a:ext cx="368185" cy="330454"/>
            <a:chOff x="2630824" y="1976966"/>
            <a:chExt cx="368185" cy="330454"/>
          </a:xfrm>
        </p:grpSpPr>
        <p:sp>
          <p:nvSpPr>
            <p:cNvPr id="12002" name="Google Shape;12002;p13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3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3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3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3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3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134"/>
          <p:cNvGrpSpPr/>
          <p:nvPr/>
        </p:nvGrpSpPr>
        <p:grpSpPr>
          <a:xfrm>
            <a:off x="1293706" y="1966416"/>
            <a:ext cx="369294" cy="350444"/>
            <a:chOff x="1293706" y="1966416"/>
            <a:chExt cx="369294" cy="350444"/>
          </a:xfrm>
        </p:grpSpPr>
        <p:sp>
          <p:nvSpPr>
            <p:cNvPr id="12011" name="Google Shape;12011;p13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3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3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134"/>
          <p:cNvGrpSpPr/>
          <p:nvPr/>
        </p:nvGrpSpPr>
        <p:grpSpPr>
          <a:xfrm>
            <a:off x="3967213" y="1975477"/>
            <a:ext cx="368185" cy="331816"/>
            <a:chOff x="3967213" y="1975477"/>
            <a:chExt cx="368185" cy="331816"/>
          </a:xfrm>
        </p:grpSpPr>
        <p:sp>
          <p:nvSpPr>
            <p:cNvPr id="12020" name="Google Shape;12020;p13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3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134"/>
          <p:cNvGrpSpPr/>
          <p:nvPr/>
        </p:nvGrpSpPr>
        <p:grpSpPr>
          <a:xfrm>
            <a:off x="8047661" y="1969046"/>
            <a:ext cx="279132" cy="356875"/>
            <a:chOff x="8047661" y="1969046"/>
            <a:chExt cx="279132" cy="356875"/>
          </a:xfrm>
        </p:grpSpPr>
        <p:sp>
          <p:nvSpPr>
            <p:cNvPr id="12024" name="Google Shape;12024;p13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3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3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3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134"/>
          <p:cNvGrpSpPr/>
          <p:nvPr/>
        </p:nvGrpSpPr>
        <p:grpSpPr>
          <a:xfrm>
            <a:off x="7596157" y="1968159"/>
            <a:ext cx="279544" cy="358142"/>
            <a:chOff x="7596157" y="1968159"/>
            <a:chExt cx="279544" cy="358142"/>
          </a:xfrm>
        </p:grpSpPr>
        <p:sp>
          <p:nvSpPr>
            <p:cNvPr id="12029" name="Google Shape;12029;p13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3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3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3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134"/>
          <p:cNvGrpSpPr/>
          <p:nvPr/>
        </p:nvGrpSpPr>
        <p:grpSpPr>
          <a:xfrm>
            <a:off x="7147315" y="1969046"/>
            <a:ext cx="279513" cy="357636"/>
            <a:chOff x="7147315" y="1969046"/>
            <a:chExt cx="279513" cy="357636"/>
          </a:xfrm>
        </p:grpSpPr>
        <p:sp>
          <p:nvSpPr>
            <p:cNvPr id="12036" name="Google Shape;12036;p13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3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3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134"/>
          <p:cNvGrpSpPr/>
          <p:nvPr/>
        </p:nvGrpSpPr>
        <p:grpSpPr>
          <a:xfrm>
            <a:off x="6697681" y="1968317"/>
            <a:ext cx="280305" cy="359093"/>
            <a:chOff x="6697681" y="1968317"/>
            <a:chExt cx="280305" cy="359093"/>
          </a:xfrm>
        </p:grpSpPr>
        <p:sp>
          <p:nvSpPr>
            <p:cNvPr id="12044" name="Google Shape;12044;p13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3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3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3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3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3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3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134"/>
          <p:cNvGrpSpPr/>
          <p:nvPr/>
        </p:nvGrpSpPr>
        <p:grpSpPr>
          <a:xfrm>
            <a:off x="6248839" y="1967937"/>
            <a:ext cx="280273" cy="358744"/>
            <a:chOff x="6248839" y="1967937"/>
            <a:chExt cx="280273" cy="358744"/>
          </a:xfrm>
        </p:grpSpPr>
        <p:sp>
          <p:nvSpPr>
            <p:cNvPr id="12052" name="Google Shape;12052;p13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3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3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3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3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3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134"/>
          <p:cNvGrpSpPr/>
          <p:nvPr/>
        </p:nvGrpSpPr>
        <p:grpSpPr>
          <a:xfrm>
            <a:off x="5801485" y="1969046"/>
            <a:ext cx="279164" cy="357794"/>
            <a:chOff x="5801485" y="1969046"/>
            <a:chExt cx="279164" cy="357794"/>
          </a:xfrm>
        </p:grpSpPr>
        <p:sp>
          <p:nvSpPr>
            <p:cNvPr id="12059" name="Google Shape;12059;p13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3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3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3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3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3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3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3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3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3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3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3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3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134"/>
          <p:cNvGrpSpPr/>
          <p:nvPr/>
        </p:nvGrpSpPr>
        <p:grpSpPr>
          <a:xfrm>
            <a:off x="5352643" y="1969046"/>
            <a:ext cx="278404" cy="358364"/>
            <a:chOff x="5352643" y="1969046"/>
            <a:chExt cx="278404" cy="358364"/>
          </a:xfrm>
        </p:grpSpPr>
        <p:sp>
          <p:nvSpPr>
            <p:cNvPr id="12073" name="Google Shape;12073;p13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3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3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3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134"/>
          <p:cNvGrpSpPr/>
          <p:nvPr/>
        </p:nvGrpSpPr>
        <p:grpSpPr>
          <a:xfrm>
            <a:off x="4897750" y="1968317"/>
            <a:ext cx="279132" cy="358364"/>
            <a:chOff x="4897750" y="1968317"/>
            <a:chExt cx="279132" cy="358364"/>
          </a:xfrm>
        </p:grpSpPr>
        <p:sp>
          <p:nvSpPr>
            <p:cNvPr id="12078" name="Google Shape;12078;p13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3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3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3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3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3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3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3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3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3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3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3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3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1" name="Google Shape;12091;p13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2" name="Google Shape;12092;p134"/>
          <p:cNvGrpSpPr/>
          <p:nvPr/>
        </p:nvGrpSpPr>
        <p:grpSpPr>
          <a:xfrm>
            <a:off x="1767449" y="1513044"/>
            <a:ext cx="324403" cy="347783"/>
            <a:chOff x="1767449" y="1513044"/>
            <a:chExt cx="324403" cy="347783"/>
          </a:xfrm>
        </p:grpSpPr>
        <p:sp>
          <p:nvSpPr>
            <p:cNvPr id="12093" name="Google Shape;12093;p13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3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3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3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3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3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3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3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3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134"/>
          <p:cNvGrpSpPr/>
          <p:nvPr/>
        </p:nvGrpSpPr>
        <p:grpSpPr>
          <a:xfrm>
            <a:off x="4007193" y="1512727"/>
            <a:ext cx="320633" cy="348100"/>
            <a:chOff x="4007193" y="1512727"/>
            <a:chExt cx="320633" cy="348100"/>
          </a:xfrm>
        </p:grpSpPr>
        <p:sp>
          <p:nvSpPr>
            <p:cNvPr id="12103" name="Google Shape;12103;p13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3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3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3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3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134"/>
          <p:cNvGrpSpPr/>
          <p:nvPr/>
        </p:nvGrpSpPr>
        <p:grpSpPr>
          <a:xfrm>
            <a:off x="3530425" y="1508747"/>
            <a:ext cx="368175" cy="344594"/>
            <a:chOff x="3530425" y="1508747"/>
            <a:chExt cx="368175" cy="344594"/>
          </a:xfrm>
        </p:grpSpPr>
        <p:sp>
          <p:nvSpPr>
            <p:cNvPr id="12109" name="Google Shape;12109;p13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3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3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3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134"/>
          <p:cNvGrpSpPr/>
          <p:nvPr/>
        </p:nvGrpSpPr>
        <p:grpSpPr>
          <a:xfrm>
            <a:off x="3127598" y="1513234"/>
            <a:ext cx="289714" cy="347593"/>
            <a:chOff x="3127598" y="1513234"/>
            <a:chExt cx="289714" cy="347593"/>
          </a:xfrm>
        </p:grpSpPr>
        <p:sp>
          <p:nvSpPr>
            <p:cNvPr id="12114" name="Google Shape;12114;p13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3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3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3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3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134"/>
          <p:cNvGrpSpPr/>
          <p:nvPr/>
        </p:nvGrpSpPr>
        <p:grpSpPr>
          <a:xfrm>
            <a:off x="2662884" y="1513044"/>
            <a:ext cx="322914" cy="348543"/>
            <a:chOff x="2662884" y="1513044"/>
            <a:chExt cx="322914" cy="348543"/>
          </a:xfrm>
        </p:grpSpPr>
        <p:sp>
          <p:nvSpPr>
            <p:cNvPr id="12120" name="Google Shape;12120;p13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3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3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3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3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3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3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3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3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3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134"/>
          <p:cNvGrpSpPr/>
          <p:nvPr/>
        </p:nvGrpSpPr>
        <p:grpSpPr>
          <a:xfrm>
            <a:off x="2232511" y="1512759"/>
            <a:ext cx="299534" cy="348068"/>
            <a:chOff x="2232511" y="1512759"/>
            <a:chExt cx="299534" cy="348068"/>
          </a:xfrm>
        </p:grpSpPr>
        <p:sp>
          <p:nvSpPr>
            <p:cNvPr id="12131" name="Google Shape;12131;p13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3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3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3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3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3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3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3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3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3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3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134"/>
          <p:cNvGrpSpPr/>
          <p:nvPr/>
        </p:nvGrpSpPr>
        <p:grpSpPr>
          <a:xfrm>
            <a:off x="1331406" y="1513361"/>
            <a:ext cx="301784" cy="348607"/>
            <a:chOff x="1331406" y="1513361"/>
            <a:chExt cx="301784" cy="348607"/>
          </a:xfrm>
        </p:grpSpPr>
        <p:sp>
          <p:nvSpPr>
            <p:cNvPr id="12143" name="Google Shape;12143;p13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3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3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3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134"/>
          <p:cNvGrpSpPr/>
          <p:nvPr/>
        </p:nvGrpSpPr>
        <p:grpSpPr>
          <a:xfrm>
            <a:off x="7144274" y="1500214"/>
            <a:ext cx="282174" cy="355735"/>
            <a:chOff x="7144274" y="1500214"/>
            <a:chExt cx="282174" cy="355735"/>
          </a:xfrm>
        </p:grpSpPr>
        <p:sp>
          <p:nvSpPr>
            <p:cNvPr id="12148" name="Google Shape;12148;p13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3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3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3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3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3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134"/>
          <p:cNvGrpSpPr/>
          <p:nvPr/>
        </p:nvGrpSpPr>
        <p:grpSpPr>
          <a:xfrm>
            <a:off x="6685262" y="1500214"/>
            <a:ext cx="289682" cy="354594"/>
            <a:chOff x="6685262" y="1500214"/>
            <a:chExt cx="289682" cy="354594"/>
          </a:xfrm>
        </p:grpSpPr>
        <p:sp>
          <p:nvSpPr>
            <p:cNvPr id="12155" name="Google Shape;12155;p13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3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3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3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134"/>
          <p:cNvGrpSpPr/>
          <p:nvPr/>
        </p:nvGrpSpPr>
        <p:grpSpPr>
          <a:xfrm>
            <a:off x="6200938" y="1500594"/>
            <a:ext cx="322154" cy="355355"/>
            <a:chOff x="6200938" y="1500594"/>
            <a:chExt cx="322154" cy="355355"/>
          </a:xfrm>
        </p:grpSpPr>
        <p:sp>
          <p:nvSpPr>
            <p:cNvPr id="12160" name="Google Shape;12160;p13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3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3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3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3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134"/>
          <p:cNvGrpSpPr/>
          <p:nvPr/>
        </p:nvGrpSpPr>
        <p:grpSpPr>
          <a:xfrm>
            <a:off x="5289631" y="1500214"/>
            <a:ext cx="332355" cy="354974"/>
            <a:chOff x="5289631" y="1500214"/>
            <a:chExt cx="332355" cy="354974"/>
          </a:xfrm>
        </p:grpSpPr>
        <p:sp>
          <p:nvSpPr>
            <p:cNvPr id="12166" name="Google Shape;12166;p13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3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3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3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3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3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134"/>
          <p:cNvGrpSpPr/>
          <p:nvPr/>
        </p:nvGrpSpPr>
        <p:grpSpPr>
          <a:xfrm>
            <a:off x="5748295" y="1499833"/>
            <a:ext cx="323294" cy="356115"/>
            <a:chOff x="5748295" y="1499833"/>
            <a:chExt cx="323294" cy="356115"/>
          </a:xfrm>
        </p:grpSpPr>
        <p:sp>
          <p:nvSpPr>
            <p:cNvPr id="12173" name="Google Shape;12173;p13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3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3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3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3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3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3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34"/>
          <p:cNvGrpSpPr/>
          <p:nvPr/>
        </p:nvGrpSpPr>
        <p:grpSpPr>
          <a:xfrm>
            <a:off x="8047661" y="1501037"/>
            <a:ext cx="278404" cy="355260"/>
            <a:chOff x="8047661" y="1501037"/>
            <a:chExt cx="278404" cy="355260"/>
          </a:xfrm>
        </p:grpSpPr>
        <p:sp>
          <p:nvSpPr>
            <p:cNvPr id="12181" name="Google Shape;12181;p13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3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3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3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134"/>
          <p:cNvGrpSpPr/>
          <p:nvPr/>
        </p:nvGrpSpPr>
        <p:grpSpPr>
          <a:xfrm>
            <a:off x="4903389" y="1500214"/>
            <a:ext cx="267854" cy="355735"/>
            <a:chOff x="4903389" y="1500214"/>
            <a:chExt cx="267854" cy="355735"/>
          </a:xfrm>
        </p:grpSpPr>
        <p:sp>
          <p:nvSpPr>
            <p:cNvPr id="12186" name="Google Shape;12186;p13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3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3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3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3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134"/>
          <p:cNvGrpSpPr/>
          <p:nvPr/>
        </p:nvGrpSpPr>
        <p:grpSpPr>
          <a:xfrm>
            <a:off x="7613518" y="1501354"/>
            <a:ext cx="264433" cy="353074"/>
            <a:chOff x="7613518" y="1501354"/>
            <a:chExt cx="264433" cy="353074"/>
          </a:xfrm>
        </p:grpSpPr>
        <p:sp>
          <p:nvSpPr>
            <p:cNvPr id="12192" name="Google Shape;12192;p13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3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3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3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3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3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01" name="Shape 12201"/>
        <p:cNvGrpSpPr/>
        <p:nvPr/>
      </p:nvGrpSpPr>
      <p:grpSpPr>
        <a:xfrm>
          <a:off x="0" y="0"/>
          <a:ext cx="0" cy="0"/>
          <a:chOff x="0" y="0"/>
          <a:chExt cx="0" cy="0"/>
        </a:xfrm>
      </p:grpSpPr>
      <p:sp>
        <p:nvSpPr>
          <p:cNvPr id="12202" name="Google Shape;12202;p13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03" name="Google Shape;12203;p13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204" name="Google Shape;12204;p135"/>
          <p:cNvGrpSpPr/>
          <p:nvPr/>
        </p:nvGrpSpPr>
        <p:grpSpPr>
          <a:xfrm>
            <a:off x="1757085" y="1500675"/>
            <a:ext cx="371069" cy="359396"/>
            <a:chOff x="1757085" y="1500675"/>
            <a:chExt cx="371069" cy="359396"/>
          </a:xfrm>
        </p:grpSpPr>
        <p:sp>
          <p:nvSpPr>
            <p:cNvPr id="12205" name="Google Shape;12205;p13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3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3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3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3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3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3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3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3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3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3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3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3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3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3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3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3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3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3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3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3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3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3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3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3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3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3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3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3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135"/>
          <p:cNvGrpSpPr/>
          <p:nvPr/>
        </p:nvGrpSpPr>
        <p:grpSpPr>
          <a:xfrm>
            <a:off x="2774209" y="1954691"/>
            <a:ext cx="116693" cy="374186"/>
            <a:chOff x="2774209" y="1954691"/>
            <a:chExt cx="116693" cy="374186"/>
          </a:xfrm>
        </p:grpSpPr>
        <p:sp>
          <p:nvSpPr>
            <p:cNvPr id="12235" name="Google Shape;12235;p13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3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135"/>
          <p:cNvGrpSpPr/>
          <p:nvPr/>
        </p:nvGrpSpPr>
        <p:grpSpPr>
          <a:xfrm>
            <a:off x="4017435" y="1499912"/>
            <a:ext cx="315092" cy="359397"/>
            <a:chOff x="4017435" y="1499912"/>
            <a:chExt cx="315092" cy="359397"/>
          </a:xfrm>
        </p:grpSpPr>
        <p:sp>
          <p:nvSpPr>
            <p:cNvPr id="12238" name="Google Shape;12238;p13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3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135"/>
          <p:cNvGrpSpPr/>
          <p:nvPr/>
        </p:nvGrpSpPr>
        <p:grpSpPr>
          <a:xfrm>
            <a:off x="3963652" y="1999759"/>
            <a:ext cx="374154" cy="284050"/>
            <a:chOff x="3963652" y="1999759"/>
            <a:chExt cx="374154" cy="284050"/>
          </a:xfrm>
        </p:grpSpPr>
        <p:sp>
          <p:nvSpPr>
            <p:cNvPr id="12241" name="Google Shape;12241;p13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3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3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135"/>
          <p:cNvGrpSpPr/>
          <p:nvPr/>
        </p:nvGrpSpPr>
        <p:grpSpPr>
          <a:xfrm>
            <a:off x="1777536" y="2014866"/>
            <a:ext cx="376444" cy="253772"/>
            <a:chOff x="1777536" y="2014866"/>
            <a:chExt cx="376444" cy="253772"/>
          </a:xfrm>
        </p:grpSpPr>
        <p:sp>
          <p:nvSpPr>
            <p:cNvPr id="12245" name="Google Shape;12245;p13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3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3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3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3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35"/>
          <p:cNvGrpSpPr/>
          <p:nvPr/>
        </p:nvGrpSpPr>
        <p:grpSpPr>
          <a:xfrm>
            <a:off x="1309875" y="2057326"/>
            <a:ext cx="374154" cy="169680"/>
            <a:chOff x="1309875" y="2057326"/>
            <a:chExt cx="374154" cy="169680"/>
          </a:xfrm>
        </p:grpSpPr>
        <p:sp>
          <p:nvSpPr>
            <p:cNvPr id="12251" name="Google Shape;12251;p13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3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3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3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3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3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3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3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3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3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3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2" name="Google Shape;12262;p13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3" name="Google Shape;12263;p135"/>
          <p:cNvGrpSpPr/>
          <p:nvPr/>
        </p:nvGrpSpPr>
        <p:grpSpPr>
          <a:xfrm>
            <a:off x="2347450" y="1954564"/>
            <a:ext cx="113639" cy="373168"/>
            <a:chOff x="2347450" y="1954564"/>
            <a:chExt cx="113639" cy="373168"/>
          </a:xfrm>
        </p:grpSpPr>
        <p:sp>
          <p:nvSpPr>
            <p:cNvPr id="12264" name="Google Shape;12264;p13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3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6" name="Google Shape;12266;p13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7" name="Google Shape;12267;p135"/>
          <p:cNvGrpSpPr/>
          <p:nvPr/>
        </p:nvGrpSpPr>
        <p:grpSpPr>
          <a:xfrm>
            <a:off x="3110102" y="1499880"/>
            <a:ext cx="330613" cy="358379"/>
            <a:chOff x="3110102" y="1499880"/>
            <a:chExt cx="330613" cy="358379"/>
          </a:xfrm>
        </p:grpSpPr>
        <p:sp>
          <p:nvSpPr>
            <p:cNvPr id="12268" name="Google Shape;12268;p13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3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3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3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3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3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3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5" name="Google Shape;12275;p13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6" name="Google Shape;12276;p135"/>
          <p:cNvGrpSpPr/>
          <p:nvPr/>
        </p:nvGrpSpPr>
        <p:grpSpPr>
          <a:xfrm>
            <a:off x="3485575" y="1999759"/>
            <a:ext cx="373772" cy="284050"/>
            <a:chOff x="3531200" y="1999759"/>
            <a:chExt cx="373772" cy="284050"/>
          </a:xfrm>
        </p:grpSpPr>
        <p:sp>
          <p:nvSpPr>
            <p:cNvPr id="12277" name="Google Shape;12277;p13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3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3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3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35"/>
          <p:cNvGrpSpPr/>
          <p:nvPr/>
        </p:nvGrpSpPr>
        <p:grpSpPr>
          <a:xfrm>
            <a:off x="2667058" y="1500293"/>
            <a:ext cx="330231" cy="359015"/>
            <a:chOff x="2667058" y="1500293"/>
            <a:chExt cx="330231" cy="359015"/>
          </a:xfrm>
        </p:grpSpPr>
        <p:sp>
          <p:nvSpPr>
            <p:cNvPr id="12282" name="Google Shape;12282;p13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3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3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3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3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3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3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3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3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3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3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3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3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3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3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3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3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3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135"/>
          <p:cNvGrpSpPr/>
          <p:nvPr/>
        </p:nvGrpSpPr>
        <p:grpSpPr>
          <a:xfrm>
            <a:off x="3567553" y="1499912"/>
            <a:ext cx="320022" cy="359778"/>
            <a:chOff x="3567553" y="1499912"/>
            <a:chExt cx="320022" cy="359778"/>
          </a:xfrm>
        </p:grpSpPr>
        <p:sp>
          <p:nvSpPr>
            <p:cNvPr id="12301" name="Google Shape;12301;p13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3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3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3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3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3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135"/>
          <p:cNvGrpSpPr/>
          <p:nvPr/>
        </p:nvGrpSpPr>
        <p:grpSpPr>
          <a:xfrm>
            <a:off x="1309875" y="1499912"/>
            <a:ext cx="359015" cy="358633"/>
            <a:chOff x="1309875" y="1499912"/>
            <a:chExt cx="359015" cy="358633"/>
          </a:xfrm>
        </p:grpSpPr>
        <p:sp>
          <p:nvSpPr>
            <p:cNvPr id="12308" name="Google Shape;12308;p13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3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3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3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3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3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3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3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3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135"/>
          <p:cNvGrpSpPr/>
          <p:nvPr/>
        </p:nvGrpSpPr>
        <p:grpSpPr>
          <a:xfrm>
            <a:off x="2219466" y="1500293"/>
            <a:ext cx="330613" cy="359015"/>
            <a:chOff x="2219466" y="1500293"/>
            <a:chExt cx="330613" cy="359015"/>
          </a:xfrm>
        </p:grpSpPr>
        <p:sp>
          <p:nvSpPr>
            <p:cNvPr id="12318" name="Google Shape;12318;p13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3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135"/>
          <p:cNvGrpSpPr/>
          <p:nvPr/>
        </p:nvGrpSpPr>
        <p:grpSpPr>
          <a:xfrm>
            <a:off x="5343544" y="1509358"/>
            <a:ext cx="244676" cy="351095"/>
            <a:chOff x="5343544" y="1509358"/>
            <a:chExt cx="244676" cy="351095"/>
          </a:xfrm>
        </p:grpSpPr>
        <p:sp>
          <p:nvSpPr>
            <p:cNvPr id="12321" name="Google Shape;12321;p13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3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3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135"/>
          <p:cNvGrpSpPr/>
          <p:nvPr/>
        </p:nvGrpSpPr>
        <p:grpSpPr>
          <a:xfrm>
            <a:off x="4882340" y="1509358"/>
            <a:ext cx="246171" cy="351095"/>
            <a:chOff x="4882340" y="1509358"/>
            <a:chExt cx="246171" cy="351095"/>
          </a:xfrm>
        </p:grpSpPr>
        <p:sp>
          <p:nvSpPr>
            <p:cNvPr id="12325" name="Google Shape;12325;p13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3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3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3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3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135"/>
          <p:cNvGrpSpPr/>
          <p:nvPr/>
        </p:nvGrpSpPr>
        <p:grpSpPr>
          <a:xfrm>
            <a:off x="6273204" y="1509008"/>
            <a:ext cx="236343" cy="351445"/>
            <a:chOff x="6273204" y="1509008"/>
            <a:chExt cx="236343" cy="351445"/>
          </a:xfrm>
        </p:grpSpPr>
        <p:sp>
          <p:nvSpPr>
            <p:cNvPr id="12331" name="Google Shape;12331;p13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3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13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4" name="Google Shape;12334;p135"/>
          <p:cNvGrpSpPr/>
          <p:nvPr/>
        </p:nvGrpSpPr>
        <p:grpSpPr>
          <a:xfrm>
            <a:off x="7219530" y="1508244"/>
            <a:ext cx="191625" cy="352209"/>
            <a:chOff x="7219530" y="1508244"/>
            <a:chExt cx="191625" cy="352209"/>
          </a:xfrm>
        </p:grpSpPr>
        <p:sp>
          <p:nvSpPr>
            <p:cNvPr id="12335" name="Google Shape;12335;p13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3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135"/>
          <p:cNvGrpSpPr/>
          <p:nvPr/>
        </p:nvGrpSpPr>
        <p:grpSpPr>
          <a:xfrm>
            <a:off x="7699309" y="1508626"/>
            <a:ext cx="154922" cy="351827"/>
            <a:chOff x="7699309" y="1508626"/>
            <a:chExt cx="154922" cy="351827"/>
          </a:xfrm>
        </p:grpSpPr>
        <p:sp>
          <p:nvSpPr>
            <p:cNvPr id="12338" name="Google Shape;12338;p13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3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3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3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3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3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3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135"/>
          <p:cNvGrpSpPr/>
          <p:nvPr/>
        </p:nvGrpSpPr>
        <p:grpSpPr>
          <a:xfrm>
            <a:off x="8161690" y="1509008"/>
            <a:ext cx="153396" cy="351064"/>
            <a:chOff x="8161690" y="1509008"/>
            <a:chExt cx="153396" cy="351064"/>
          </a:xfrm>
        </p:grpSpPr>
        <p:sp>
          <p:nvSpPr>
            <p:cNvPr id="12346" name="Google Shape;12346;p13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3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3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3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135"/>
          <p:cNvGrpSpPr/>
          <p:nvPr/>
        </p:nvGrpSpPr>
        <p:grpSpPr>
          <a:xfrm>
            <a:off x="6746940" y="1508881"/>
            <a:ext cx="213221" cy="352304"/>
            <a:chOff x="6746940" y="1508881"/>
            <a:chExt cx="213221" cy="352304"/>
          </a:xfrm>
        </p:grpSpPr>
        <p:sp>
          <p:nvSpPr>
            <p:cNvPr id="12351" name="Google Shape;12351;p13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3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3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3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135"/>
          <p:cNvGrpSpPr/>
          <p:nvPr/>
        </p:nvGrpSpPr>
        <p:grpSpPr>
          <a:xfrm>
            <a:off x="5770336" y="2007615"/>
            <a:ext cx="350682" cy="292097"/>
            <a:chOff x="5770336" y="2007615"/>
            <a:chExt cx="350682" cy="292097"/>
          </a:xfrm>
        </p:grpSpPr>
        <p:sp>
          <p:nvSpPr>
            <p:cNvPr id="12356" name="Google Shape;12356;p13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3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3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3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135"/>
          <p:cNvGrpSpPr/>
          <p:nvPr/>
        </p:nvGrpSpPr>
        <p:grpSpPr>
          <a:xfrm>
            <a:off x="5326878" y="1980358"/>
            <a:ext cx="350332" cy="346229"/>
            <a:chOff x="5326878" y="1980358"/>
            <a:chExt cx="350332" cy="346229"/>
          </a:xfrm>
        </p:grpSpPr>
        <p:sp>
          <p:nvSpPr>
            <p:cNvPr id="12361" name="Google Shape;12361;p13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3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3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3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13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6" name="Google Shape;12366;p135"/>
          <p:cNvGrpSpPr/>
          <p:nvPr/>
        </p:nvGrpSpPr>
        <p:grpSpPr>
          <a:xfrm>
            <a:off x="4883835" y="1992571"/>
            <a:ext cx="350300" cy="323043"/>
            <a:chOff x="4883835" y="1992571"/>
            <a:chExt cx="350300" cy="323043"/>
          </a:xfrm>
        </p:grpSpPr>
        <p:sp>
          <p:nvSpPr>
            <p:cNvPr id="12367" name="Google Shape;12367;p13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3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3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3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3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3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35"/>
          <p:cNvGrpSpPr/>
          <p:nvPr/>
        </p:nvGrpSpPr>
        <p:grpSpPr>
          <a:xfrm>
            <a:off x="7548967" y="1978927"/>
            <a:ext cx="333285" cy="349950"/>
            <a:chOff x="7548967" y="1978927"/>
            <a:chExt cx="333285" cy="349950"/>
          </a:xfrm>
        </p:grpSpPr>
        <p:sp>
          <p:nvSpPr>
            <p:cNvPr id="12374" name="Google Shape;12374;p13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3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3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3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3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3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3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135"/>
          <p:cNvGrpSpPr/>
          <p:nvPr/>
        </p:nvGrpSpPr>
        <p:grpSpPr>
          <a:xfrm>
            <a:off x="6214142" y="1978927"/>
            <a:ext cx="346515" cy="350300"/>
            <a:chOff x="6214142" y="1978927"/>
            <a:chExt cx="346515" cy="350300"/>
          </a:xfrm>
        </p:grpSpPr>
        <p:sp>
          <p:nvSpPr>
            <p:cNvPr id="12382" name="Google Shape;12382;p13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3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135"/>
          <p:cNvGrpSpPr/>
          <p:nvPr/>
        </p:nvGrpSpPr>
        <p:grpSpPr>
          <a:xfrm>
            <a:off x="7105923" y="1978545"/>
            <a:ext cx="333285" cy="350682"/>
            <a:chOff x="7105923" y="1978545"/>
            <a:chExt cx="333285" cy="350682"/>
          </a:xfrm>
        </p:grpSpPr>
        <p:sp>
          <p:nvSpPr>
            <p:cNvPr id="12385" name="Google Shape;12385;p13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3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3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3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3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3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3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2" name="Google Shape;12392;p13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3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4" name="Google Shape;12394;p135"/>
          <p:cNvGrpSpPr/>
          <p:nvPr/>
        </p:nvGrpSpPr>
        <p:grpSpPr>
          <a:xfrm>
            <a:off x="3616406" y="2422352"/>
            <a:ext cx="203393" cy="351827"/>
            <a:chOff x="3616406" y="2422352"/>
            <a:chExt cx="203393" cy="351827"/>
          </a:xfrm>
        </p:grpSpPr>
        <p:sp>
          <p:nvSpPr>
            <p:cNvPr id="12395" name="Google Shape;12395;p13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3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135"/>
          <p:cNvGrpSpPr/>
          <p:nvPr/>
        </p:nvGrpSpPr>
        <p:grpSpPr>
          <a:xfrm>
            <a:off x="878187" y="2421970"/>
            <a:ext cx="272696" cy="351827"/>
            <a:chOff x="913012" y="2421970"/>
            <a:chExt cx="272696" cy="351827"/>
          </a:xfrm>
        </p:grpSpPr>
        <p:sp>
          <p:nvSpPr>
            <p:cNvPr id="12398" name="Google Shape;12398;p13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3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3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3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35"/>
          <p:cNvGrpSpPr/>
          <p:nvPr/>
        </p:nvGrpSpPr>
        <p:grpSpPr>
          <a:xfrm>
            <a:off x="2274743" y="2422352"/>
            <a:ext cx="255649" cy="351445"/>
            <a:chOff x="2274743" y="2422352"/>
            <a:chExt cx="255649" cy="351445"/>
          </a:xfrm>
        </p:grpSpPr>
        <p:sp>
          <p:nvSpPr>
            <p:cNvPr id="12403" name="Google Shape;12403;p13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3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3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135"/>
          <p:cNvGrpSpPr/>
          <p:nvPr/>
        </p:nvGrpSpPr>
        <p:grpSpPr>
          <a:xfrm>
            <a:off x="2708723" y="2421239"/>
            <a:ext cx="246552" cy="352558"/>
            <a:chOff x="2708723" y="2421239"/>
            <a:chExt cx="246552" cy="352558"/>
          </a:xfrm>
        </p:grpSpPr>
        <p:sp>
          <p:nvSpPr>
            <p:cNvPr id="12407" name="Google Shape;12407;p13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3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135"/>
          <p:cNvGrpSpPr/>
          <p:nvPr/>
        </p:nvGrpSpPr>
        <p:grpSpPr>
          <a:xfrm>
            <a:off x="1835485" y="2422352"/>
            <a:ext cx="259433" cy="350714"/>
            <a:chOff x="1835485" y="2422352"/>
            <a:chExt cx="259433" cy="350714"/>
          </a:xfrm>
        </p:grpSpPr>
        <p:sp>
          <p:nvSpPr>
            <p:cNvPr id="12410" name="Google Shape;12410;p13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3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3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3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3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3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3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135"/>
          <p:cNvGrpSpPr/>
          <p:nvPr/>
        </p:nvGrpSpPr>
        <p:grpSpPr>
          <a:xfrm>
            <a:off x="3150240" y="2422352"/>
            <a:ext cx="212489" cy="351445"/>
            <a:chOff x="3150240" y="2422352"/>
            <a:chExt cx="212489" cy="351445"/>
          </a:xfrm>
        </p:grpSpPr>
        <p:sp>
          <p:nvSpPr>
            <p:cNvPr id="12418" name="Google Shape;12418;p13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3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135"/>
          <p:cNvGrpSpPr/>
          <p:nvPr/>
        </p:nvGrpSpPr>
        <p:grpSpPr>
          <a:xfrm>
            <a:off x="1367060" y="2422129"/>
            <a:ext cx="269261" cy="352050"/>
            <a:chOff x="1367060" y="2422129"/>
            <a:chExt cx="269261" cy="352050"/>
          </a:xfrm>
        </p:grpSpPr>
        <p:sp>
          <p:nvSpPr>
            <p:cNvPr id="12421" name="Google Shape;12421;p13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3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3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3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3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3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3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3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3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3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3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3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3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3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5" name="Google Shape;12435;p13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6" name="Google Shape;12436;p135"/>
          <p:cNvGrpSpPr/>
          <p:nvPr/>
        </p:nvGrpSpPr>
        <p:grpSpPr>
          <a:xfrm>
            <a:off x="4882690" y="2425405"/>
            <a:ext cx="274573" cy="350682"/>
            <a:chOff x="4882690" y="2425405"/>
            <a:chExt cx="274573" cy="350682"/>
          </a:xfrm>
        </p:grpSpPr>
        <p:sp>
          <p:nvSpPr>
            <p:cNvPr id="12437" name="Google Shape;12437;p13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3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135"/>
          <p:cNvGrpSpPr/>
          <p:nvPr/>
        </p:nvGrpSpPr>
        <p:grpSpPr>
          <a:xfrm>
            <a:off x="6627639" y="2443884"/>
            <a:ext cx="355993" cy="313247"/>
            <a:chOff x="6627639" y="2443884"/>
            <a:chExt cx="355993" cy="313247"/>
          </a:xfrm>
        </p:grpSpPr>
        <p:sp>
          <p:nvSpPr>
            <p:cNvPr id="12440" name="Google Shape;12440;p13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3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3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135"/>
          <p:cNvGrpSpPr/>
          <p:nvPr/>
        </p:nvGrpSpPr>
        <p:grpSpPr>
          <a:xfrm>
            <a:off x="6183451" y="2462140"/>
            <a:ext cx="351445" cy="277976"/>
            <a:chOff x="6183451" y="2462140"/>
            <a:chExt cx="351445" cy="277976"/>
          </a:xfrm>
        </p:grpSpPr>
        <p:sp>
          <p:nvSpPr>
            <p:cNvPr id="12444" name="Google Shape;12444;p13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3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3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3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3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3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3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135"/>
          <p:cNvGrpSpPr/>
          <p:nvPr/>
        </p:nvGrpSpPr>
        <p:grpSpPr>
          <a:xfrm>
            <a:off x="5735477" y="2429858"/>
            <a:ext cx="353354" cy="341299"/>
            <a:chOff x="5735477" y="2429858"/>
            <a:chExt cx="353354" cy="341299"/>
          </a:xfrm>
        </p:grpSpPr>
        <p:sp>
          <p:nvSpPr>
            <p:cNvPr id="12452" name="Google Shape;12452;p13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3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3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3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3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3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135"/>
          <p:cNvGrpSpPr/>
          <p:nvPr/>
        </p:nvGrpSpPr>
        <p:grpSpPr>
          <a:xfrm>
            <a:off x="5243735" y="2446973"/>
            <a:ext cx="405255" cy="275499"/>
            <a:chOff x="5283337" y="2478774"/>
            <a:chExt cx="358633" cy="243913"/>
          </a:xfrm>
        </p:grpSpPr>
        <p:sp>
          <p:nvSpPr>
            <p:cNvPr id="12459" name="Google Shape;12459;p13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3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3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3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3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3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3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3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3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3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3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3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3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3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3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3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3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135"/>
          <p:cNvGrpSpPr/>
          <p:nvPr/>
        </p:nvGrpSpPr>
        <p:grpSpPr>
          <a:xfrm>
            <a:off x="7964753" y="2470823"/>
            <a:ext cx="362068" cy="258670"/>
            <a:chOff x="7964753" y="2470823"/>
            <a:chExt cx="362068" cy="258670"/>
          </a:xfrm>
        </p:grpSpPr>
        <p:sp>
          <p:nvSpPr>
            <p:cNvPr id="12477" name="Google Shape;12477;p13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3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3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3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3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3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3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3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3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135"/>
          <p:cNvGrpSpPr/>
          <p:nvPr/>
        </p:nvGrpSpPr>
        <p:grpSpPr>
          <a:xfrm>
            <a:off x="7524349" y="2456447"/>
            <a:ext cx="350332" cy="288948"/>
            <a:chOff x="7524349" y="2456447"/>
            <a:chExt cx="350332" cy="288948"/>
          </a:xfrm>
        </p:grpSpPr>
        <p:sp>
          <p:nvSpPr>
            <p:cNvPr id="12487" name="Google Shape;12487;p13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3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3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3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3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135"/>
          <p:cNvGrpSpPr/>
          <p:nvPr/>
        </p:nvGrpSpPr>
        <p:grpSpPr>
          <a:xfrm>
            <a:off x="3972749" y="2894211"/>
            <a:ext cx="355230" cy="356725"/>
            <a:chOff x="3972749" y="2894211"/>
            <a:chExt cx="355230" cy="356725"/>
          </a:xfrm>
        </p:grpSpPr>
        <p:sp>
          <p:nvSpPr>
            <p:cNvPr id="12493" name="Google Shape;12493;p13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3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3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3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3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135"/>
          <p:cNvGrpSpPr/>
          <p:nvPr/>
        </p:nvGrpSpPr>
        <p:grpSpPr>
          <a:xfrm>
            <a:off x="3527797" y="2918796"/>
            <a:ext cx="355993" cy="307904"/>
            <a:chOff x="3527797" y="2918796"/>
            <a:chExt cx="355993" cy="307904"/>
          </a:xfrm>
        </p:grpSpPr>
        <p:sp>
          <p:nvSpPr>
            <p:cNvPr id="12499" name="Google Shape;12499;p13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3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3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3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3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3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3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3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3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3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135"/>
          <p:cNvGrpSpPr/>
          <p:nvPr/>
        </p:nvGrpSpPr>
        <p:grpSpPr>
          <a:xfrm>
            <a:off x="3082845" y="2920959"/>
            <a:ext cx="356375" cy="302338"/>
            <a:chOff x="3082845" y="2920959"/>
            <a:chExt cx="356375" cy="302338"/>
          </a:xfrm>
        </p:grpSpPr>
        <p:sp>
          <p:nvSpPr>
            <p:cNvPr id="12510" name="Google Shape;12510;p13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3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135"/>
          <p:cNvGrpSpPr/>
          <p:nvPr/>
        </p:nvGrpSpPr>
        <p:grpSpPr>
          <a:xfrm>
            <a:off x="2639038" y="2894942"/>
            <a:ext cx="355612" cy="355612"/>
            <a:chOff x="2639038" y="2894942"/>
            <a:chExt cx="355612" cy="355612"/>
          </a:xfrm>
        </p:grpSpPr>
        <p:sp>
          <p:nvSpPr>
            <p:cNvPr id="12513" name="Google Shape;12513;p13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3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135"/>
          <p:cNvGrpSpPr/>
          <p:nvPr/>
        </p:nvGrpSpPr>
        <p:grpSpPr>
          <a:xfrm>
            <a:off x="2194468" y="2938865"/>
            <a:ext cx="355993" cy="267766"/>
            <a:chOff x="2194468" y="2938865"/>
            <a:chExt cx="355993" cy="267766"/>
          </a:xfrm>
        </p:grpSpPr>
        <p:sp>
          <p:nvSpPr>
            <p:cNvPr id="12516" name="Google Shape;12516;p13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3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3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3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3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3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3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3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3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3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3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3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3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3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3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3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3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3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3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3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135"/>
          <p:cNvGrpSpPr/>
          <p:nvPr/>
        </p:nvGrpSpPr>
        <p:grpSpPr>
          <a:xfrm>
            <a:off x="1749897" y="2894561"/>
            <a:ext cx="355993" cy="355612"/>
            <a:chOff x="1749897" y="2894561"/>
            <a:chExt cx="355993" cy="355612"/>
          </a:xfrm>
        </p:grpSpPr>
        <p:sp>
          <p:nvSpPr>
            <p:cNvPr id="12537" name="Google Shape;12537;p13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3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3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3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3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3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3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3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3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3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3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135"/>
          <p:cNvGrpSpPr/>
          <p:nvPr/>
        </p:nvGrpSpPr>
        <p:grpSpPr>
          <a:xfrm>
            <a:off x="1305327" y="2894211"/>
            <a:ext cx="357520" cy="357488"/>
            <a:chOff x="1305327" y="2894211"/>
            <a:chExt cx="357520" cy="357488"/>
          </a:xfrm>
        </p:grpSpPr>
        <p:sp>
          <p:nvSpPr>
            <p:cNvPr id="12549" name="Google Shape;12549;p13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3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3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3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3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135"/>
          <p:cNvGrpSpPr/>
          <p:nvPr/>
        </p:nvGrpSpPr>
        <p:grpSpPr>
          <a:xfrm>
            <a:off x="853950" y="2894720"/>
            <a:ext cx="364104" cy="353290"/>
            <a:chOff x="853950" y="2894720"/>
            <a:chExt cx="364104" cy="353290"/>
          </a:xfrm>
        </p:grpSpPr>
        <p:sp>
          <p:nvSpPr>
            <p:cNvPr id="12555" name="Google Shape;12555;p13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3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3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3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3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3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3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135"/>
          <p:cNvGrpSpPr/>
          <p:nvPr/>
        </p:nvGrpSpPr>
        <p:grpSpPr>
          <a:xfrm>
            <a:off x="7066548" y="2912594"/>
            <a:ext cx="352209" cy="334938"/>
            <a:chOff x="7066548" y="2912594"/>
            <a:chExt cx="352209" cy="334938"/>
          </a:xfrm>
        </p:grpSpPr>
        <p:sp>
          <p:nvSpPr>
            <p:cNvPr id="12563" name="Google Shape;12563;p13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3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3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3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3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3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9" name="Google Shape;12569;p13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3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1" name="Google Shape;12571;p135"/>
          <p:cNvGrpSpPr/>
          <p:nvPr/>
        </p:nvGrpSpPr>
        <p:grpSpPr>
          <a:xfrm>
            <a:off x="7541397" y="2904802"/>
            <a:ext cx="318495" cy="352209"/>
            <a:chOff x="7541397" y="2904802"/>
            <a:chExt cx="318495" cy="352209"/>
          </a:xfrm>
        </p:grpSpPr>
        <p:sp>
          <p:nvSpPr>
            <p:cNvPr id="12572" name="Google Shape;12572;p13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3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135"/>
          <p:cNvGrpSpPr/>
          <p:nvPr/>
        </p:nvGrpSpPr>
        <p:grpSpPr>
          <a:xfrm>
            <a:off x="8003015" y="2904039"/>
            <a:ext cx="306759" cy="351445"/>
            <a:chOff x="8003015" y="2904039"/>
            <a:chExt cx="306759" cy="351445"/>
          </a:xfrm>
        </p:grpSpPr>
        <p:sp>
          <p:nvSpPr>
            <p:cNvPr id="12575" name="Google Shape;12575;p13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3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3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3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3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3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135"/>
          <p:cNvGrpSpPr/>
          <p:nvPr/>
        </p:nvGrpSpPr>
        <p:grpSpPr>
          <a:xfrm>
            <a:off x="5687770" y="2885496"/>
            <a:ext cx="369638" cy="369606"/>
            <a:chOff x="5687770" y="2885496"/>
            <a:chExt cx="369638" cy="369606"/>
          </a:xfrm>
        </p:grpSpPr>
        <p:sp>
          <p:nvSpPr>
            <p:cNvPr id="12582" name="Google Shape;12582;p13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3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3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3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3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3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3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3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3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3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135"/>
          <p:cNvGrpSpPr/>
          <p:nvPr/>
        </p:nvGrpSpPr>
        <p:grpSpPr>
          <a:xfrm>
            <a:off x="4881958" y="2904802"/>
            <a:ext cx="156417" cy="349537"/>
            <a:chOff x="4881958" y="2904802"/>
            <a:chExt cx="156417" cy="349537"/>
          </a:xfrm>
        </p:grpSpPr>
        <p:sp>
          <p:nvSpPr>
            <p:cNvPr id="12593" name="Google Shape;12593;p13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3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3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3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3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3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3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135"/>
          <p:cNvGrpSpPr/>
          <p:nvPr/>
        </p:nvGrpSpPr>
        <p:grpSpPr>
          <a:xfrm>
            <a:off x="5230318" y="2886514"/>
            <a:ext cx="371133" cy="367443"/>
            <a:chOff x="5230318" y="2886514"/>
            <a:chExt cx="371133" cy="367443"/>
          </a:xfrm>
        </p:grpSpPr>
        <p:sp>
          <p:nvSpPr>
            <p:cNvPr id="12601" name="Google Shape;12601;p13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3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3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3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3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3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3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3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3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135"/>
          <p:cNvGrpSpPr/>
          <p:nvPr/>
        </p:nvGrpSpPr>
        <p:grpSpPr>
          <a:xfrm>
            <a:off x="5748358" y="3434578"/>
            <a:ext cx="352590" cy="182561"/>
            <a:chOff x="5748358" y="3434578"/>
            <a:chExt cx="352590" cy="182561"/>
          </a:xfrm>
        </p:grpSpPr>
        <p:sp>
          <p:nvSpPr>
            <p:cNvPr id="12611" name="Google Shape;12611;p13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3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3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3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3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3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135"/>
          <p:cNvGrpSpPr/>
          <p:nvPr/>
        </p:nvGrpSpPr>
        <p:grpSpPr>
          <a:xfrm>
            <a:off x="862283" y="4274771"/>
            <a:ext cx="341204" cy="359301"/>
            <a:chOff x="862283" y="4274771"/>
            <a:chExt cx="341204" cy="359301"/>
          </a:xfrm>
        </p:grpSpPr>
        <p:sp>
          <p:nvSpPr>
            <p:cNvPr id="12618" name="Google Shape;12618;p13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3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3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135"/>
          <p:cNvGrpSpPr/>
          <p:nvPr/>
        </p:nvGrpSpPr>
        <p:grpSpPr>
          <a:xfrm>
            <a:off x="1396957" y="4287365"/>
            <a:ext cx="301861" cy="332871"/>
            <a:chOff x="1396957" y="4287365"/>
            <a:chExt cx="301861" cy="332871"/>
          </a:xfrm>
        </p:grpSpPr>
        <p:sp>
          <p:nvSpPr>
            <p:cNvPr id="12622" name="Google Shape;12622;p13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3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3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3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3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3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3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3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3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3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3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3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3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3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3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135"/>
          <p:cNvGrpSpPr/>
          <p:nvPr/>
        </p:nvGrpSpPr>
        <p:grpSpPr>
          <a:xfrm>
            <a:off x="1865381" y="4277506"/>
            <a:ext cx="396131" cy="355612"/>
            <a:chOff x="1865381" y="4277506"/>
            <a:chExt cx="396131" cy="355612"/>
          </a:xfrm>
        </p:grpSpPr>
        <p:sp>
          <p:nvSpPr>
            <p:cNvPr id="12638" name="Google Shape;12638;p13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3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3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3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3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3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135"/>
          <p:cNvGrpSpPr/>
          <p:nvPr/>
        </p:nvGrpSpPr>
        <p:grpSpPr>
          <a:xfrm>
            <a:off x="2411823" y="4303999"/>
            <a:ext cx="334398" cy="299953"/>
            <a:chOff x="2411823" y="4303999"/>
            <a:chExt cx="334398" cy="299953"/>
          </a:xfrm>
        </p:grpSpPr>
        <p:sp>
          <p:nvSpPr>
            <p:cNvPr id="12645" name="Google Shape;12645;p13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3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3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3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3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3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3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135"/>
          <p:cNvGrpSpPr/>
          <p:nvPr/>
        </p:nvGrpSpPr>
        <p:grpSpPr>
          <a:xfrm>
            <a:off x="2903337" y="4279032"/>
            <a:ext cx="382519" cy="350682"/>
            <a:chOff x="2903337" y="4279032"/>
            <a:chExt cx="382519" cy="350682"/>
          </a:xfrm>
        </p:grpSpPr>
        <p:sp>
          <p:nvSpPr>
            <p:cNvPr id="12653" name="Google Shape;12653;p13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3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3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3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3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3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3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3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3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3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3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3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3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3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3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135"/>
          <p:cNvGrpSpPr/>
          <p:nvPr/>
        </p:nvGrpSpPr>
        <p:grpSpPr>
          <a:xfrm>
            <a:off x="3933342" y="4315767"/>
            <a:ext cx="383632" cy="276449"/>
            <a:chOff x="3933342" y="4315767"/>
            <a:chExt cx="383632" cy="276449"/>
          </a:xfrm>
        </p:grpSpPr>
        <p:sp>
          <p:nvSpPr>
            <p:cNvPr id="12669" name="Google Shape;12669;p13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3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3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3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3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3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135"/>
          <p:cNvGrpSpPr/>
          <p:nvPr/>
        </p:nvGrpSpPr>
        <p:grpSpPr>
          <a:xfrm>
            <a:off x="3441065" y="4302505"/>
            <a:ext cx="337069" cy="302593"/>
            <a:chOff x="3441065" y="4302505"/>
            <a:chExt cx="337069" cy="302593"/>
          </a:xfrm>
        </p:grpSpPr>
        <p:sp>
          <p:nvSpPr>
            <p:cNvPr id="12676" name="Google Shape;12676;p13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3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3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3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3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3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3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3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3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3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3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3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3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135"/>
          <p:cNvGrpSpPr/>
          <p:nvPr/>
        </p:nvGrpSpPr>
        <p:grpSpPr>
          <a:xfrm>
            <a:off x="3532345" y="3362635"/>
            <a:ext cx="339328" cy="336274"/>
            <a:chOff x="3532345" y="3362635"/>
            <a:chExt cx="339328" cy="336274"/>
          </a:xfrm>
        </p:grpSpPr>
        <p:sp>
          <p:nvSpPr>
            <p:cNvPr id="12690" name="Google Shape;12690;p13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3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3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3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3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5" name="Google Shape;12695;p13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6" name="Google Shape;12696;p135"/>
          <p:cNvGrpSpPr/>
          <p:nvPr/>
        </p:nvGrpSpPr>
        <p:grpSpPr>
          <a:xfrm>
            <a:off x="1883955" y="3808700"/>
            <a:ext cx="162873" cy="351445"/>
            <a:chOff x="1883955" y="3808700"/>
            <a:chExt cx="162873" cy="351445"/>
          </a:xfrm>
        </p:grpSpPr>
        <p:sp>
          <p:nvSpPr>
            <p:cNvPr id="12697" name="Google Shape;12697;p13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3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135"/>
          <p:cNvGrpSpPr/>
          <p:nvPr/>
        </p:nvGrpSpPr>
        <p:grpSpPr>
          <a:xfrm>
            <a:off x="939156" y="3809209"/>
            <a:ext cx="192007" cy="351318"/>
            <a:chOff x="939156" y="3809209"/>
            <a:chExt cx="192007" cy="351318"/>
          </a:xfrm>
        </p:grpSpPr>
        <p:sp>
          <p:nvSpPr>
            <p:cNvPr id="12700" name="Google Shape;12700;p13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3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135"/>
          <p:cNvGrpSpPr/>
          <p:nvPr/>
        </p:nvGrpSpPr>
        <p:grpSpPr>
          <a:xfrm>
            <a:off x="2306167" y="3809845"/>
            <a:ext cx="193915" cy="349155"/>
            <a:chOff x="2306167" y="3809845"/>
            <a:chExt cx="193915" cy="349155"/>
          </a:xfrm>
        </p:grpSpPr>
        <p:sp>
          <p:nvSpPr>
            <p:cNvPr id="12703" name="Google Shape;12703;p13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3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3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3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3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3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3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135"/>
          <p:cNvGrpSpPr/>
          <p:nvPr/>
        </p:nvGrpSpPr>
        <p:grpSpPr>
          <a:xfrm>
            <a:off x="1323901" y="3807173"/>
            <a:ext cx="356343" cy="356757"/>
            <a:chOff x="1323901" y="3807173"/>
            <a:chExt cx="356343" cy="356757"/>
          </a:xfrm>
        </p:grpSpPr>
        <p:sp>
          <p:nvSpPr>
            <p:cNvPr id="12711" name="Google Shape;12711;p13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3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3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3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3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3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3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3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3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3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3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3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3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3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3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3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3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3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3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3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3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3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3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3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5" name="Google Shape;12735;p13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6" name="Google Shape;12736;p135"/>
          <p:cNvGrpSpPr/>
          <p:nvPr/>
        </p:nvGrpSpPr>
        <p:grpSpPr>
          <a:xfrm>
            <a:off x="859262" y="3353920"/>
            <a:ext cx="306759" cy="351445"/>
            <a:chOff x="859262" y="3353920"/>
            <a:chExt cx="306759" cy="351445"/>
          </a:xfrm>
        </p:grpSpPr>
        <p:sp>
          <p:nvSpPr>
            <p:cNvPr id="12737" name="Google Shape;12737;p13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3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3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3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3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2" name="Google Shape;12742;p13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3" name="Google Shape;12743;p135"/>
          <p:cNvGrpSpPr/>
          <p:nvPr/>
        </p:nvGrpSpPr>
        <p:grpSpPr>
          <a:xfrm>
            <a:off x="3967437" y="3837102"/>
            <a:ext cx="364708" cy="295405"/>
            <a:chOff x="3967437" y="3837102"/>
            <a:chExt cx="364708" cy="295405"/>
          </a:xfrm>
        </p:grpSpPr>
        <p:sp>
          <p:nvSpPr>
            <p:cNvPr id="12744" name="Google Shape;12744;p13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3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3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3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3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9" name="Google Shape;12749;p13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3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3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2" name="Google Shape;12752;p135"/>
          <p:cNvGrpSpPr/>
          <p:nvPr/>
        </p:nvGrpSpPr>
        <p:grpSpPr>
          <a:xfrm>
            <a:off x="5811827" y="3806451"/>
            <a:ext cx="283743" cy="308444"/>
            <a:chOff x="5964227" y="3858701"/>
            <a:chExt cx="283743" cy="308444"/>
          </a:xfrm>
        </p:grpSpPr>
        <p:sp>
          <p:nvSpPr>
            <p:cNvPr id="12753" name="Google Shape;12753;p13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3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3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3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135"/>
          <p:cNvGrpSpPr/>
          <p:nvPr/>
        </p:nvGrpSpPr>
        <p:grpSpPr>
          <a:xfrm>
            <a:off x="6243508" y="3873073"/>
            <a:ext cx="320372" cy="213602"/>
            <a:chOff x="6395908" y="3873073"/>
            <a:chExt cx="320372" cy="213602"/>
          </a:xfrm>
        </p:grpSpPr>
        <p:sp>
          <p:nvSpPr>
            <p:cNvPr id="12758" name="Google Shape;12758;p13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3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3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3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3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3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3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3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3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3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135"/>
          <p:cNvGrpSpPr/>
          <p:nvPr/>
        </p:nvGrpSpPr>
        <p:grpSpPr>
          <a:xfrm>
            <a:off x="7262890" y="3802816"/>
            <a:ext cx="357138" cy="352018"/>
            <a:chOff x="7415290" y="3802816"/>
            <a:chExt cx="357138" cy="352018"/>
          </a:xfrm>
        </p:grpSpPr>
        <p:sp>
          <p:nvSpPr>
            <p:cNvPr id="12769" name="Google Shape;12769;p13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3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3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3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3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3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3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3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135"/>
          <p:cNvGrpSpPr/>
          <p:nvPr/>
        </p:nvGrpSpPr>
        <p:grpSpPr>
          <a:xfrm>
            <a:off x="6737312" y="3833413"/>
            <a:ext cx="355230" cy="293401"/>
            <a:chOff x="6889712" y="3833413"/>
            <a:chExt cx="355230" cy="293401"/>
          </a:xfrm>
        </p:grpSpPr>
        <p:sp>
          <p:nvSpPr>
            <p:cNvPr id="12778" name="Google Shape;12778;p13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3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3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3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3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135"/>
          <p:cNvGrpSpPr/>
          <p:nvPr/>
        </p:nvGrpSpPr>
        <p:grpSpPr>
          <a:xfrm>
            <a:off x="7707152" y="3835870"/>
            <a:ext cx="282318" cy="337168"/>
            <a:chOff x="1635875" y="237775"/>
            <a:chExt cx="4370250" cy="5219325"/>
          </a:xfrm>
        </p:grpSpPr>
        <p:sp>
          <p:nvSpPr>
            <p:cNvPr id="12784" name="Google Shape;12784;p13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3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135"/>
          <p:cNvGrpSpPr/>
          <p:nvPr/>
        </p:nvGrpSpPr>
        <p:grpSpPr>
          <a:xfrm>
            <a:off x="3103963" y="3361140"/>
            <a:ext cx="297886" cy="337578"/>
            <a:chOff x="3103963" y="3361140"/>
            <a:chExt cx="297886" cy="337578"/>
          </a:xfrm>
        </p:grpSpPr>
        <p:sp>
          <p:nvSpPr>
            <p:cNvPr id="12787" name="Google Shape;12787;p13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3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3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3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3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3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3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3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3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3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3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3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3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3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3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3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3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3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3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3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3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3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3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3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135"/>
          <p:cNvGrpSpPr/>
          <p:nvPr/>
        </p:nvGrpSpPr>
        <p:grpSpPr>
          <a:xfrm>
            <a:off x="2667821" y="3361108"/>
            <a:ext cx="273046" cy="337801"/>
            <a:chOff x="2667821" y="3361108"/>
            <a:chExt cx="273046" cy="337801"/>
          </a:xfrm>
        </p:grpSpPr>
        <p:sp>
          <p:nvSpPr>
            <p:cNvPr id="12812" name="Google Shape;12812;p13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3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3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3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3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3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3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3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3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3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3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3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3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3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3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3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3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3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3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135"/>
          <p:cNvGrpSpPr/>
          <p:nvPr/>
        </p:nvGrpSpPr>
        <p:grpSpPr>
          <a:xfrm>
            <a:off x="2212469" y="3360313"/>
            <a:ext cx="282715" cy="338660"/>
            <a:chOff x="2212469" y="3360313"/>
            <a:chExt cx="282715" cy="338660"/>
          </a:xfrm>
        </p:grpSpPr>
        <p:sp>
          <p:nvSpPr>
            <p:cNvPr id="12832" name="Google Shape;12832;p13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3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3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135"/>
          <p:cNvGrpSpPr/>
          <p:nvPr/>
        </p:nvGrpSpPr>
        <p:grpSpPr>
          <a:xfrm>
            <a:off x="1768821" y="3361108"/>
            <a:ext cx="278739" cy="339073"/>
            <a:chOff x="1768821" y="3361108"/>
            <a:chExt cx="278739" cy="339073"/>
          </a:xfrm>
        </p:grpSpPr>
        <p:sp>
          <p:nvSpPr>
            <p:cNvPr id="12836" name="Google Shape;12836;p13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3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3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3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3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3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3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3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3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3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3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135"/>
          <p:cNvGrpSpPr/>
          <p:nvPr/>
        </p:nvGrpSpPr>
        <p:grpSpPr>
          <a:xfrm>
            <a:off x="5337883" y="3336873"/>
            <a:ext cx="307141" cy="376826"/>
            <a:chOff x="5337883" y="3336873"/>
            <a:chExt cx="307141" cy="376826"/>
          </a:xfrm>
        </p:grpSpPr>
        <p:sp>
          <p:nvSpPr>
            <p:cNvPr id="12848" name="Google Shape;12848;p13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3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135"/>
          <p:cNvGrpSpPr/>
          <p:nvPr/>
        </p:nvGrpSpPr>
        <p:grpSpPr>
          <a:xfrm>
            <a:off x="4883835" y="3337255"/>
            <a:ext cx="323425" cy="377557"/>
            <a:chOff x="4883835" y="3337255"/>
            <a:chExt cx="323425" cy="377557"/>
          </a:xfrm>
        </p:grpSpPr>
        <p:sp>
          <p:nvSpPr>
            <p:cNvPr id="12851" name="Google Shape;12851;p13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3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3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135"/>
          <p:cNvGrpSpPr/>
          <p:nvPr/>
        </p:nvGrpSpPr>
        <p:grpSpPr>
          <a:xfrm>
            <a:off x="6193310" y="3407289"/>
            <a:ext cx="352590" cy="237488"/>
            <a:chOff x="6193310" y="3407289"/>
            <a:chExt cx="352590" cy="237488"/>
          </a:xfrm>
        </p:grpSpPr>
        <p:sp>
          <p:nvSpPr>
            <p:cNvPr id="12855" name="Google Shape;12855;p13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3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3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3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3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135"/>
          <p:cNvGrpSpPr/>
          <p:nvPr/>
        </p:nvGrpSpPr>
        <p:grpSpPr>
          <a:xfrm>
            <a:off x="6637117" y="3397843"/>
            <a:ext cx="353735" cy="254504"/>
            <a:chOff x="6637117" y="3397843"/>
            <a:chExt cx="353735" cy="254504"/>
          </a:xfrm>
        </p:grpSpPr>
        <p:sp>
          <p:nvSpPr>
            <p:cNvPr id="12861" name="Google Shape;12861;p13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3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3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3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3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3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135"/>
          <p:cNvGrpSpPr/>
          <p:nvPr/>
        </p:nvGrpSpPr>
        <p:grpSpPr>
          <a:xfrm>
            <a:off x="7075994" y="3349531"/>
            <a:ext cx="360637" cy="352336"/>
            <a:chOff x="7075994" y="3349531"/>
            <a:chExt cx="360637" cy="352336"/>
          </a:xfrm>
        </p:grpSpPr>
        <p:sp>
          <p:nvSpPr>
            <p:cNvPr id="12868" name="Google Shape;12868;p13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3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3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3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3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3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3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135"/>
          <p:cNvGrpSpPr/>
          <p:nvPr/>
        </p:nvGrpSpPr>
        <p:grpSpPr>
          <a:xfrm>
            <a:off x="7651983" y="3349181"/>
            <a:ext cx="107183" cy="352399"/>
            <a:chOff x="7651983" y="3349181"/>
            <a:chExt cx="107183" cy="352399"/>
          </a:xfrm>
        </p:grpSpPr>
        <p:sp>
          <p:nvSpPr>
            <p:cNvPr id="12876" name="Google Shape;12876;p13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3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135"/>
          <p:cNvGrpSpPr/>
          <p:nvPr/>
        </p:nvGrpSpPr>
        <p:grpSpPr>
          <a:xfrm>
            <a:off x="7973468" y="3382322"/>
            <a:ext cx="352590" cy="287072"/>
            <a:chOff x="7973468" y="3382322"/>
            <a:chExt cx="352590" cy="287072"/>
          </a:xfrm>
        </p:grpSpPr>
        <p:sp>
          <p:nvSpPr>
            <p:cNvPr id="12879" name="Google Shape;12879;p13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3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3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3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3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3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3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3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3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3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3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3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94" name="Shape 12894"/>
        <p:cNvGrpSpPr/>
        <p:nvPr/>
      </p:nvGrpSpPr>
      <p:grpSpPr>
        <a:xfrm>
          <a:off x="0" y="0"/>
          <a:ext cx="0" cy="0"/>
          <a:chOff x="0" y="0"/>
          <a:chExt cx="0" cy="0"/>
        </a:xfrm>
      </p:grpSpPr>
      <p:sp>
        <p:nvSpPr>
          <p:cNvPr id="12895" name="Google Shape;12895;p13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896" name="Google Shape;12896;p136"/>
          <p:cNvGrpSpPr/>
          <p:nvPr/>
        </p:nvGrpSpPr>
        <p:grpSpPr>
          <a:xfrm>
            <a:off x="849677" y="1500658"/>
            <a:ext cx="347872" cy="347488"/>
            <a:chOff x="849677" y="1500658"/>
            <a:chExt cx="347872" cy="347488"/>
          </a:xfrm>
        </p:grpSpPr>
        <p:sp>
          <p:nvSpPr>
            <p:cNvPr id="12897" name="Google Shape;12897;p13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3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3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3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3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3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136"/>
          <p:cNvGrpSpPr/>
          <p:nvPr/>
        </p:nvGrpSpPr>
        <p:grpSpPr>
          <a:xfrm>
            <a:off x="1415853" y="1500658"/>
            <a:ext cx="315872" cy="347488"/>
            <a:chOff x="1415853" y="1500658"/>
            <a:chExt cx="315872" cy="347488"/>
          </a:xfrm>
        </p:grpSpPr>
        <p:sp>
          <p:nvSpPr>
            <p:cNvPr id="12904" name="Google Shape;12904;p13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3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3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3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136"/>
          <p:cNvGrpSpPr/>
          <p:nvPr/>
        </p:nvGrpSpPr>
        <p:grpSpPr>
          <a:xfrm>
            <a:off x="4697389" y="1500658"/>
            <a:ext cx="347520" cy="347104"/>
            <a:chOff x="4697389" y="1500658"/>
            <a:chExt cx="347520" cy="347104"/>
          </a:xfrm>
        </p:grpSpPr>
        <p:sp>
          <p:nvSpPr>
            <p:cNvPr id="12909" name="Google Shape;12909;p13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3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3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136"/>
          <p:cNvGrpSpPr/>
          <p:nvPr/>
        </p:nvGrpSpPr>
        <p:grpSpPr>
          <a:xfrm>
            <a:off x="3603533" y="1964946"/>
            <a:ext cx="347520" cy="353760"/>
            <a:chOff x="3603533" y="1964946"/>
            <a:chExt cx="347520" cy="353760"/>
          </a:xfrm>
        </p:grpSpPr>
        <p:sp>
          <p:nvSpPr>
            <p:cNvPr id="12913" name="Google Shape;12913;p13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3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3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136"/>
          <p:cNvGrpSpPr/>
          <p:nvPr/>
        </p:nvGrpSpPr>
        <p:grpSpPr>
          <a:xfrm>
            <a:off x="1950765" y="1964338"/>
            <a:ext cx="357792" cy="352448"/>
            <a:chOff x="1950765" y="1964338"/>
            <a:chExt cx="357792" cy="352448"/>
          </a:xfrm>
        </p:grpSpPr>
        <p:sp>
          <p:nvSpPr>
            <p:cNvPr id="12917" name="Google Shape;12917;p13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3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3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3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136"/>
          <p:cNvGrpSpPr/>
          <p:nvPr/>
        </p:nvGrpSpPr>
        <p:grpSpPr>
          <a:xfrm>
            <a:off x="7435629" y="1964690"/>
            <a:ext cx="367712" cy="353248"/>
            <a:chOff x="7435629" y="1964690"/>
            <a:chExt cx="367712" cy="353248"/>
          </a:xfrm>
        </p:grpSpPr>
        <p:sp>
          <p:nvSpPr>
            <p:cNvPr id="12922" name="Google Shape;12922;p13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3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3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3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136"/>
          <p:cNvGrpSpPr/>
          <p:nvPr/>
        </p:nvGrpSpPr>
        <p:grpSpPr>
          <a:xfrm>
            <a:off x="2512749" y="1965042"/>
            <a:ext cx="333024" cy="352896"/>
            <a:chOff x="2512749" y="1965042"/>
            <a:chExt cx="333024" cy="352896"/>
          </a:xfrm>
        </p:grpSpPr>
        <p:sp>
          <p:nvSpPr>
            <p:cNvPr id="12927" name="Google Shape;12927;p13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3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3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3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3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136"/>
          <p:cNvGrpSpPr/>
          <p:nvPr/>
        </p:nvGrpSpPr>
        <p:grpSpPr>
          <a:xfrm>
            <a:off x="1398317" y="1981778"/>
            <a:ext cx="365792" cy="335392"/>
            <a:chOff x="1398317" y="1981778"/>
            <a:chExt cx="365792" cy="335392"/>
          </a:xfrm>
        </p:grpSpPr>
        <p:sp>
          <p:nvSpPr>
            <p:cNvPr id="12933" name="Google Shape;12933;p13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3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3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3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3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3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136"/>
          <p:cNvGrpSpPr/>
          <p:nvPr/>
        </p:nvGrpSpPr>
        <p:grpSpPr>
          <a:xfrm>
            <a:off x="3052237" y="2003570"/>
            <a:ext cx="353600" cy="314752"/>
            <a:chOff x="3052237" y="2003570"/>
            <a:chExt cx="353600" cy="314752"/>
          </a:xfrm>
        </p:grpSpPr>
        <p:sp>
          <p:nvSpPr>
            <p:cNvPr id="12940" name="Google Shape;12940;p13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3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3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136"/>
          <p:cNvGrpSpPr/>
          <p:nvPr/>
        </p:nvGrpSpPr>
        <p:grpSpPr>
          <a:xfrm>
            <a:off x="1404013" y="2958066"/>
            <a:ext cx="368096" cy="223968"/>
            <a:chOff x="1404013" y="2958066"/>
            <a:chExt cx="368096" cy="223968"/>
          </a:xfrm>
        </p:grpSpPr>
        <p:sp>
          <p:nvSpPr>
            <p:cNvPr id="12944" name="Google Shape;12944;p13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3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6" name="Google Shape;12946;p13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3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8" name="Google Shape;12948;p136"/>
          <p:cNvGrpSpPr/>
          <p:nvPr/>
        </p:nvGrpSpPr>
        <p:grpSpPr>
          <a:xfrm>
            <a:off x="1951149" y="2885202"/>
            <a:ext cx="370368" cy="367328"/>
            <a:chOff x="1951149" y="2885202"/>
            <a:chExt cx="370368" cy="367328"/>
          </a:xfrm>
        </p:grpSpPr>
        <p:sp>
          <p:nvSpPr>
            <p:cNvPr id="12949" name="Google Shape;12949;p13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3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3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136"/>
          <p:cNvGrpSpPr/>
          <p:nvPr/>
        </p:nvGrpSpPr>
        <p:grpSpPr>
          <a:xfrm>
            <a:off x="2501677" y="2906162"/>
            <a:ext cx="367328" cy="327296"/>
            <a:chOff x="2501677" y="2906162"/>
            <a:chExt cx="367328" cy="327296"/>
          </a:xfrm>
        </p:grpSpPr>
        <p:sp>
          <p:nvSpPr>
            <p:cNvPr id="12953" name="Google Shape;12953;p13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3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3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6" name="Google Shape;12956;p13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7" name="Google Shape;12957;p136"/>
          <p:cNvGrpSpPr/>
          <p:nvPr/>
        </p:nvGrpSpPr>
        <p:grpSpPr>
          <a:xfrm>
            <a:off x="3050317" y="2893714"/>
            <a:ext cx="367712" cy="354240"/>
            <a:chOff x="3050317" y="2893714"/>
            <a:chExt cx="367712" cy="354240"/>
          </a:xfrm>
        </p:grpSpPr>
        <p:sp>
          <p:nvSpPr>
            <p:cNvPr id="12958" name="Google Shape;12958;p13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3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0" name="Google Shape;12960;p13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3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2" name="Google Shape;12962;p136"/>
          <p:cNvGrpSpPr/>
          <p:nvPr/>
        </p:nvGrpSpPr>
        <p:grpSpPr>
          <a:xfrm>
            <a:off x="7531277" y="2886354"/>
            <a:ext cx="185184" cy="367296"/>
            <a:chOff x="7531277" y="2886354"/>
            <a:chExt cx="185184" cy="367296"/>
          </a:xfrm>
        </p:grpSpPr>
        <p:sp>
          <p:nvSpPr>
            <p:cNvPr id="12963" name="Google Shape;12963;p13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3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3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136"/>
          <p:cNvGrpSpPr/>
          <p:nvPr/>
        </p:nvGrpSpPr>
        <p:grpSpPr>
          <a:xfrm>
            <a:off x="6926637" y="2886738"/>
            <a:ext cx="297184" cy="367296"/>
            <a:chOff x="6926637" y="2886738"/>
            <a:chExt cx="297184" cy="367296"/>
          </a:xfrm>
        </p:grpSpPr>
        <p:sp>
          <p:nvSpPr>
            <p:cNvPr id="12967" name="Google Shape;12967;p13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3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3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0" name="Google Shape;12970;p13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3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2" name="Google Shape;12972;p136"/>
          <p:cNvGrpSpPr/>
          <p:nvPr/>
        </p:nvGrpSpPr>
        <p:grpSpPr>
          <a:xfrm>
            <a:off x="6340653" y="2886354"/>
            <a:ext cx="370368" cy="368064"/>
            <a:chOff x="6340653" y="2886354"/>
            <a:chExt cx="370368" cy="368064"/>
          </a:xfrm>
        </p:grpSpPr>
        <p:sp>
          <p:nvSpPr>
            <p:cNvPr id="12973" name="Google Shape;12973;p13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3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3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3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3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3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9" name="Google Shape;12979;p136"/>
          <p:cNvGrpSpPr/>
          <p:nvPr/>
        </p:nvGrpSpPr>
        <p:grpSpPr>
          <a:xfrm>
            <a:off x="5246797" y="1981426"/>
            <a:ext cx="354752" cy="336512"/>
            <a:chOff x="5246797" y="1981426"/>
            <a:chExt cx="354752" cy="336512"/>
          </a:xfrm>
        </p:grpSpPr>
        <p:sp>
          <p:nvSpPr>
            <p:cNvPr id="12980" name="Google Shape;12980;p13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3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136"/>
          <p:cNvGrpSpPr/>
          <p:nvPr/>
        </p:nvGrpSpPr>
        <p:grpSpPr>
          <a:xfrm>
            <a:off x="4148749" y="2102066"/>
            <a:ext cx="355136" cy="216256"/>
            <a:chOff x="4148749" y="2102066"/>
            <a:chExt cx="355136" cy="216256"/>
          </a:xfrm>
        </p:grpSpPr>
        <p:sp>
          <p:nvSpPr>
            <p:cNvPr id="12983" name="Google Shape;12983;p13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3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136"/>
          <p:cNvGrpSpPr/>
          <p:nvPr/>
        </p:nvGrpSpPr>
        <p:grpSpPr>
          <a:xfrm>
            <a:off x="5794669" y="2001426"/>
            <a:ext cx="354752" cy="315360"/>
            <a:chOff x="5794669" y="2001426"/>
            <a:chExt cx="354752" cy="315360"/>
          </a:xfrm>
        </p:grpSpPr>
        <p:sp>
          <p:nvSpPr>
            <p:cNvPr id="12986" name="Google Shape;12986;p13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3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136"/>
          <p:cNvGrpSpPr/>
          <p:nvPr/>
        </p:nvGrpSpPr>
        <p:grpSpPr>
          <a:xfrm>
            <a:off x="6345229" y="2029842"/>
            <a:ext cx="352832" cy="289216"/>
            <a:chOff x="6345229" y="2029842"/>
            <a:chExt cx="352832" cy="289216"/>
          </a:xfrm>
        </p:grpSpPr>
        <p:sp>
          <p:nvSpPr>
            <p:cNvPr id="12989" name="Google Shape;12989;p13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3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136"/>
          <p:cNvGrpSpPr/>
          <p:nvPr/>
        </p:nvGrpSpPr>
        <p:grpSpPr>
          <a:xfrm>
            <a:off x="4697389" y="2036338"/>
            <a:ext cx="354752" cy="281984"/>
            <a:chOff x="4697389" y="2036338"/>
            <a:chExt cx="354752" cy="281984"/>
          </a:xfrm>
        </p:grpSpPr>
        <p:sp>
          <p:nvSpPr>
            <p:cNvPr id="12992" name="Google Shape;12992;p13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3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136"/>
          <p:cNvGrpSpPr/>
          <p:nvPr/>
        </p:nvGrpSpPr>
        <p:grpSpPr>
          <a:xfrm>
            <a:off x="1404013" y="2424754"/>
            <a:ext cx="353600" cy="354944"/>
            <a:chOff x="1404013" y="2424754"/>
            <a:chExt cx="353600" cy="354944"/>
          </a:xfrm>
        </p:grpSpPr>
        <p:sp>
          <p:nvSpPr>
            <p:cNvPr id="12995" name="Google Shape;12995;p13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3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3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3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3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136"/>
          <p:cNvGrpSpPr/>
          <p:nvPr/>
        </p:nvGrpSpPr>
        <p:grpSpPr>
          <a:xfrm>
            <a:off x="854253" y="2428274"/>
            <a:ext cx="355104" cy="351040"/>
            <a:chOff x="854253" y="2428274"/>
            <a:chExt cx="355104" cy="351040"/>
          </a:xfrm>
        </p:grpSpPr>
        <p:sp>
          <p:nvSpPr>
            <p:cNvPr id="13001" name="Google Shape;13001;p13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3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136"/>
          <p:cNvGrpSpPr/>
          <p:nvPr/>
        </p:nvGrpSpPr>
        <p:grpSpPr>
          <a:xfrm>
            <a:off x="6896909" y="2440946"/>
            <a:ext cx="354752" cy="275904"/>
            <a:chOff x="6896909" y="2440946"/>
            <a:chExt cx="354752" cy="275904"/>
          </a:xfrm>
        </p:grpSpPr>
        <p:sp>
          <p:nvSpPr>
            <p:cNvPr id="13004" name="Google Shape;13004;p13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3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6" name="Google Shape;13006;p13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7" name="Google Shape;13007;p136"/>
          <p:cNvGrpSpPr/>
          <p:nvPr/>
        </p:nvGrpSpPr>
        <p:grpSpPr>
          <a:xfrm>
            <a:off x="5265069" y="2424754"/>
            <a:ext cx="321984" cy="354560"/>
            <a:chOff x="5265069" y="2424754"/>
            <a:chExt cx="321984" cy="354560"/>
          </a:xfrm>
        </p:grpSpPr>
        <p:sp>
          <p:nvSpPr>
            <p:cNvPr id="13008" name="Google Shape;13008;p13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3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136"/>
          <p:cNvGrpSpPr/>
          <p:nvPr/>
        </p:nvGrpSpPr>
        <p:grpSpPr>
          <a:xfrm>
            <a:off x="4150669" y="2466770"/>
            <a:ext cx="355104" cy="259584"/>
            <a:chOff x="4150669" y="2466770"/>
            <a:chExt cx="355104" cy="259584"/>
          </a:xfrm>
        </p:grpSpPr>
        <p:sp>
          <p:nvSpPr>
            <p:cNvPr id="13011" name="Google Shape;13011;p13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3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3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3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136"/>
          <p:cNvGrpSpPr/>
          <p:nvPr/>
        </p:nvGrpSpPr>
        <p:grpSpPr>
          <a:xfrm>
            <a:off x="4699693" y="2424946"/>
            <a:ext cx="354336" cy="353984"/>
            <a:chOff x="4699693" y="2424946"/>
            <a:chExt cx="354336" cy="353984"/>
          </a:xfrm>
        </p:grpSpPr>
        <p:sp>
          <p:nvSpPr>
            <p:cNvPr id="13016" name="Google Shape;13016;p13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3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8" name="Google Shape;13018;p13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3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0" name="Google Shape;13020;p136"/>
          <p:cNvGrpSpPr/>
          <p:nvPr/>
        </p:nvGrpSpPr>
        <p:grpSpPr>
          <a:xfrm>
            <a:off x="1953037" y="2552242"/>
            <a:ext cx="355136" cy="227072"/>
            <a:chOff x="1953037" y="2552242"/>
            <a:chExt cx="355136" cy="227072"/>
          </a:xfrm>
        </p:grpSpPr>
        <p:sp>
          <p:nvSpPr>
            <p:cNvPr id="13021" name="Google Shape;13021;p13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3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13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4" name="Google Shape;13024;p136"/>
          <p:cNvGrpSpPr/>
          <p:nvPr/>
        </p:nvGrpSpPr>
        <p:grpSpPr>
          <a:xfrm>
            <a:off x="2500941" y="2527218"/>
            <a:ext cx="355104" cy="250944"/>
            <a:chOff x="2500941" y="2527218"/>
            <a:chExt cx="355104" cy="250944"/>
          </a:xfrm>
        </p:grpSpPr>
        <p:sp>
          <p:nvSpPr>
            <p:cNvPr id="13025" name="Google Shape;13025;p13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3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3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3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3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0" name="Google Shape;13030;p13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1" name="Google Shape;13031;p136"/>
          <p:cNvGrpSpPr/>
          <p:nvPr/>
        </p:nvGrpSpPr>
        <p:grpSpPr>
          <a:xfrm>
            <a:off x="7993805" y="2427122"/>
            <a:ext cx="356256" cy="351808"/>
            <a:chOff x="7993805" y="2427122"/>
            <a:chExt cx="356256" cy="351808"/>
          </a:xfrm>
        </p:grpSpPr>
        <p:sp>
          <p:nvSpPr>
            <p:cNvPr id="13032" name="Google Shape;13032;p13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3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3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136"/>
          <p:cNvGrpSpPr/>
          <p:nvPr/>
        </p:nvGrpSpPr>
        <p:grpSpPr>
          <a:xfrm>
            <a:off x="878637" y="1965010"/>
            <a:ext cx="308640" cy="353312"/>
            <a:chOff x="878637" y="1965010"/>
            <a:chExt cx="308640" cy="353312"/>
          </a:xfrm>
        </p:grpSpPr>
        <p:sp>
          <p:nvSpPr>
            <p:cNvPr id="13036" name="Google Shape;13036;p13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3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3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136"/>
          <p:cNvGrpSpPr/>
          <p:nvPr/>
        </p:nvGrpSpPr>
        <p:grpSpPr>
          <a:xfrm>
            <a:off x="6896141" y="1964722"/>
            <a:ext cx="348256" cy="352448"/>
            <a:chOff x="6896141" y="1964722"/>
            <a:chExt cx="348256" cy="352448"/>
          </a:xfrm>
        </p:grpSpPr>
        <p:sp>
          <p:nvSpPr>
            <p:cNvPr id="13040" name="Google Shape;13040;p13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3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3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136"/>
          <p:cNvGrpSpPr/>
          <p:nvPr/>
        </p:nvGrpSpPr>
        <p:grpSpPr>
          <a:xfrm>
            <a:off x="7989997" y="2015378"/>
            <a:ext cx="355136" cy="303328"/>
            <a:chOff x="7989997" y="2015378"/>
            <a:chExt cx="355136" cy="303328"/>
          </a:xfrm>
        </p:grpSpPr>
        <p:sp>
          <p:nvSpPr>
            <p:cNvPr id="13044" name="Google Shape;13044;p13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3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3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136"/>
          <p:cNvGrpSpPr/>
          <p:nvPr/>
        </p:nvGrpSpPr>
        <p:grpSpPr>
          <a:xfrm>
            <a:off x="3598221" y="1509362"/>
            <a:ext cx="348640" cy="330784"/>
            <a:chOff x="3598221" y="1509362"/>
            <a:chExt cx="348640" cy="330784"/>
          </a:xfrm>
        </p:grpSpPr>
        <p:sp>
          <p:nvSpPr>
            <p:cNvPr id="13048" name="Google Shape;13048;p13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3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3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3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136"/>
          <p:cNvGrpSpPr/>
          <p:nvPr/>
        </p:nvGrpSpPr>
        <p:grpSpPr>
          <a:xfrm>
            <a:off x="5246797" y="1500658"/>
            <a:ext cx="347872" cy="347488"/>
            <a:chOff x="5246797" y="1500658"/>
            <a:chExt cx="347872" cy="347488"/>
          </a:xfrm>
        </p:grpSpPr>
        <p:sp>
          <p:nvSpPr>
            <p:cNvPr id="13053" name="Google Shape;13053;p13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3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3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3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136"/>
          <p:cNvGrpSpPr/>
          <p:nvPr/>
        </p:nvGrpSpPr>
        <p:grpSpPr>
          <a:xfrm>
            <a:off x="5796589" y="1500658"/>
            <a:ext cx="349024" cy="346752"/>
            <a:chOff x="5796589" y="1500658"/>
            <a:chExt cx="349024" cy="346752"/>
          </a:xfrm>
        </p:grpSpPr>
        <p:sp>
          <p:nvSpPr>
            <p:cNvPr id="13058" name="Google Shape;13058;p13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9" name="Google Shape;13059;p136"/>
            <p:cNvGrpSpPr/>
            <p:nvPr/>
          </p:nvGrpSpPr>
          <p:grpSpPr>
            <a:xfrm>
              <a:off x="5796589" y="1500658"/>
              <a:ext cx="349024" cy="346752"/>
              <a:chOff x="5796589" y="1500658"/>
              <a:chExt cx="349024" cy="346752"/>
            </a:xfrm>
          </p:grpSpPr>
          <p:sp>
            <p:nvSpPr>
              <p:cNvPr id="13060" name="Google Shape;13060;p13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3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3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3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64" name="Google Shape;13064;p136"/>
          <p:cNvGrpSpPr/>
          <p:nvPr/>
        </p:nvGrpSpPr>
        <p:grpSpPr>
          <a:xfrm>
            <a:off x="6895373" y="1502578"/>
            <a:ext cx="348640" cy="343296"/>
            <a:chOff x="6895373" y="1502578"/>
            <a:chExt cx="348640" cy="343296"/>
          </a:xfrm>
        </p:grpSpPr>
        <p:sp>
          <p:nvSpPr>
            <p:cNvPr id="13065" name="Google Shape;13065;p13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3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3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136"/>
          <p:cNvGrpSpPr/>
          <p:nvPr/>
        </p:nvGrpSpPr>
        <p:grpSpPr>
          <a:xfrm>
            <a:off x="4147597" y="1505458"/>
            <a:ext cx="347904" cy="336992"/>
            <a:chOff x="4147597" y="1505458"/>
            <a:chExt cx="347904" cy="336992"/>
          </a:xfrm>
        </p:grpSpPr>
        <p:sp>
          <p:nvSpPr>
            <p:cNvPr id="13069" name="Google Shape;13069;p13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3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3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3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3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3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3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136"/>
          <p:cNvGrpSpPr/>
          <p:nvPr/>
        </p:nvGrpSpPr>
        <p:grpSpPr>
          <a:xfrm>
            <a:off x="2499405" y="1499890"/>
            <a:ext cx="347488" cy="348256"/>
            <a:chOff x="2499405" y="1499890"/>
            <a:chExt cx="347488" cy="348256"/>
          </a:xfrm>
        </p:grpSpPr>
        <p:sp>
          <p:nvSpPr>
            <p:cNvPr id="13077" name="Google Shape;13077;p13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3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3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3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3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136"/>
          <p:cNvGrpSpPr/>
          <p:nvPr/>
        </p:nvGrpSpPr>
        <p:grpSpPr>
          <a:xfrm>
            <a:off x="1956845" y="1500498"/>
            <a:ext cx="331520" cy="348032"/>
            <a:chOff x="1956845" y="1500498"/>
            <a:chExt cx="331520" cy="348032"/>
          </a:xfrm>
        </p:grpSpPr>
        <p:sp>
          <p:nvSpPr>
            <p:cNvPr id="13083" name="Google Shape;13083;p13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3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3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3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3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3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3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3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3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3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3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3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136"/>
          <p:cNvGrpSpPr/>
          <p:nvPr/>
        </p:nvGrpSpPr>
        <p:grpSpPr>
          <a:xfrm>
            <a:off x="6345613" y="1549874"/>
            <a:ext cx="348640" cy="250656"/>
            <a:chOff x="6345613" y="1549874"/>
            <a:chExt cx="348640" cy="250656"/>
          </a:xfrm>
        </p:grpSpPr>
        <p:sp>
          <p:nvSpPr>
            <p:cNvPr id="13096" name="Google Shape;13096;p13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3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3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3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3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3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136"/>
          <p:cNvGrpSpPr/>
          <p:nvPr/>
        </p:nvGrpSpPr>
        <p:grpSpPr>
          <a:xfrm>
            <a:off x="7444781" y="1507026"/>
            <a:ext cx="348640" cy="334272"/>
            <a:chOff x="7444781" y="1507026"/>
            <a:chExt cx="348640" cy="334272"/>
          </a:xfrm>
        </p:grpSpPr>
        <p:sp>
          <p:nvSpPr>
            <p:cNvPr id="13103" name="Google Shape;13103;p13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3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3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3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3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8" name="Google Shape;13108;p136"/>
          <p:cNvGrpSpPr/>
          <p:nvPr/>
        </p:nvGrpSpPr>
        <p:grpSpPr>
          <a:xfrm>
            <a:off x="7995341" y="1506738"/>
            <a:ext cx="347872" cy="334944"/>
            <a:chOff x="7995341" y="1506738"/>
            <a:chExt cx="347872" cy="334944"/>
          </a:xfrm>
        </p:grpSpPr>
        <p:sp>
          <p:nvSpPr>
            <p:cNvPr id="13109" name="Google Shape;13109;p13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3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3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3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3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3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136"/>
          <p:cNvGrpSpPr/>
          <p:nvPr/>
        </p:nvGrpSpPr>
        <p:grpSpPr>
          <a:xfrm>
            <a:off x="3048045" y="1522930"/>
            <a:ext cx="347872" cy="303904"/>
            <a:chOff x="3048045" y="1522930"/>
            <a:chExt cx="347872" cy="303904"/>
          </a:xfrm>
        </p:grpSpPr>
        <p:sp>
          <p:nvSpPr>
            <p:cNvPr id="13116" name="Google Shape;13116;p13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7" name="Google Shape;13117;p136"/>
            <p:cNvGrpSpPr/>
            <p:nvPr/>
          </p:nvGrpSpPr>
          <p:grpSpPr>
            <a:xfrm>
              <a:off x="3048045" y="1522930"/>
              <a:ext cx="347872" cy="303904"/>
              <a:chOff x="3048045" y="1522930"/>
              <a:chExt cx="347872" cy="303904"/>
            </a:xfrm>
          </p:grpSpPr>
          <p:sp>
            <p:nvSpPr>
              <p:cNvPr id="13118" name="Google Shape;13118;p13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3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20" name="Google Shape;13120;p136"/>
          <p:cNvGrpSpPr/>
          <p:nvPr/>
        </p:nvGrpSpPr>
        <p:grpSpPr>
          <a:xfrm>
            <a:off x="1133133" y="3351922"/>
            <a:ext cx="313984" cy="358560"/>
            <a:chOff x="1133133" y="3351922"/>
            <a:chExt cx="313984" cy="358560"/>
          </a:xfrm>
        </p:grpSpPr>
        <p:sp>
          <p:nvSpPr>
            <p:cNvPr id="13121" name="Google Shape;13121;p13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3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3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3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3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3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3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3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3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3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3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3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3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3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3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3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7" name="Google Shape;13137;p13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8" name="Google Shape;13138;p136"/>
          <p:cNvGrpSpPr/>
          <p:nvPr/>
        </p:nvGrpSpPr>
        <p:grpSpPr>
          <a:xfrm>
            <a:off x="2795053" y="3352594"/>
            <a:ext cx="288448" cy="357120"/>
            <a:chOff x="2795053" y="3352594"/>
            <a:chExt cx="288448" cy="357120"/>
          </a:xfrm>
        </p:grpSpPr>
        <p:sp>
          <p:nvSpPr>
            <p:cNvPr id="13139" name="Google Shape;13139;p13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3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3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3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3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3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3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3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3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136"/>
          <p:cNvGrpSpPr/>
          <p:nvPr/>
        </p:nvGrpSpPr>
        <p:grpSpPr>
          <a:xfrm>
            <a:off x="2236525" y="3353202"/>
            <a:ext cx="304832" cy="356512"/>
            <a:chOff x="2236525" y="3353202"/>
            <a:chExt cx="304832" cy="356512"/>
          </a:xfrm>
        </p:grpSpPr>
        <p:sp>
          <p:nvSpPr>
            <p:cNvPr id="13149" name="Google Shape;13149;p13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3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3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136"/>
          <p:cNvGrpSpPr/>
          <p:nvPr/>
        </p:nvGrpSpPr>
        <p:grpSpPr>
          <a:xfrm>
            <a:off x="3910637" y="3352690"/>
            <a:ext cx="256800" cy="357024"/>
            <a:chOff x="3910637" y="3352690"/>
            <a:chExt cx="256800" cy="357024"/>
          </a:xfrm>
        </p:grpSpPr>
        <p:sp>
          <p:nvSpPr>
            <p:cNvPr id="13153" name="Google Shape;13153;p13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3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3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136"/>
          <p:cNvGrpSpPr/>
          <p:nvPr/>
        </p:nvGrpSpPr>
        <p:grpSpPr>
          <a:xfrm>
            <a:off x="6056429" y="3351922"/>
            <a:ext cx="360064" cy="360096"/>
            <a:chOff x="6056429" y="3351922"/>
            <a:chExt cx="360064" cy="360096"/>
          </a:xfrm>
        </p:grpSpPr>
        <p:sp>
          <p:nvSpPr>
            <p:cNvPr id="13157" name="Google Shape;13157;p13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3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3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136"/>
          <p:cNvGrpSpPr/>
          <p:nvPr/>
        </p:nvGrpSpPr>
        <p:grpSpPr>
          <a:xfrm>
            <a:off x="6608877" y="3353074"/>
            <a:ext cx="357408" cy="357408"/>
            <a:chOff x="6608877" y="3353074"/>
            <a:chExt cx="357408" cy="357408"/>
          </a:xfrm>
        </p:grpSpPr>
        <p:sp>
          <p:nvSpPr>
            <p:cNvPr id="13161" name="Google Shape;13161;p13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3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3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3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3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3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3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8" name="Google Shape;13168;p13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9" name="Google Shape;13169;p136"/>
          <p:cNvGrpSpPr/>
          <p:nvPr/>
        </p:nvGrpSpPr>
        <p:grpSpPr>
          <a:xfrm>
            <a:off x="3316269" y="3352402"/>
            <a:ext cx="344832" cy="356544"/>
            <a:chOff x="3316269" y="3352402"/>
            <a:chExt cx="344832" cy="356544"/>
          </a:xfrm>
        </p:grpSpPr>
        <p:sp>
          <p:nvSpPr>
            <p:cNvPr id="13170" name="Google Shape;13170;p13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3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3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3" name="Google Shape;13173;p13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4" name="Google Shape;13174;p136"/>
          <p:cNvGrpSpPr/>
          <p:nvPr/>
        </p:nvGrpSpPr>
        <p:grpSpPr>
          <a:xfrm>
            <a:off x="4959533" y="3370226"/>
            <a:ext cx="357408" cy="323488"/>
            <a:chOff x="4959533" y="3370226"/>
            <a:chExt cx="357408" cy="323488"/>
          </a:xfrm>
        </p:grpSpPr>
        <p:sp>
          <p:nvSpPr>
            <p:cNvPr id="13175" name="Google Shape;13175;p13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3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136"/>
          <p:cNvGrpSpPr/>
          <p:nvPr/>
        </p:nvGrpSpPr>
        <p:grpSpPr>
          <a:xfrm>
            <a:off x="7158637" y="3353074"/>
            <a:ext cx="357056" cy="357408"/>
            <a:chOff x="7158637" y="3353074"/>
            <a:chExt cx="357056" cy="357408"/>
          </a:xfrm>
        </p:grpSpPr>
        <p:sp>
          <p:nvSpPr>
            <p:cNvPr id="13178" name="Google Shape;13178;p13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3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3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3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136"/>
          <p:cNvGrpSpPr/>
          <p:nvPr/>
        </p:nvGrpSpPr>
        <p:grpSpPr>
          <a:xfrm>
            <a:off x="5508909" y="3371506"/>
            <a:ext cx="358560" cy="319552"/>
            <a:chOff x="5508909" y="3371506"/>
            <a:chExt cx="358560" cy="319552"/>
          </a:xfrm>
        </p:grpSpPr>
        <p:sp>
          <p:nvSpPr>
            <p:cNvPr id="13183" name="Google Shape;13183;p13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3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3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3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3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3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3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3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3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3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96" name="Shape 13196"/>
        <p:cNvGrpSpPr/>
        <p:nvPr/>
      </p:nvGrpSpPr>
      <p:grpSpPr>
        <a:xfrm>
          <a:off x="0" y="0"/>
          <a:ext cx="0" cy="0"/>
          <a:chOff x="0" y="0"/>
          <a:chExt cx="0" cy="0"/>
        </a:xfrm>
      </p:grpSpPr>
      <p:sp>
        <p:nvSpPr>
          <p:cNvPr id="13197" name="Google Shape;13197;p13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198" name="Google Shape;13198;p13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9" name="Google Shape;13199;p137"/>
          <p:cNvGrpSpPr/>
          <p:nvPr/>
        </p:nvGrpSpPr>
        <p:grpSpPr>
          <a:xfrm>
            <a:off x="3303268" y="3817349"/>
            <a:ext cx="346056" cy="345674"/>
            <a:chOff x="3303268" y="3817349"/>
            <a:chExt cx="346056" cy="345674"/>
          </a:xfrm>
        </p:grpSpPr>
        <p:sp>
          <p:nvSpPr>
            <p:cNvPr id="13200" name="Google Shape;13200;p13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3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3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3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137"/>
          <p:cNvGrpSpPr/>
          <p:nvPr/>
        </p:nvGrpSpPr>
        <p:grpSpPr>
          <a:xfrm>
            <a:off x="3752358" y="3817349"/>
            <a:ext cx="346056" cy="345674"/>
            <a:chOff x="3752358" y="3817349"/>
            <a:chExt cx="346056" cy="345674"/>
          </a:xfrm>
        </p:grpSpPr>
        <p:sp>
          <p:nvSpPr>
            <p:cNvPr id="13205" name="Google Shape;13205;p13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3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3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3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137"/>
          <p:cNvGrpSpPr/>
          <p:nvPr/>
        </p:nvGrpSpPr>
        <p:grpSpPr>
          <a:xfrm>
            <a:off x="5100008" y="3817349"/>
            <a:ext cx="346024" cy="345674"/>
            <a:chOff x="5100008" y="3817349"/>
            <a:chExt cx="346024" cy="345674"/>
          </a:xfrm>
        </p:grpSpPr>
        <p:sp>
          <p:nvSpPr>
            <p:cNvPr id="13210" name="Google Shape;13210;p13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3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3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137"/>
          <p:cNvGrpSpPr/>
          <p:nvPr/>
        </p:nvGrpSpPr>
        <p:grpSpPr>
          <a:xfrm>
            <a:off x="5998919" y="3817349"/>
            <a:ext cx="345674" cy="345674"/>
            <a:chOff x="5998919" y="3817349"/>
            <a:chExt cx="345674" cy="345674"/>
          </a:xfrm>
        </p:grpSpPr>
        <p:sp>
          <p:nvSpPr>
            <p:cNvPr id="13214" name="Google Shape;13214;p13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3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3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7" name="Google Shape;13217;p137"/>
          <p:cNvGrpSpPr/>
          <p:nvPr/>
        </p:nvGrpSpPr>
        <p:grpSpPr>
          <a:xfrm>
            <a:off x="4201447" y="3817349"/>
            <a:ext cx="346024" cy="345674"/>
            <a:chOff x="4201447" y="3817349"/>
            <a:chExt cx="346024" cy="345674"/>
          </a:xfrm>
        </p:grpSpPr>
        <p:sp>
          <p:nvSpPr>
            <p:cNvPr id="13218" name="Google Shape;13218;p13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3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137"/>
          <p:cNvGrpSpPr/>
          <p:nvPr/>
        </p:nvGrpSpPr>
        <p:grpSpPr>
          <a:xfrm>
            <a:off x="4650919" y="3817349"/>
            <a:ext cx="346024" cy="345674"/>
            <a:chOff x="4650919" y="3817349"/>
            <a:chExt cx="346024" cy="345674"/>
          </a:xfrm>
        </p:grpSpPr>
        <p:sp>
          <p:nvSpPr>
            <p:cNvPr id="13221" name="Google Shape;13221;p13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3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3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137"/>
          <p:cNvGrpSpPr/>
          <p:nvPr/>
        </p:nvGrpSpPr>
        <p:grpSpPr>
          <a:xfrm>
            <a:off x="5549861" y="3817349"/>
            <a:ext cx="345642" cy="345674"/>
            <a:chOff x="5549861" y="3817349"/>
            <a:chExt cx="345642" cy="345674"/>
          </a:xfrm>
        </p:grpSpPr>
        <p:sp>
          <p:nvSpPr>
            <p:cNvPr id="13225" name="Google Shape;13225;p13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3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3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8" name="Google Shape;13228;p137"/>
          <p:cNvGrpSpPr/>
          <p:nvPr/>
        </p:nvGrpSpPr>
        <p:grpSpPr>
          <a:xfrm>
            <a:off x="1306445" y="3397829"/>
            <a:ext cx="367255" cy="269855"/>
            <a:chOff x="1306445" y="3397829"/>
            <a:chExt cx="367255" cy="269855"/>
          </a:xfrm>
        </p:grpSpPr>
        <p:sp>
          <p:nvSpPr>
            <p:cNvPr id="13229" name="Google Shape;13229;p13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3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3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3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3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3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137"/>
          <p:cNvGrpSpPr/>
          <p:nvPr/>
        </p:nvGrpSpPr>
        <p:grpSpPr>
          <a:xfrm>
            <a:off x="1781317" y="3391400"/>
            <a:ext cx="367255" cy="282364"/>
            <a:chOff x="1781317" y="3391400"/>
            <a:chExt cx="367255" cy="282364"/>
          </a:xfrm>
        </p:grpSpPr>
        <p:sp>
          <p:nvSpPr>
            <p:cNvPr id="13236" name="Google Shape;13236;p13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3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3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3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3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3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137"/>
          <p:cNvGrpSpPr/>
          <p:nvPr/>
        </p:nvGrpSpPr>
        <p:grpSpPr>
          <a:xfrm>
            <a:off x="3678830" y="3370933"/>
            <a:ext cx="369164" cy="323297"/>
            <a:chOff x="3678830" y="3370933"/>
            <a:chExt cx="369164" cy="323297"/>
          </a:xfrm>
        </p:grpSpPr>
        <p:sp>
          <p:nvSpPr>
            <p:cNvPr id="13243" name="Google Shape;13243;p13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3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3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3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3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3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3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3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3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3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3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137"/>
          <p:cNvGrpSpPr/>
          <p:nvPr/>
        </p:nvGrpSpPr>
        <p:grpSpPr>
          <a:xfrm>
            <a:off x="859265" y="3348175"/>
            <a:ext cx="312316" cy="368400"/>
            <a:chOff x="859265" y="3348175"/>
            <a:chExt cx="312316" cy="368400"/>
          </a:xfrm>
        </p:grpSpPr>
        <p:sp>
          <p:nvSpPr>
            <p:cNvPr id="13255" name="Google Shape;13255;p13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3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3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3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3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0" name="Google Shape;13260;p13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1" name="Google Shape;13261;p137"/>
          <p:cNvGrpSpPr/>
          <p:nvPr/>
        </p:nvGrpSpPr>
        <p:grpSpPr>
          <a:xfrm>
            <a:off x="2766374" y="3361013"/>
            <a:ext cx="330110" cy="308908"/>
            <a:chOff x="2766264" y="3394042"/>
            <a:chExt cx="294873" cy="275934"/>
          </a:xfrm>
        </p:grpSpPr>
        <p:sp>
          <p:nvSpPr>
            <p:cNvPr id="13262" name="Google Shape;13262;p13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3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3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3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137"/>
          <p:cNvGrpSpPr/>
          <p:nvPr/>
        </p:nvGrpSpPr>
        <p:grpSpPr>
          <a:xfrm>
            <a:off x="3214972" y="3359188"/>
            <a:ext cx="346406" cy="347552"/>
            <a:chOff x="3214972" y="3359188"/>
            <a:chExt cx="346406" cy="347552"/>
          </a:xfrm>
        </p:grpSpPr>
        <p:sp>
          <p:nvSpPr>
            <p:cNvPr id="13267" name="Google Shape;13267;p13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3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3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3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3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3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3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3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3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3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3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3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3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3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137"/>
          <p:cNvGrpSpPr/>
          <p:nvPr/>
        </p:nvGrpSpPr>
        <p:grpSpPr>
          <a:xfrm>
            <a:off x="4629306" y="3409193"/>
            <a:ext cx="367255" cy="244486"/>
            <a:chOff x="4629306" y="3409193"/>
            <a:chExt cx="367255" cy="244486"/>
          </a:xfrm>
        </p:grpSpPr>
        <p:sp>
          <p:nvSpPr>
            <p:cNvPr id="13282" name="Google Shape;13282;p13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3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3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3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3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3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3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3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3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3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137"/>
          <p:cNvGrpSpPr/>
          <p:nvPr/>
        </p:nvGrpSpPr>
        <p:grpSpPr>
          <a:xfrm>
            <a:off x="4193490" y="3350084"/>
            <a:ext cx="289939" cy="334661"/>
            <a:chOff x="4193490" y="3350084"/>
            <a:chExt cx="289939" cy="334661"/>
          </a:xfrm>
        </p:grpSpPr>
        <p:sp>
          <p:nvSpPr>
            <p:cNvPr id="13293" name="Google Shape;13293;p13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3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3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3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3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3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3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3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3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3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137"/>
          <p:cNvGrpSpPr/>
          <p:nvPr/>
        </p:nvGrpSpPr>
        <p:grpSpPr>
          <a:xfrm>
            <a:off x="6533281" y="3351230"/>
            <a:ext cx="357037" cy="357005"/>
            <a:chOff x="6533281" y="3351230"/>
            <a:chExt cx="357037" cy="357005"/>
          </a:xfrm>
        </p:grpSpPr>
        <p:sp>
          <p:nvSpPr>
            <p:cNvPr id="13304" name="Google Shape;13304;p13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3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3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137"/>
          <p:cNvGrpSpPr/>
          <p:nvPr/>
        </p:nvGrpSpPr>
        <p:grpSpPr>
          <a:xfrm>
            <a:off x="6058441" y="3351230"/>
            <a:ext cx="357387" cy="357005"/>
            <a:chOff x="6058441" y="3351230"/>
            <a:chExt cx="357387" cy="357005"/>
          </a:xfrm>
        </p:grpSpPr>
        <p:sp>
          <p:nvSpPr>
            <p:cNvPr id="13308" name="Google Shape;13308;p13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3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137"/>
          <p:cNvGrpSpPr/>
          <p:nvPr/>
        </p:nvGrpSpPr>
        <p:grpSpPr>
          <a:xfrm>
            <a:off x="7957483" y="3350848"/>
            <a:ext cx="357387" cy="357387"/>
            <a:chOff x="7957483" y="3350848"/>
            <a:chExt cx="357387" cy="357387"/>
          </a:xfrm>
        </p:grpSpPr>
        <p:sp>
          <p:nvSpPr>
            <p:cNvPr id="13311" name="Google Shape;13311;p13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3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3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137"/>
          <p:cNvGrpSpPr/>
          <p:nvPr/>
        </p:nvGrpSpPr>
        <p:grpSpPr>
          <a:xfrm>
            <a:off x="7007771" y="3351230"/>
            <a:ext cx="357387" cy="357005"/>
            <a:chOff x="7007771" y="3351230"/>
            <a:chExt cx="357387" cy="357005"/>
          </a:xfrm>
        </p:grpSpPr>
        <p:sp>
          <p:nvSpPr>
            <p:cNvPr id="13315" name="Google Shape;13315;p13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3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3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3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3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137"/>
          <p:cNvGrpSpPr/>
          <p:nvPr/>
        </p:nvGrpSpPr>
        <p:grpSpPr>
          <a:xfrm>
            <a:off x="5108729" y="3351230"/>
            <a:ext cx="357005" cy="357005"/>
            <a:chOff x="5108729" y="3351230"/>
            <a:chExt cx="357005" cy="357005"/>
          </a:xfrm>
        </p:grpSpPr>
        <p:sp>
          <p:nvSpPr>
            <p:cNvPr id="13321" name="Google Shape;13321;p13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3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137"/>
          <p:cNvGrpSpPr/>
          <p:nvPr/>
        </p:nvGrpSpPr>
        <p:grpSpPr>
          <a:xfrm>
            <a:off x="5583569" y="3351230"/>
            <a:ext cx="357419" cy="357005"/>
            <a:chOff x="5583569" y="3351230"/>
            <a:chExt cx="357419" cy="357005"/>
          </a:xfrm>
        </p:grpSpPr>
        <p:sp>
          <p:nvSpPr>
            <p:cNvPr id="13324" name="Google Shape;13324;p13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3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137"/>
          <p:cNvGrpSpPr/>
          <p:nvPr/>
        </p:nvGrpSpPr>
        <p:grpSpPr>
          <a:xfrm>
            <a:off x="7482229" y="3351230"/>
            <a:ext cx="357419" cy="357005"/>
            <a:chOff x="7482229" y="3351230"/>
            <a:chExt cx="357419" cy="357005"/>
          </a:xfrm>
        </p:grpSpPr>
        <p:sp>
          <p:nvSpPr>
            <p:cNvPr id="13327" name="Google Shape;13327;p13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3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3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3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3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137"/>
          <p:cNvGrpSpPr/>
          <p:nvPr/>
        </p:nvGrpSpPr>
        <p:grpSpPr>
          <a:xfrm>
            <a:off x="3764485" y="2890682"/>
            <a:ext cx="222874" cy="345737"/>
            <a:chOff x="3764485" y="2890682"/>
            <a:chExt cx="222874" cy="345737"/>
          </a:xfrm>
        </p:grpSpPr>
        <p:sp>
          <p:nvSpPr>
            <p:cNvPr id="13333" name="Google Shape;13333;p13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3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3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137"/>
          <p:cNvGrpSpPr/>
          <p:nvPr/>
        </p:nvGrpSpPr>
        <p:grpSpPr>
          <a:xfrm>
            <a:off x="2238616" y="2908131"/>
            <a:ext cx="422596" cy="310382"/>
            <a:chOff x="2278533" y="2937377"/>
            <a:chExt cx="346788" cy="254704"/>
          </a:xfrm>
        </p:grpSpPr>
        <p:sp>
          <p:nvSpPr>
            <p:cNvPr id="13337" name="Google Shape;13337;p13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3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9" name="Google Shape;13339;p13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0" name="Google Shape;13340;p137"/>
          <p:cNvGrpSpPr/>
          <p:nvPr/>
        </p:nvGrpSpPr>
        <p:grpSpPr>
          <a:xfrm>
            <a:off x="1836637" y="2891510"/>
            <a:ext cx="286152" cy="346438"/>
            <a:chOff x="1836637" y="2891510"/>
            <a:chExt cx="286152" cy="346438"/>
          </a:xfrm>
        </p:grpSpPr>
        <p:sp>
          <p:nvSpPr>
            <p:cNvPr id="13341" name="Google Shape;13341;p13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3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3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137"/>
          <p:cNvGrpSpPr/>
          <p:nvPr/>
        </p:nvGrpSpPr>
        <p:grpSpPr>
          <a:xfrm>
            <a:off x="5585861" y="2905929"/>
            <a:ext cx="379764" cy="337684"/>
            <a:chOff x="5585861" y="2905929"/>
            <a:chExt cx="379764" cy="337684"/>
          </a:xfrm>
        </p:grpSpPr>
        <p:sp>
          <p:nvSpPr>
            <p:cNvPr id="13345" name="Google Shape;13345;p13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3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3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3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137"/>
          <p:cNvGrpSpPr/>
          <p:nvPr/>
        </p:nvGrpSpPr>
        <p:grpSpPr>
          <a:xfrm>
            <a:off x="1327676" y="2910480"/>
            <a:ext cx="347934" cy="310024"/>
            <a:chOff x="1327676" y="2910480"/>
            <a:chExt cx="347934" cy="310024"/>
          </a:xfrm>
        </p:grpSpPr>
        <p:sp>
          <p:nvSpPr>
            <p:cNvPr id="13350" name="Google Shape;13350;p13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3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3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3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3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5" name="Google Shape;13355;p13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6" name="Google Shape;13356;p137"/>
          <p:cNvGrpSpPr/>
          <p:nvPr/>
        </p:nvGrpSpPr>
        <p:grpSpPr>
          <a:xfrm>
            <a:off x="2753401" y="2869564"/>
            <a:ext cx="382828" cy="358601"/>
            <a:chOff x="2753373" y="2902523"/>
            <a:chExt cx="347552" cy="325557"/>
          </a:xfrm>
        </p:grpSpPr>
        <p:sp>
          <p:nvSpPr>
            <p:cNvPr id="13357" name="Google Shape;13357;p13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3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3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3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3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3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137"/>
          <p:cNvGrpSpPr/>
          <p:nvPr/>
        </p:nvGrpSpPr>
        <p:grpSpPr>
          <a:xfrm>
            <a:off x="849016" y="2903255"/>
            <a:ext cx="356655" cy="335425"/>
            <a:chOff x="849016" y="2903255"/>
            <a:chExt cx="356655" cy="335425"/>
          </a:xfrm>
        </p:grpSpPr>
        <p:sp>
          <p:nvSpPr>
            <p:cNvPr id="13364" name="Google Shape;13364;p13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3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3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3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3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3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3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3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3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3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3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137"/>
          <p:cNvGrpSpPr/>
          <p:nvPr/>
        </p:nvGrpSpPr>
        <p:grpSpPr>
          <a:xfrm>
            <a:off x="4210933" y="2926777"/>
            <a:ext cx="280072" cy="275520"/>
            <a:chOff x="4210933" y="2926777"/>
            <a:chExt cx="280072" cy="275520"/>
          </a:xfrm>
        </p:grpSpPr>
        <p:sp>
          <p:nvSpPr>
            <p:cNvPr id="13376" name="Google Shape;13376;p13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3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3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3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3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3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3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3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3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3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3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3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3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137"/>
          <p:cNvGrpSpPr/>
          <p:nvPr/>
        </p:nvGrpSpPr>
        <p:grpSpPr>
          <a:xfrm>
            <a:off x="4667216" y="2915382"/>
            <a:ext cx="320273" cy="318395"/>
            <a:chOff x="4667216" y="2915382"/>
            <a:chExt cx="320273" cy="318395"/>
          </a:xfrm>
        </p:grpSpPr>
        <p:sp>
          <p:nvSpPr>
            <p:cNvPr id="13390" name="Google Shape;13390;p13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3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3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3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137"/>
          <p:cNvGrpSpPr/>
          <p:nvPr/>
        </p:nvGrpSpPr>
        <p:grpSpPr>
          <a:xfrm>
            <a:off x="5170480" y="2934639"/>
            <a:ext cx="261929" cy="280550"/>
            <a:chOff x="5170480" y="2934639"/>
            <a:chExt cx="261929" cy="280550"/>
          </a:xfrm>
        </p:grpSpPr>
        <p:sp>
          <p:nvSpPr>
            <p:cNvPr id="13395" name="Google Shape;13395;p13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3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3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3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3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3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3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137"/>
          <p:cNvGrpSpPr/>
          <p:nvPr/>
        </p:nvGrpSpPr>
        <p:grpSpPr>
          <a:xfrm>
            <a:off x="6069423" y="2891892"/>
            <a:ext cx="362321" cy="364231"/>
            <a:chOff x="6069423" y="2891892"/>
            <a:chExt cx="362321" cy="364231"/>
          </a:xfrm>
        </p:grpSpPr>
        <p:sp>
          <p:nvSpPr>
            <p:cNvPr id="13403" name="Google Shape;13403;p13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3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3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3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3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3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137"/>
          <p:cNvGrpSpPr/>
          <p:nvPr/>
        </p:nvGrpSpPr>
        <p:grpSpPr>
          <a:xfrm>
            <a:off x="6571955" y="2919170"/>
            <a:ext cx="308878" cy="311170"/>
            <a:chOff x="6571955" y="2919170"/>
            <a:chExt cx="308878" cy="311170"/>
          </a:xfrm>
        </p:grpSpPr>
        <p:sp>
          <p:nvSpPr>
            <p:cNvPr id="13410" name="Google Shape;13410;p13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3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3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3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3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3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3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3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3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3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137"/>
          <p:cNvGrpSpPr/>
          <p:nvPr/>
        </p:nvGrpSpPr>
        <p:grpSpPr>
          <a:xfrm>
            <a:off x="7500054" y="2934735"/>
            <a:ext cx="350576" cy="280454"/>
            <a:chOff x="7500054" y="2934735"/>
            <a:chExt cx="350576" cy="280454"/>
          </a:xfrm>
        </p:grpSpPr>
        <p:sp>
          <p:nvSpPr>
            <p:cNvPr id="13421" name="Google Shape;13421;p13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3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3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3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3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3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3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3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9" name="Google Shape;13429;p137"/>
          <p:cNvGrpSpPr/>
          <p:nvPr/>
        </p:nvGrpSpPr>
        <p:grpSpPr>
          <a:xfrm>
            <a:off x="7024430" y="2874662"/>
            <a:ext cx="332012" cy="355454"/>
            <a:chOff x="7055134" y="2919170"/>
            <a:chExt cx="290321" cy="310820"/>
          </a:xfrm>
        </p:grpSpPr>
        <p:sp>
          <p:nvSpPr>
            <p:cNvPr id="13430" name="Google Shape;13430;p13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3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3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3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3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3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3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3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3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3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3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3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3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3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137"/>
          <p:cNvGrpSpPr/>
          <p:nvPr/>
        </p:nvGrpSpPr>
        <p:grpSpPr>
          <a:xfrm>
            <a:off x="7985143" y="2900613"/>
            <a:ext cx="330109" cy="347552"/>
            <a:chOff x="7985143" y="2900613"/>
            <a:chExt cx="330109" cy="347552"/>
          </a:xfrm>
        </p:grpSpPr>
        <p:sp>
          <p:nvSpPr>
            <p:cNvPr id="13445" name="Google Shape;13445;p13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3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3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3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3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3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3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3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137"/>
          <p:cNvGrpSpPr/>
          <p:nvPr/>
        </p:nvGrpSpPr>
        <p:grpSpPr>
          <a:xfrm>
            <a:off x="7990840" y="2435226"/>
            <a:ext cx="354363" cy="353631"/>
            <a:chOff x="7990840" y="2435226"/>
            <a:chExt cx="354363" cy="353631"/>
          </a:xfrm>
        </p:grpSpPr>
        <p:sp>
          <p:nvSpPr>
            <p:cNvPr id="13454" name="Google Shape;13454;p13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3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3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137"/>
          <p:cNvGrpSpPr/>
          <p:nvPr/>
        </p:nvGrpSpPr>
        <p:grpSpPr>
          <a:xfrm>
            <a:off x="1817317" y="2480330"/>
            <a:ext cx="350958" cy="263043"/>
            <a:chOff x="1817317" y="2480330"/>
            <a:chExt cx="350958" cy="263043"/>
          </a:xfrm>
        </p:grpSpPr>
        <p:sp>
          <p:nvSpPr>
            <p:cNvPr id="13458" name="Google Shape;13458;p13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3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3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3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3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137"/>
          <p:cNvGrpSpPr/>
          <p:nvPr/>
        </p:nvGrpSpPr>
        <p:grpSpPr>
          <a:xfrm>
            <a:off x="1341727" y="2483349"/>
            <a:ext cx="419913" cy="308109"/>
            <a:chOff x="1341727" y="2483349"/>
            <a:chExt cx="419913" cy="308109"/>
          </a:xfrm>
        </p:grpSpPr>
        <p:sp>
          <p:nvSpPr>
            <p:cNvPr id="13464" name="Google Shape;13464;p13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3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3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137"/>
          <p:cNvGrpSpPr/>
          <p:nvPr/>
        </p:nvGrpSpPr>
        <p:grpSpPr>
          <a:xfrm>
            <a:off x="854332" y="2447736"/>
            <a:ext cx="376358" cy="330109"/>
            <a:chOff x="854332" y="2447736"/>
            <a:chExt cx="376358" cy="330109"/>
          </a:xfrm>
        </p:grpSpPr>
        <p:sp>
          <p:nvSpPr>
            <p:cNvPr id="13468" name="Google Shape;13468;p13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3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3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3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3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3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3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3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137"/>
          <p:cNvGrpSpPr/>
          <p:nvPr/>
        </p:nvGrpSpPr>
        <p:grpSpPr>
          <a:xfrm>
            <a:off x="4206763" y="2450951"/>
            <a:ext cx="322151" cy="322374"/>
            <a:chOff x="4206763" y="2450951"/>
            <a:chExt cx="322151" cy="322374"/>
          </a:xfrm>
        </p:grpSpPr>
        <p:sp>
          <p:nvSpPr>
            <p:cNvPr id="13477" name="Google Shape;13477;p13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3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137"/>
          <p:cNvGrpSpPr/>
          <p:nvPr/>
        </p:nvGrpSpPr>
        <p:grpSpPr>
          <a:xfrm>
            <a:off x="7528096" y="2450059"/>
            <a:ext cx="327976" cy="324316"/>
            <a:chOff x="7528096" y="2450059"/>
            <a:chExt cx="327976" cy="324316"/>
          </a:xfrm>
        </p:grpSpPr>
        <p:sp>
          <p:nvSpPr>
            <p:cNvPr id="13480" name="Google Shape;13480;p13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3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3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3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3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137"/>
          <p:cNvGrpSpPr/>
          <p:nvPr/>
        </p:nvGrpSpPr>
        <p:grpSpPr>
          <a:xfrm>
            <a:off x="7077129" y="2512542"/>
            <a:ext cx="282364" cy="198619"/>
            <a:chOff x="7077129" y="2512542"/>
            <a:chExt cx="282364" cy="198619"/>
          </a:xfrm>
        </p:grpSpPr>
        <p:sp>
          <p:nvSpPr>
            <p:cNvPr id="13486" name="Google Shape;13486;p13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3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3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3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3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3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137"/>
          <p:cNvGrpSpPr/>
          <p:nvPr/>
        </p:nvGrpSpPr>
        <p:grpSpPr>
          <a:xfrm>
            <a:off x="3725461" y="2444712"/>
            <a:ext cx="334279" cy="334661"/>
            <a:chOff x="3725461" y="2444712"/>
            <a:chExt cx="334279" cy="334661"/>
          </a:xfrm>
        </p:grpSpPr>
        <p:sp>
          <p:nvSpPr>
            <p:cNvPr id="13493" name="Google Shape;13493;p13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3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3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3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3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3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3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137"/>
          <p:cNvGrpSpPr/>
          <p:nvPr/>
        </p:nvGrpSpPr>
        <p:grpSpPr>
          <a:xfrm>
            <a:off x="6577238" y="2457221"/>
            <a:ext cx="332019" cy="310788"/>
            <a:chOff x="6577238" y="2457221"/>
            <a:chExt cx="332019" cy="310788"/>
          </a:xfrm>
        </p:grpSpPr>
        <p:sp>
          <p:nvSpPr>
            <p:cNvPr id="13501" name="Google Shape;13501;p13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3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3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3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3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3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137"/>
          <p:cNvGrpSpPr/>
          <p:nvPr/>
        </p:nvGrpSpPr>
        <p:grpSpPr>
          <a:xfrm>
            <a:off x="2818561" y="2439778"/>
            <a:ext cx="247892" cy="346024"/>
            <a:chOff x="2818561" y="2439778"/>
            <a:chExt cx="247892" cy="346024"/>
          </a:xfrm>
        </p:grpSpPr>
        <p:sp>
          <p:nvSpPr>
            <p:cNvPr id="13508" name="Google Shape;13508;p13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3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3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3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3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3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3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3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3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3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3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3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137"/>
          <p:cNvGrpSpPr/>
          <p:nvPr/>
        </p:nvGrpSpPr>
        <p:grpSpPr>
          <a:xfrm>
            <a:off x="3207778" y="2474632"/>
            <a:ext cx="419933" cy="275170"/>
            <a:chOff x="3207778" y="2474632"/>
            <a:chExt cx="419933" cy="275170"/>
          </a:xfrm>
        </p:grpSpPr>
        <p:sp>
          <p:nvSpPr>
            <p:cNvPr id="13521" name="Google Shape;13521;p13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3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3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3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3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3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3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3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3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3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3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3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3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3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5" name="Google Shape;13535;p137"/>
          <p:cNvGrpSpPr/>
          <p:nvPr/>
        </p:nvGrpSpPr>
        <p:grpSpPr>
          <a:xfrm>
            <a:off x="6099375" y="2456075"/>
            <a:ext cx="337684" cy="314194"/>
            <a:chOff x="6099375" y="2456075"/>
            <a:chExt cx="337684" cy="314194"/>
          </a:xfrm>
        </p:grpSpPr>
        <p:sp>
          <p:nvSpPr>
            <p:cNvPr id="13536" name="Google Shape;13536;p13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3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137"/>
          <p:cNvGrpSpPr/>
          <p:nvPr/>
        </p:nvGrpSpPr>
        <p:grpSpPr>
          <a:xfrm>
            <a:off x="2312623" y="2468584"/>
            <a:ext cx="312698" cy="286534"/>
            <a:chOff x="2312623" y="2468584"/>
            <a:chExt cx="312698" cy="286534"/>
          </a:xfrm>
        </p:grpSpPr>
        <p:sp>
          <p:nvSpPr>
            <p:cNvPr id="13539" name="Google Shape;13539;p13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3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3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137"/>
          <p:cNvGrpSpPr/>
          <p:nvPr/>
        </p:nvGrpSpPr>
        <p:grpSpPr>
          <a:xfrm>
            <a:off x="5618805" y="2440924"/>
            <a:ext cx="345292" cy="342618"/>
            <a:chOff x="5618805" y="2440924"/>
            <a:chExt cx="345292" cy="342618"/>
          </a:xfrm>
        </p:grpSpPr>
        <p:sp>
          <p:nvSpPr>
            <p:cNvPr id="13543" name="Google Shape;13543;p13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3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3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3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3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137"/>
          <p:cNvGrpSpPr/>
          <p:nvPr/>
        </p:nvGrpSpPr>
        <p:grpSpPr>
          <a:xfrm>
            <a:off x="4653179" y="2446590"/>
            <a:ext cx="377886" cy="331255"/>
            <a:chOff x="4653179" y="2446590"/>
            <a:chExt cx="377886" cy="331255"/>
          </a:xfrm>
        </p:grpSpPr>
        <p:sp>
          <p:nvSpPr>
            <p:cNvPr id="13549" name="Google Shape;13549;p13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3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3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3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137"/>
          <p:cNvGrpSpPr/>
          <p:nvPr/>
        </p:nvGrpSpPr>
        <p:grpSpPr>
          <a:xfrm>
            <a:off x="5184517" y="2459481"/>
            <a:ext cx="252062" cy="305122"/>
            <a:chOff x="5184517" y="2459481"/>
            <a:chExt cx="252062" cy="305122"/>
          </a:xfrm>
        </p:grpSpPr>
        <p:sp>
          <p:nvSpPr>
            <p:cNvPr id="13554" name="Google Shape;13554;p13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3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3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3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3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3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0" name="Google Shape;13560;p13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1" name="Google Shape;13561;p137"/>
          <p:cNvGrpSpPr/>
          <p:nvPr/>
        </p:nvGrpSpPr>
        <p:grpSpPr>
          <a:xfrm>
            <a:off x="6155459" y="1969108"/>
            <a:ext cx="249770" cy="363849"/>
            <a:chOff x="6155459" y="1969108"/>
            <a:chExt cx="249770" cy="363849"/>
          </a:xfrm>
        </p:grpSpPr>
        <p:sp>
          <p:nvSpPr>
            <p:cNvPr id="13562" name="Google Shape;13562;p13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3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3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3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3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3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3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3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3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137"/>
          <p:cNvGrpSpPr/>
          <p:nvPr/>
        </p:nvGrpSpPr>
        <p:grpSpPr>
          <a:xfrm>
            <a:off x="2280029" y="1970604"/>
            <a:ext cx="353631" cy="354395"/>
            <a:chOff x="2280029" y="1970604"/>
            <a:chExt cx="353631" cy="354395"/>
          </a:xfrm>
        </p:grpSpPr>
        <p:sp>
          <p:nvSpPr>
            <p:cNvPr id="13572" name="Google Shape;13572;p13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3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3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3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137"/>
          <p:cNvGrpSpPr/>
          <p:nvPr/>
        </p:nvGrpSpPr>
        <p:grpSpPr>
          <a:xfrm>
            <a:off x="8065100" y="2000174"/>
            <a:ext cx="255086" cy="301685"/>
            <a:chOff x="8065100" y="2000174"/>
            <a:chExt cx="255086" cy="301685"/>
          </a:xfrm>
        </p:grpSpPr>
        <p:sp>
          <p:nvSpPr>
            <p:cNvPr id="13577" name="Google Shape;13577;p13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3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3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3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137"/>
          <p:cNvGrpSpPr/>
          <p:nvPr/>
        </p:nvGrpSpPr>
        <p:grpSpPr>
          <a:xfrm>
            <a:off x="6633705" y="1969108"/>
            <a:ext cx="249420" cy="363849"/>
            <a:chOff x="6633705" y="1969108"/>
            <a:chExt cx="249420" cy="363849"/>
          </a:xfrm>
        </p:grpSpPr>
        <p:sp>
          <p:nvSpPr>
            <p:cNvPr id="13582" name="Google Shape;13582;p13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3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3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3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3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3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3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3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0" name="Google Shape;13590;p137"/>
          <p:cNvGrpSpPr/>
          <p:nvPr/>
        </p:nvGrpSpPr>
        <p:grpSpPr>
          <a:xfrm>
            <a:off x="5211031" y="1969108"/>
            <a:ext cx="226661" cy="363467"/>
            <a:chOff x="5211031" y="1969108"/>
            <a:chExt cx="226661" cy="363467"/>
          </a:xfrm>
        </p:grpSpPr>
        <p:sp>
          <p:nvSpPr>
            <p:cNvPr id="13591" name="Google Shape;13591;p13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3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137"/>
          <p:cNvGrpSpPr/>
          <p:nvPr/>
        </p:nvGrpSpPr>
        <p:grpSpPr>
          <a:xfrm>
            <a:off x="3712952" y="1970604"/>
            <a:ext cx="354363" cy="354395"/>
            <a:chOff x="3712952" y="1970604"/>
            <a:chExt cx="354363" cy="354395"/>
          </a:xfrm>
        </p:grpSpPr>
        <p:sp>
          <p:nvSpPr>
            <p:cNvPr id="13594" name="Google Shape;13594;p13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3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3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3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3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3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3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3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3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137"/>
          <p:cNvGrpSpPr/>
          <p:nvPr/>
        </p:nvGrpSpPr>
        <p:grpSpPr>
          <a:xfrm>
            <a:off x="3235438" y="1970604"/>
            <a:ext cx="354363" cy="354745"/>
            <a:chOff x="3235438" y="1970604"/>
            <a:chExt cx="354363" cy="354745"/>
          </a:xfrm>
        </p:grpSpPr>
        <p:sp>
          <p:nvSpPr>
            <p:cNvPr id="13604" name="Google Shape;13604;p13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3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3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3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3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3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3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3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3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3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3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3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3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137"/>
          <p:cNvGrpSpPr/>
          <p:nvPr/>
        </p:nvGrpSpPr>
        <p:grpSpPr>
          <a:xfrm>
            <a:off x="1329585" y="1989925"/>
            <a:ext cx="341472" cy="335074"/>
            <a:chOff x="1329585" y="1989925"/>
            <a:chExt cx="341472" cy="335074"/>
          </a:xfrm>
        </p:grpSpPr>
        <p:sp>
          <p:nvSpPr>
            <p:cNvPr id="13618" name="Google Shape;13618;p13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3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3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1" name="Google Shape;13621;p137"/>
          <p:cNvGrpSpPr/>
          <p:nvPr/>
        </p:nvGrpSpPr>
        <p:grpSpPr>
          <a:xfrm>
            <a:off x="5591871" y="1989906"/>
            <a:ext cx="416649" cy="325597"/>
            <a:chOff x="5626763" y="2013829"/>
            <a:chExt cx="351722" cy="274788"/>
          </a:xfrm>
        </p:grpSpPr>
        <p:sp>
          <p:nvSpPr>
            <p:cNvPr id="13622" name="Google Shape;13622;p13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3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3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3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3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3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3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3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3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3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137"/>
          <p:cNvGrpSpPr/>
          <p:nvPr/>
        </p:nvGrpSpPr>
        <p:grpSpPr>
          <a:xfrm>
            <a:off x="7576605" y="1983877"/>
            <a:ext cx="276698" cy="333133"/>
            <a:chOff x="7576605" y="1983877"/>
            <a:chExt cx="276698" cy="333133"/>
          </a:xfrm>
        </p:grpSpPr>
        <p:sp>
          <p:nvSpPr>
            <p:cNvPr id="13633" name="Google Shape;13633;p13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3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137"/>
          <p:cNvGrpSpPr/>
          <p:nvPr/>
        </p:nvGrpSpPr>
        <p:grpSpPr>
          <a:xfrm>
            <a:off x="853568" y="1975538"/>
            <a:ext cx="337334" cy="353599"/>
            <a:chOff x="853568" y="1975538"/>
            <a:chExt cx="337334" cy="353599"/>
          </a:xfrm>
        </p:grpSpPr>
        <p:sp>
          <p:nvSpPr>
            <p:cNvPr id="13636" name="Google Shape;13636;p13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3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3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3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0" name="Google Shape;13640;p137"/>
          <p:cNvGrpSpPr/>
          <p:nvPr/>
        </p:nvGrpSpPr>
        <p:grpSpPr>
          <a:xfrm>
            <a:off x="2770052" y="2009628"/>
            <a:ext cx="327085" cy="277080"/>
            <a:chOff x="2770052" y="2009628"/>
            <a:chExt cx="327085" cy="277080"/>
          </a:xfrm>
        </p:grpSpPr>
        <p:sp>
          <p:nvSpPr>
            <p:cNvPr id="13641" name="Google Shape;13641;p13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3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3" name="Google Shape;13643;p13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4" name="Google Shape;13644;p137"/>
          <p:cNvGrpSpPr/>
          <p:nvPr/>
        </p:nvGrpSpPr>
        <p:grpSpPr>
          <a:xfrm>
            <a:off x="4195399" y="1970604"/>
            <a:ext cx="344878" cy="343573"/>
            <a:chOff x="4195399" y="1970604"/>
            <a:chExt cx="344878" cy="343573"/>
          </a:xfrm>
        </p:grpSpPr>
        <p:sp>
          <p:nvSpPr>
            <p:cNvPr id="13645" name="Google Shape;13645;p13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3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3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3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137"/>
          <p:cNvGrpSpPr/>
          <p:nvPr/>
        </p:nvGrpSpPr>
        <p:grpSpPr>
          <a:xfrm>
            <a:off x="4674791" y="1977447"/>
            <a:ext cx="344528" cy="344114"/>
            <a:chOff x="4674791" y="1977447"/>
            <a:chExt cx="344528" cy="344114"/>
          </a:xfrm>
        </p:grpSpPr>
        <p:sp>
          <p:nvSpPr>
            <p:cNvPr id="13650" name="Google Shape;13650;p13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3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3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3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3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3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3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3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3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3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3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3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3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3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3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3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3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3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3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3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3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3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3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3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3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3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137"/>
          <p:cNvGrpSpPr/>
          <p:nvPr/>
        </p:nvGrpSpPr>
        <p:grpSpPr>
          <a:xfrm>
            <a:off x="6083810" y="1547297"/>
            <a:ext cx="382819" cy="310788"/>
            <a:chOff x="6083810" y="1547297"/>
            <a:chExt cx="382819" cy="310788"/>
          </a:xfrm>
        </p:grpSpPr>
        <p:sp>
          <p:nvSpPr>
            <p:cNvPr id="13677" name="Google Shape;13677;p13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3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3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3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3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3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3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3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3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3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3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3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3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3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3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3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3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3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137"/>
          <p:cNvGrpSpPr/>
          <p:nvPr/>
        </p:nvGrpSpPr>
        <p:grpSpPr>
          <a:xfrm>
            <a:off x="6558300" y="1538193"/>
            <a:ext cx="382788" cy="328613"/>
            <a:chOff x="6558300" y="1538193"/>
            <a:chExt cx="382788" cy="328613"/>
          </a:xfrm>
        </p:grpSpPr>
        <p:sp>
          <p:nvSpPr>
            <p:cNvPr id="13696" name="Google Shape;13696;p13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3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137"/>
          <p:cNvGrpSpPr/>
          <p:nvPr/>
        </p:nvGrpSpPr>
        <p:grpSpPr>
          <a:xfrm>
            <a:off x="5194002" y="1511297"/>
            <a:ext cx="259605" cy="346024"/>
            <a:chOff x="5194002" y="1511297"/>
            <a:chExt cx="259605" cy="346024"/>
          </a:xfrm>
        </p:grpSpPr>
        <p:sp>
          <p:nvSpPr>
            <p:cNvPr id="13699" name="Google Shape;13699;p13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3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3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3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137"/>
          <p:cNvGrpSpPr/>
          <p:nvPr/>
        </p:nvGrpSpPr>
        <p:grpSpPr>
          <a:xfrm>
            <a:off x="1394741" y="1512061"/>
            <a:ext cx="252444" cy="351722"/>
            <a:chOff x="1394741" y="1512061"/>
            <a:chExt cx="252444" cy="351722"/>
          </a:xfrm>
        </p:grpSpPr>
        <p:sp>
          <p:nvSpPr>
            <p:cNvPr id="13704" name="Google Shape;13704;p13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3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3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3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3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3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3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3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3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3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3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3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3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3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3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3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3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137"/>
          <p:cNvGrpSpPr/>
          <p:nvPr/>
        </p:nvGrpSpPr>
        <p:grpSpPr>
          <a:xfrm>
            <a:off x="855096" y="1504485"/>
            <a:ext cx="380910" cy="339594"/>
            <a:chOff x="855096" y="1504485"/>
            <a:chExt cx="380910" cy="339594"/>
          </a:xfrm>
        </p:grpSpPr>
        <p:sp>
          <p:nvSpPr>
            <p:cNvPr id="13722" name="Google Shape;13722;p13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3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3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3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3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137"/>
          <p:cNvGrpSpPr/>
          <p:nvPr/>
        </p:nvGrpSpPr>
        <p:grpSpPr>
          <a:xfrm>
            <a:off x="1819576" y="1511679"/>
            <a:ext cx="352103" cy="352103"/>
            <a:chOff x="1819576" y="1511679"/>
            <a:chExt cx="352103" cy="352103"/>
          </a:xfrm>
        </p:grpSpPr>
        <p:sp>
          <p:nvSpPr>
            <p:cNvPr id="13728" name="Google Shape;13728;p13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3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3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3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137"/>
          <p:cNvGrpSpPr/>
          <p:nvPr/>
        </p:nvGrpSpPr>
        <p:grpSpPr>
          <a:xfrm>
            <a:off x="5621097" y="1500761"/>
            <a:ext cx="371424" cy="355446"/>
            <a:chOff x="5621097" y="1500761"/>
            <a:chExt cx="371424" cy="355446"/>
          </a:xfrm>
        </p:grpSpPr>
        <p:sp>
          <p:nvSpPr>
            <p:cNvPr id="13733" name="Google Shape;13733;p13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3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137"/>
          <p:cNvGrpSpPr/>
          <p:nvPr/>
        </p:nvGrpSpPr>
        <p:grpSpPr>
          <a:xfrm>
            <a:off x="4670239" y="1541599"/>
            <a:ext cx="359679" cy="321833"/>
            <a:chOff x="4670239" y="1541599"/>
            <a:chExt cx="359679" cy="321833"/>
          </a:xfrm>
        </p:grpSpPr>
        <p:sp>
          <p:nvSpPr>
            <p:cNvPr id="13736" name="Google Shape;13736;p13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3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3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3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3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137"/>
          <p:cNvGrpSpPr/>
          <p:nvPr/>
        </p:nvGrpSpPr>
        <p:grpSpPr>
          <a:xfrm>
            <a:off x="4212429" y="1502385"/>
            <a:ext cx="321037" cy="353822"/>
            <a:chOff x="4212429" y="1502385"/>
            <a:chExt cx="321037" cy="353822"/>
          </a:xfrm>
        </p:grpSpPr>
        <p:sp>
          <p:nvSpPr>
            <p:cNvPr id="13742" name="Google Shape;13742;p13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3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3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3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137"/>
          <p:cNvGrpSpPr/>
          <p:nvPr/>
        </p:nvGrpSpPr>
        <p:grpSpPr>
          <a:xfrm>
            <a:off x="2302788" y="1505981"/>
            <a:ext cx="336188" cy="335425"/>
            <a:chOff x="2302788" y="1505981"/>
            <a:chExt cx="336188" cy="335425"/>
          </a:xfrm>
        </p:grpSpPr>
        <p:sp>
          <p:nvSpPr>
            <p:cNvPr id="13747" name="Google Shape;13747;p13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3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3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3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3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3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3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3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3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3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3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3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3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3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3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3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3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137"/>
          <p:cNvGrpSpPr/>
          <p:nvPr/>
        </p:nvGrpSpPr>
        <p:grpSpPr>
          <a:xfrm>
            <a:off x="2780301" y="1521896"/>
            <a:ext cx="333133" cy="321037"/>
            <a:chOff x="2780301" y="1521896"/>
            <a:chExt cx="333133" cy="321037"/>
          </a:xfrm>
        </p:grpSpPr>
        <p:sp>
          <p:nvSpPr>
            <p:cNvPr id="13765" name="Google Shape;13765;p13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3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3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3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3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3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3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3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3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3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3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3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3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3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3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3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3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3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3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3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5" name="Google Shape;13785;p13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3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3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8" name="Google Shape;13788;p137"/>
          <p:cNvGrpSpPr/>
          <p:nvPr/>
        </p:nvGrpSpPr>
        <p:grpSpPr>
          <a:xfrm>
            <a:off x="3316159" y="1515085"/>
            <a:ext cx="211892" cy="339594"/>
            <a:chOff x="3316159" y="1515085"/>
            <a:chExt cx="211892" cy="339594"/>
          </a:xfrm>
        </p:grpSpPr>
        <p:sp>
          <p:nvSpPr>
            <p:cNvPr id="13789" name="Google Shape;13789;p13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3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3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3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3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3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137"/>
          <p:cNvGrpSpPr/>
          <p:nvPr/>
        </p:nvGrpSpPr>
        <p:grpSpPr>
          <a:xfrm>
            <a:off x="3716358" y="1544655"/>
            <a:ext cx="361971" cy="314958"/>
            <a:chOff x="3716358" y="1544655"/>
            <a:chExt cx="361971" cy="314958"/>
          </a:xfrm>
        </p:grpSpPr>
        <p:sp>
          <p:nvSpPr>
            <p:cNvPr id="13796" name="Google Shape;13796;p13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3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3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3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3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1" name="Google Shape;13801;p137"/>
            <p:cNvGrpSpPr/>
            <p:nvPr/>
          </p:nvGrpSpPr>
          <p:grpSpPr>
            <a:xfrm>
              <a:off x="3716358" y="1544655"/>
              <a:ext cx="361971" cy="314958"/>
              <a:chOff x="3716358" y="1544655"/>
              <a:chExt cx="361971" cy="314958"/>
            </a:xfrm>
          </p:grpSpPr>
          <p:sp>
            <p:nvSpPr>
              <p:cNvPr id="13802" name="Google Shape;13802;p13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3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3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3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3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07" name="Google Shape;13807;p137"/>
          <p:cNvGrpSpPr/>
          <p:nvPr/>
        </p:nvGrpSpPr>
        <p:grpSpPr>
          <a:xfrm>
            <a:off x="7011924" y="1557552"/>
            <a:ext cx="499533" cy="305136"/>
            <a:chOff x="7009649" y="1541981"/>
            <a:chExt cx="524940" cy="320655"/>
          </a:xfrm>
        </p:grpSpPr>
        <p:sp>
          <p:nvSpPr>
            <p:cNvPr id="13808" name="Google Shape;13808;p13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3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3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3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3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3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3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3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137"/>
          <p:cNvGrpSpPr/>
          <p:nvPr/>
        </p:nvGrpSpPr>
        <p:grpSpPr>
          <a:xfrm>
            <a:off x="8034034" y="1518109"/>
            <a:ext cx="282746" cy="340358"/>
            <a:chOff x="8034034" y="1518109"/>
            <a:chExt cx="282746" cy="340358"/>
          </a:xfrm>
        </p:grpSpPr>
        <p:sp>
          <p:nvSpPr>
            <p:cNvPr id="13817" name="Google Shape;13817;p13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3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3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3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137"/>
          <p:cNvGrpSpPr/>
          <p:nvPr/>
        </p:nvGrpSpPr>
        <p:grpSpPr>
          <a:xfrm>
            <a:off x="7582302" y="1499934"/>
            <a:ext cx="369133" cy="360411"/>
            <a:chOff x="7582302" y="1499934"/>
            <a:chExt cx="369133" cy="360411"/>
          </a:xfrm>
        </p:grpSpPr>
        <p:sp>
          <p:nvSpPr>
            <p:cNvPr id="13822" name="Google Shape;13822;p13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3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3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3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3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30" name="Shape 13830"/>
        <p:cNvGrpSpPr/>
        <p:nvPr/>
      </p:nvGrpSpPr>
      <p:grpSpPr>
        <a:xfrm>
          <a:off x="0" y="0"/>
          <a:ext cx="0" cy="0"/>
          <a:chOff x="0" y="0"/>
          <a:chExt cx="0" cy="0"/>
        </a:xfrm>
      </p:grpSpPr>
      <p:pic>
        <p:nvPicPr>
          <p:cNvPr id="13831" name="Google Shape;13831;p13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inimalist Hepatitis Clinical Case by Slidesgo">
  <a:themeElements>
    <a:clrScheme name="Simple Light">
      <a:dk1>
        <a:srgbClr val="000000"/>
      </a:dk1>
      <a:lt1>
        <a:srgbClr val="FFFFFF"/>
      </a:lt1>
      <a:dk2>
        <a:srgbClr val="88664A"/>
      </a:dk2>
      <a:lt2>
        <a:srgbClr val="FFFFFF"/>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