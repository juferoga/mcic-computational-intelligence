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8" r:id="rId5"/>
    <p:sldMasterId id="2147483699" r:id="rId6"/>
  </p:sldMasterIdLst>
  <p:notesMasterIdLst>
    <p:notesMasterId r:id="rId7"/>
  </p:notesMasterIdLst>
  <p:sldIdLst>
    <p:sldId id="256" r:id="rId31"/>
    <p:sldId id="257" r:id="rId32"/>
    <p:sldId id="258" r:id="rId33"/>
    <p:sldId id="259" r:id="rId34"/>
    <p:sldId id="260" r:id="rId35"/>
    <p:sldId id="261" r:id="rId36"/>
    <p:sldId id="262" r:id="rId37"/>
    <p:sldId id="263" r:id="rId38"/>
    <p:sldId id="264" r:id="rId39"/>
    <p:sldId id="265" r:id="rId40"/>
    <p:sldId id="266" r:id="rId41"/>
  </p:sldIdLst>
  <p:sldSz cy="5143500" cx="9144000"/>
  <p:notesSz cx="6858000" cy="9144000"/>
  <p:embeddedFontLst>
    <p:embeddedFont>
      <p:font typeface="Proxima Nova"/>
      <p:regular r:id="rId94"/>
      <p:bold r:id="rId95"/>
      <p:italic r:id="rId96"/>
      <p:boldItalic r:id="rId97"/>
    </p:embeddedFont>
    <p:embeddedFont>
      <p:font typeface="Roboto Medium"/>
      <p:regular r:id="rId98"/>
      <p:bold r:id="rId99"/>
      <p:italic r:id="rId100"/>
      <p:boldItalic r:id="rId101"/>
    </p:embeddedFont>
    <p:embeddedFont>
      <p:font typeface="Amatic SC"/>
      <p:regular r:id="rId102"/>
      <p:bold r:id="rId103"/>
    </p:embeddedFont>
    <p:embeddedFont>
      <p:font typeface="Overpass"/>
      <p:regular r:id="rId104"/>
      <p:bold r:id="rId105"/>
      <p:italic r:id="rId106"/>
      <p:boldItalic r:id="rId107"/>
    </p:embeddedFont>
    <p:embeddedFont>
      <p:font typeface="Proxima Nova Semibold"/>
      <p:regular r:id="rId108"/>
      <p:bold r:id="rId109"/>
      <p:boldItalic r:id="rId110"/>
    </p:embeddedFont>
    <p:embeddedFont>
      <p:font typeface="DM Serif Display"/>
      <p:regular r:id="rId111"/>
      <p:italic r:id="rId112"/>
    </p:embeddedFont>
    <p:embeddedFont>
      <p:font typeface="Karla"/>
      <p:regular r:id="rId113"/>
      <p:bold r:id="rId114"/>
      <p:italic r:id="rId115"/>
      <p:boldItalic r:id="rId1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9FBEA96-C8E7-43C8-8308-72618AA3E878}">
  <a:tblStyle styleId="{89FBEA96-C8E7-43C8-8308-72618AA3E87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31" Type="http://schemas.openxmlformats.org/officeDocument/2006/relationships/slide" Target="slides/slide1.xml"/><Relationship Id="rId32" Type="http://schemas.openxmlformats.org/officeDocument/2006/relationships/slide" Target="slides/slide2.xml"/><Relationship Id="rId33" Type="http://schemas.openxmlformats.org/officeDocument/2006/relationships/slide" Target="slides/slide3.xml"/><Relationship Id="rId34" Type="http://schemas.openxmlformats.org/officeDocument/2006/relationships/slide" Target="slides/slide4.xml"/><Relationship Id="rId35" Type="http://schemas.openxmlformats.org/officeDocument/2006/relationships/slide" Target="slides/slide5.xml"/><Relationship Id="rId36" Type="http://schemas.openxmlformats.org/officeDocument/2006/relationships/slide" Target="slides/slide6.xml"/><Relationship Id="rId37" Type="http://schemas.openxmlformats.org/officeDocument/2006/relationships/slide" Target="slides/slide7.xml"/><Relationship Id="rId38" Type="http://schemas.openxmlformats.org/officeDocument/2006/relationships/slide" Target="slides/slide8.xml"/><Relationship Id="rId39" Type="http://schemas.openxmlformats.org/officeDocument/2006/relationships/slide" Target="slides/slide9.xml"/><Relationship Id="rId40" Type="http://schemas.openxmlformats.org/officeDocument/2006/relationships/slide" Target="slides/slide10.xml"/><Relationship Id="rId41" Type="http://schemas.openxmlformats.org/officeDocument/2006/relationships/slide" Target="slides/slide11.xml"/><Relationship Id="rId94" Type="http://schemas.openxmlformats.org/officeDocument/2006/relationships/font" Target="fonts/ProximaNova-regular.fntdata"/><Relationship Id="rId95" Type="http://schemas.openxmlformats.org/officeDocument/2006/relationships/font" Target="fonts/ProximaNova-bold.fntdata"/><Relationship Id="rId96" Type="http://schemas.openxmlformats.org/officeDocument/2006/relationships/font" Target="fonts/ProximaNova-italic.fntdata"/><Relationship Id="rId97" Type="http://schemas.openxmlformats.org/officeDocument/2006/relationships/font" Target="fonts/ProximaNova-boldItalic.fntdata"/><Relationship Id="rId98" Type="http://schemas.openxmlformats.org/officeDocument/2006/relationships/font" Target="fonts/RobotoMedium-regular.fntdata"/><Relationship Id="rId99" Type="http://schemas.openxmlformats.org/officeDocument/2006/relationships/font" Target="fonts/RobotoMedium-bold.fntdata"/><Relationship Id="rId100" Type="http://schemas.openxmlformats.org/officeDocument/2006/relationships/font" Target="fonts/RobotoMedium-italic.fntdata"/><Relationship Id="rId101" Type="http://schemas.openxmlformats.org/officeDocument/2006/relationships/font" Target="fonts/RobotoMedium-boldItalic.fntdata"/><Relationship Id="rId102" Type="http://schemas.openxmlformats.org/officeDocument/2006/relationships/font" Target="fonts/AmaticSC-regular.fntdata"/><Relationship Id="rId103" Type="http://schemas.openxmlformats.org/officeDocument/2006/relationships/font" Target="fonts/AmaticSC-bold.fntdata"/><Relationship Id="rId104" Type="http://schemas.openxmlformats.org/officeDocument/2006/relationships/font" Target="fonts/Overpass-regular.fntdata"/><Relationship Id="rId105" Type="http://schemas.openxmlformats.org/officeDocument/2006/relationships/font" Target="fonts/Overpass-bold.fntdata"/><Relationship Id="rId106" Type="http://schemas.openxmlformats.org/officeDocument/2006/relationships/font" Target="fonts/Overpass-italic.fntdata"/><Relationship Id="rId107" Type="http://schemas.openxmlformats.org/officeDocument/2006/relationships/font" Target="fonts/Overpass-boldItalic.fntdata"/><Relationship Id="rId108" Type="http://schemas.openxmlformats.org/officeDocument/2006/relationships/font" Target="fonts/ProximaNovaSemibold-regular.fntdata"/><Relationship Id="rId109" Type="http://schemas.openxmlformats.org/officeDocument/2006/relationships/font" Target="fonts/ProximaNovaSemibold-bold.fntdata"/><Relationship Id="rId110" Type="http://schemas.openxmlformats.org/officeDocument/2006/relationships/font" Target="fonts/ProximaNovaSemibold-boldItalic.fntdata"/><Relationship Id="rId111" Type="http://schemas.openxmlformats.org/officeDocument/2006/relationships/font" Target="fonts/DMSerifDisplay-regular.fntdata"/><Relationship Id="rId112" Type="http://schemas.openxmlformats.org/officeDocument/2006/relationships/font" Target="fonts/DMSerifDisplay-italic.fntdata"/><Relationship Id="rId113" Type="http://schemas.openxmlformats.org/officeDocument/2006/relationships/font" Target="fonts/Karla-regular.fntdata"/><Relationship Id="rId114" Type="http://schemas.openxmlformats.org/officeDocument/2006/relationships/font" Target="fonts/Karla-bold.fntdata"/><Relationship Id="rId115" Type="http://schemas.openxmlformats.org/officeDocument/2006/relationships/font" Target="fonts/Karla-italic.fntdata"/><Relationship Id="rId116" Type="http://schemas.openxmlformats.org/officeDocument/2006/relationships/font" Target="fonts/Karla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10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image" Target="../media/image9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4.png"/><Relationship Id="rId4" Type="http://schemas.openxmlformats.org/officeDocument/2006/relationships/image" Target="../media/image6.png"/><Relationship Id="rId5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image" Target="../media/image1.png"/><Relationship Id="rId5" Type="http://schemas.openxmlformats.org/officeDocument/2006/relationships/image" Target="../media/image9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1.png"/><Relationship Id="rId5" Type="http://schemas.openxmlformats.org/officeDocument/2006/relationships/image" Target="../media/image16.png"/><Relationship Id="rId6" Type="http://schemas.openxmlformats.org/officeDocument/2006/relationships/image" Target="../media/image2.png"/><Relationship Id="rId7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Relationship Id="rId6" Type="http://schemas.openxmlformats.org/officeDocument/2006/relationships/image" Target="../media/image4.png"/><Relationship Id="rId7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9.png"/><Relationship Id="rId6" Type="http://schemas.openxmlformats.org/officeDocument/2006/relationships/image" Target="../media/image1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Relationship Id="rId6" Type="http://schemas.openxmlformats.org/officeDocument/2006/relationships/image" Target="../media/image4.png"/><Relationship Id="rId7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image" Target="../media/image6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image" Target="../media/image6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image" Target="../media/image9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1.png"/><Relationship Id="rId5" Type="http://schemas.openxmlformats.org/officeDocument/2006/relationships/image" Target="../media/image6.png"/><Relationship Id="rId6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16.png"/><Relationship Id="rId5" Type="http://schemas.openxmlformats.org/officeDocument/2006/relationships/image" Target="../media/image4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9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4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image" Target="../media/image9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1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0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image" Target="../media/image1.png"/><Relationship Id="rId5" Type="http://schemas.openxmlformats.org/officeDocument/2006/relationships/image" Target="../media/image9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image" Target="../media/image1.png"/><Relationship Id="rId5" Type="http://schemas.openxmlformats.org/officeDocument/2006/relationships/image" Target="../media/image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image" Target="../media/image1.png"/><Relationship Id="rId5" Type="http://schemas.openxmlformats.org/officeDocument/2006/relationships/image" Target="../media/image9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slidesgo.com/" TargetMode="External"/><Relationship Id="rId3" Type="http://schemas.openxmlformats.org/officeDocument/2006/relationships/hyperlink" Target="https://www.flaticon.com/" TargetMode="External"/><Relationship Id="rId4" Type="http://schemas.openxmlformats.org/officeDocument/2006/relationships/hyperlink" Target="https://www.freepik.com/" TargetMode="External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6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0900" y="2715863"/>
            <a:ext cx="4000500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95550" y="184925"/>
            <a:ext cx="3262450" cy="2530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7913" y="-438012"/>
            <a:ext cx="2409825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5400000">
            <a:off x="6910775" y="206125"/>
            <a:ext cx="4339950" cy="3111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5400000">
            <a:off x="941800" y="2746450"/>
            <a:ext cx="1733750" cy="394744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2"/>
          <p:cNvSpPr txBox="1"/>
          <p:nvPr>
            <p:ph type="ctrTitle"/>
          </p:nvPr>
        </p:nvSpPr>
        <p:spPr>
          <a:xfrm>
            <a:off x="953325" y="1452750"/>
            <a:ext cx="7237500" cy="18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1540125" y="3266850"/>
            <a:ext cx="6063900" cy="42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2166450" y="2409795"/>
            <a:ext cx="4811100" cy="84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3293225" y="3165870"/>
            <a:ext cx="25578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9" name="Google Shape;19;p3"/>
          <p:cNvSpPr txBox="1"/>
          <p:nvPr>
            <p:ph hasCustomPrompt="1" idx="2" type="title"/>
          </p:nvPr>
        </p:nvSpPr>
        <p:spPr>
          <a:xfrm>
            <a:off x="3334800" y="1047373"/>
            <a:ext cx="2474400" cy="13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pic>
        <p:nvPicPr>
          <p:cNvPr id="20" name="Google Shape;20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3883291">
            <a:off x="-398603" y="1661394"/>
            <a:ext cx="2569104" cy="1474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0313" y="163692"/>
            <a:ext cx="1840875" cy="1782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1639246">
            <a:off x="941800" y="2746450"/>
            <a:ext cx="1733751" cy="3947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81725" y="3219301"/>
            <a:ext cx="1840875" cy="17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304126" y="609717"/>
            <a:ext cx="2386824" cy="4381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1639246">
            <a:off x="6379675" y="-1850875"/>
            <a:ext cx="1733751" cy="394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" type="body"/>
          </p:nvPr>
        </p:nvSpPr>
        <p:spPr>
          <a:xfrm>
            <a:off x="713225" y="1187600"/>
            <a:ext cx="7717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7018400" y="-1769425"/>
            <a:ext cx="1733750" cy="394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-2143088" y="1694737"/>
            <a:ext cx="3538475" cy="203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30725" y="2721400"/>
            <a:ext cx="1666150" cy="1613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" type="body"/>
          </p:nvPr>
        </p:nvSpPr>
        <p:spPr>
          <a:xfrm>
            <a:off x="783350" y="3405826"/>
            <a:ext cx="3556500" cy="91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30200" lvl="0" marL="4572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2" type="body"/>
          </p:nvPr>
        </p:nvSpPr>
        <p:spPr>
          <a:xfrm>
            <a:off x="4804123" y="3405826"/>
            <a:ext cx="3556500" cy="91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30200" lvl="0" marL="4572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3" type="title"/>
          </p:nvPr>
        </p:nvSpPr>
        <p:spPr>
          <a:xfrm>
            <a:off x="783498" y="2994425"/>
            <a:ext cx="35565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Karla"/>
                <a:ea typeface="Karla"/>
                <a:cs typeface="Karla"/>
                <a:sym typeface="Karl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Karla"/>
                <a:ea typeface="Karla"/>
                <a:cs typeface="Karla"/>
                <a:sym typeface="Karl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Karla"/>
                <a:ea typeface="Karla"/>
                <a:cs typeface="Karla"/>
                <a:sym typeface="Karl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Karla"/>
                <a:ea typeface="Karla"/>
                <a:cs typeface="Karla"/>
                <a:sym typeface="Karl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Karla"/>
                <a:ea typeface="Karla"/>
                <a:cs typeface="Karla"/>
                <a:sym typeface="Karl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Karla"/>
                <a:ea typeface="Karla"/>
                <a:cs typeface="Karla"/>
                <a:sym typeface="Karl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Karla"/>
                <a:ea typeface="Karla"/>
                <a:cs typeface="Karla"/>
                <a:sym typeface="Karl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Karla"/>
                <a:ea typeface="Karla"/>
                <a:cs typeface="Karla"/>
                <a:sym typeface="Karla"/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4" type="title"/>
          </p:nvPr>
        </p:nvSpPr>
        <p:spPr>
          <a:xfrm>
            <a:off x="4804112" y="2994425"/>
            <a:ext cx="35565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Karla"/>
                <a:ea typeface="Karla"/>
                <a:cs typeface="Karla"/>
                <a:sym typeface="Karl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Karla"/>
                <a:ea typeface="Karla"/>
                <a:cs typeface="Karla"/>
                <a:sym typeface="Karl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Karla"/>
                <a:ea typeface="Karla"/>
                <a:cs typeface="Karla"/>
                <a:sym typeface="Karl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Karla"/>
                <a:ea typeface="Karla"/>
                <a:cs typeface="Karla"/>
                <a:sym typeface="Karl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Karla"/>
                <a:ea typeface="Karla"/>
                <a:cs typeface="Karla"/>
                <a:sym typeface="Karl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Karla"/>
                <a:ea typeface="Karla"/>
                <a:cs typeface="Karla"/>
                <a:sym typeface="Karl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Karla"/>
                <a:ea typeface="Karla"/>
                <a:cs typeface="Karla"/>
                <a:sym typeface="Karl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Karla"/>
                <a:ea typeface="Karla"/>
                <a:cs typeface="Karla"/>
                <a:sym typeface="Karla"/>
              </a:defRPr>
            </a:lvl9pPr>
          </a:lstStyle>
          <a:p/>
        </p:txBody>
      </p:sp>
      <p:pic>
        <p:nvPicPr>
          <p:cNvPr id="38" name="Google Shape;38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3883875" y="3124800"/>
            <a:ext cx="2192100" cy="4991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650512">
            <a:off x="-592450" y="1481750"/>
            <a:ext cx="1730375" cy="1597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1498519">
            <a:off x="-1548411" y="388075"/>
            <a:ext cx="3031283" cy="2173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5400000">
            <a:off x="7725325" y="598500"/>
            <a:ext cx="2131150" cy="165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44" name="Google Shape;44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7597377">
            <a:off x="-1389774" y="772793"/>
            <a:ext cx="2386824" cy="4381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-5400000">
            <a:off x="531525" y="-1746625"/>
            <a:ext cx="1446050" cy="329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80900" y="-333175"/>
            <a:ext cx="1730375" cy="159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4222625" y="1553350"/>
            <a:ext cx="4046400" cy="6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9" name="Google Shape;49;p7"/>
          <p:cNvSpPr txBox="1"/>
          <p:nvPr>
            <p:ph idx="1" type="body"/>
          </p:nvPr>
        </p:nvSpPr>
        <p:spPr>
          <a:xfrm>
            <a:off x="4222625" y="2214132"/>
            <a:ext cx="4046400" cy="14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3883291">
            <a:off x="6999497" y="-193181"/>
            <a:ext cx="2569104" cy="1474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Google Shape;5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4500" y="3985688"/>
            <a:ext cx="1840875" cy="17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8938" y="-168258"/>
            <a:ext cx="1840875" cy="1782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5576" y="-881358"/>
            <a:ext cx="2386824" cy="43813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2510100" y="1428750"/>
            <a:ext cx="4123800" cy="228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pic>
        <p:nvPicPr>
          <p:cNvPr id="56" name="Google Shape;56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4841551" y="-1829283"/>
            <a:ext cx="2386824" cy="4381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-665181">
            <a:off x="3700" y="-621650"/>
            <a:ext cx="1924050" cy="466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1639250">
            <a:off x="563096" y="1270047"/>
            <a:ext cx="2002458" cy="455925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940574">
            <a:off x="7146222" y="3226169"/>
            <a:ext cx="2569104" cy="1474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5400000">
            <a:off x="6687250" y="3507625"/>
            <a:ext cx="1393300" cy="1349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2683650" y="1533327"/>
            <a:ext cx="3776700" cy="64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3" name="Google Shape;63;p9"/>
          <p:cNvSpPr txBox="1"/>
          <p:nvPr>
            <p:ph idx="1" type="subTitle"/>
          </p:nvPr>
        </p:nvSpPr>
        <p:spPr>
          <a:xfrm>
            <a:off x="2683500" y="2353900"/>
            <a:ext cx="3777000" cy="143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pic>
        <p:nvPicPr>
          <p:cNvPr id="64" name="Google Shape;64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3905281">
            <a:off x="1835275" y="-2291450"/>
            <a:ext cx="1924050" cy="466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-1">
            <a:off x="618850" y="-1483600"/>
            <a:ext cx="3810950" cy="2732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3282886">
            <a:off x="790253" y="2486470"/>
            <a:ext cx="1774245" cy="4039661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7253475" y="3556568"/>
            <a:ext cx="2504350" cy="1437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4511836">
            <a:off x="7354915" y="2408773"/>
            <a:ext cx="1697478" cy="16438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"/>
          <p:cNvSpPr txBox="1"/>
          <p:nvPr>
            <p:ph type="title"/>
          </p:nvPr>
        </p:nvSpPr>
        <p:spPr>
          <a:xfrm>
            <a:off x="713225" y="2423575"/>
            <a:ext cx="2574900" cy="202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hasCustomPrompt="1" type="title"/>
          </p:nvPr>
        </p:nvSpPr>
        <p:spPr>
          <a:xfrm>
            <a:off x="1763725" y="1623625"/>
            <a:ext cx="5616600" cy="140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1763725" y="3115134"/>
            <a:ext cx="5616600" cy="48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30200" lvl="0" marL="4572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30200" lvl="1" marL="9144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pic>
        <p:nvPicPr>
          <p:cNvPr id="74" name="Google Shape;74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4921375" y="-318275"/>
            <a:ext cx="1393300" cy="134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49275" y="2964150"/>
            <a:ext cx="1840875" cy="17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30805">
            <a:off x="7413023" y="1140648"/>
            <a:ext cx="1572004" cy="381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flipH="1">
            <a:off x="119700" y="3236551"/>
            <a:ext cx="1572000" cy="203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10800000">
            <a:off x="3243911" y="-457212"/>
            <a:ext cx="2372929" cy="1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 rot="-5400008">
            <a:off x="6656995" y="2324373"/>
            <a:ext cx="2002458" cy="4559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hasCustomPrompt="1" idx="2" type="title"/>
          </p:nvPr>
        </p:nvSpPr>
        <p:spPr>
          <a:xfrm>
            <a:off x="1002325" y="1180055"/>
            <a:ext cx="1936500" cy="76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84" name="Google Shape;84;p13"/>
          <p:cNvSpPr txBox="1"/>
          <p:nvPr>
            <p:ph idx="3" type="title"/>
          </p:nvPr>
        </p:nvSpPr>
        <p:spPr>
          <a:xfrm>
            <a:off x="713225" y="1825998"/>
            <a:ext cx="2514900" cy="38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85" name="Google Shape;85;p13"/>
          <p:cNvSpPr txBox="1"/>
          <p:nvPr>
            <p:ph idx="1" type="subTitle"/>
          </p:nvPr>
        </p:nvSpPr>
        <p:spPr>
          <a:xfrm>
            <a:off x="713225" y="2182181"/>
            <a:ext cx="2514900" cy="6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86" name="Google Shape;86;p13"/>
          <p:cNvSpPr txBox="1"/>
          <p:nvPr>
            <p:ph hasCustomPrompt="1" idx="4" type="title"/>
          </p:nvPr>
        </p:nvSpPr>
        <p:spPr>
          <a:xfrm>
            <a:off x="3603686" y="1180055"/>
            <a:ext cx="1936500" cy="76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87" name="Google Shape;87;p13"/>
          <p:cNvSpPr txBox="1"/>
          <p:nvPr>
            <p:ph idx="5" type="title"/>
          </p:nvPr>
        </p:nvSpPr>
        <p:spPr>
          <a:xfrm>
            <a:off x="3314587" y="1825998"/>
            <a:ext cx="2514900" cy="38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88" name="Google Shape;88;p13"/>
          <p:cNvSpPr txBox="1"/>
          <p:nvPr>
            <p:ph idx="6" type="subTitle"/>
          </p:nvPr>
        </p:nvSpPr>
        <p:spPr>
          <a:xfrm>
            <a:off x="3314590" y="2182181"/>
            <a:ext cx="2514900" cy="6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89" name="Google Shape;89;p13"/>
          <p:cNvSpPr txBox="1"/>
          <p:nvPr>
            <p:ph hasCustomPrompt="1" idx="7" type="title"/>
          </p:nvPr>
        </p:nvSpPr>
        <p:spPr>
          <a:xfrm>
            <a:off x="6205050" y="1180055"/>
            <a:ext cx="1936500" cy="76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/>
          <p:nvPr>
            <p:ph idx="8" type="title"/>
          </p:nvPr>
        </p:nvSpPr>
        <p:spPr>
          <a:xfrm>
            <a:off x="5915950" y="1825999"/>
            <a:ext cx="2514900" cy="38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1" name="Google Shape;91;p13"/>
          <p:cNvSpPr txBox="1"/>
          <p:nvPr>
            <p:ph idx="9" type="subTitle"/>
          </p:nvPr>
        </p:nvSpPr>
        <p:spPr>
          <a:xfrm>
            <a:off x="5915954" y="2182182"/>
            <a:ext cx="2514900" cy="6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92" name="Google Shape;92;p13"/>
          <p:cNvSpPr txBox="1"/>
          <p:nvPr>
            <p:ph hasCustomPrompt="1" idx="13" type="title"/>
          </p:nvPr>
        </p:nvSpPr>
        <p:spPr>
          <a:xfrm>
            <a:off x="2303000" y="2961254"/>
            <a:ext cx="1936500" cy="76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/>
          <p:nvPr>
            <p:ph idx="14" type="title"/>
          </p:nvPr>
        </p:nvSpPr>
        <p:spPr>
          <a:xfrm>
            <a:off x="2013874" y="3611809"/>
            <a:ext cx="2514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4" name="Google Shape;94;p13"/>
          <p:cNvSpPr txBox="1"/>
          <p:nvPr>
            <p:ph idx="15" type="subTitle"/>
          </p:nvPr>
        </p:nvSpPr>
        <p:spPr>
          <a:xfrm>
            <a:off x="2013863" y="3967993"/>
            <a:ext cx="2514900" cy="6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hasCustomPrompt="1" idx="16" type="title"/>
          </p:nvPr>
        </p:nvSpPr>
        <p:spPr>
          <a:xfrm>
            <a:off x="4904284" y="2961254"/>
            <a:ext cx="1936800" cy="76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/>
          <p:nvPr>
            <p:ph idx="17" type="title"/>
          </p:nvPr>
        </p:nvSpPr>
        <p:spPr>
          <a:xfrm>
            <a:off x="4615140" y="3611809"/>
            <a:ext cx="2514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7" name="Google Shape;97;p13"/>
          <p:cNvSpPr txBox="1"/>
          <p:nvPr>
            <p:ph idx="18" type="subTitle"/>
          </p:nvPr>
        </p:nvSpPr>
        <p:spPr>
          <a:xfrm>
            <a:off x="4615137" y="3967993"/>
            <a:ext cx="2514900" cy="6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98" name="Google Shape;98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 rot="395882">
            <a:off x="-158200" y="-709517"/>
            <a:ext cx="1572000" cy="3813267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-106925" y="3556777"/>
            <a:ext cx="1187150" cy="15380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399011">
            <a:off x="8224735" y="801160"/>
            <a:ext cx="1889979" cy="43031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1">
  <p:cSld name="CUSTOM_7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5400000">
            <a:off x="-548200" y="3673200"/>
            <a:ext cx="1840875" cy="17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30805">
            <a:off x="7413023" y="1140648"/>
            <a:ext cx="1572004" cy="381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-477775" y="3945601"/>
            <a:ext cx="1572000" cy="203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-681239" y="-949837"/>
            <a:ext cx="2372929" cy="1840875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7" name="Google Shape;107;p14"/>
          <p:cNvSpPr txBox="1"/>
          <p:nvPr>
            <p:ph hasCustomPrompt="1" idx="2" type="title"/>
          </p:nvPr>
        </p:nvSpPr>
        <p:spPr>
          <a:xfrm>
            <a:off x="1955890" y="1156200"/>
            <a:ext cx="2447100" cy="76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108" name="Google Shape;108;p14"/>
          <p:cNvSpPr txBox="1"/>
          <p:nvPr>
            <p:ph idx="3" type="title"/>
          </p:nvPr>
        </p:nvSpPr>
        <p:spPr>
          <a:xfrm>
            <a:off x="1955890" y="1811680"/>
            <a:ext cx="2447100" cy="38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09" name="Google Shape;109;p14"/>
          <p:cNvSpPr txBox="1"/>
          <p:nvPr>
            <p:ph idx="1" type="subTitle"/>
          </p:nvPr>
        </p:nvSpPr>
        <p:spPr>
          <a:xfrm>
            <a:off x="1955890" y="2182175"/>
            <a:ext cx="2447100" cy="6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10" name="Google Shape;110;p14"/>
          <p:cNvSpPr txBox="1"/>
          <p:nvPr>
            <p:ph hasCustomPrompt="1" idx="4" type="title"/>
          </p:nvPr>
        </p:nvSpPr>
        <p:spPr>
          <a:xfrm>
            <a:off x="4741010" y="1156200"/>
            <a:ext cx="2447100" cy="76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111" name="Google Shape;111;p14"/>
          <p:cNvSpPr txBox="1"/>
          <p:nvPr>
            <p:ph idx="5" type="title"/>
          </p:nvPr>
        </p:nvSpPr>
        <p:spPr>
          <a:xfrm>
            <a:off x="4741010" y="1811680"/>
            <a:ext cx="2447100" cy="38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2" name="Google Shape;112;p14"/>
          <p:cNvSpPr txBox="1"/>
          <p:nvPr>
            <p:ph idx="6" type="subTitle"/>
          </p:nvPr>
        </p:nvSpPr>
        <p:spPr>
          <a:xfrm>
            <a:off x="4741010" y="2182175"/>
            <a:ext cx="2447100" cy="6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13" name="Google Shape;113;p14"/>
          <p:cNvSpPr txBox="1"/>
          <p:nvPr>
            <p:ph hasCustomPrompt="1" idx="7" type="title"/>
          </p:nvPr>
        </p:nvSpPr>
        <p:spPr>
          <a:xfrm>
            <a:off x="1955890" y="2932750"/>
            <a:ext cx="2447100" cy="76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114" name="Google Shape;114;p14"/>
          <p:cNvSpPr txBox="1"/>
          <p:nvPr>
            <p:ph idx="8" type="title"/>
          </p:nvPr>
        </p:nvSpPr>
        <p:spPr>
          <a:xfrm>
            <a:off x="1955890" y="3588231"/>
            <a:ext cx="2447100" cy="38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5" name="Google Shape;115;p14"/>
          <p:cNvSpPr txBox="1"/>
          <p:nvPr>
            <p:ph idx="9" type="subTitle"/>
          </p:nvPr>
        </p:nvSpPr>
        <p:spPr>
          <a:xfrm>
            <a:off x="1955890" y="3958725"/>
            <a:ext cx="2447100" cy="6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16" name="Google Shape;116;p14"/>
          <p:cNvSpPr txBox="1"/>
          <p:nvPr>
            <p:ph hasCustomPrompt="1" idx="13" type="title"/>
          </p:nvPr>
        </p:nvSpPr>
        <p:spPr>
          <a:xfrm>
            <a:off x="4741010" y="2932750"/>
            <a:ext cx="2447100" cy="76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117" name="Google Shape;117;p14"/>
          <p:cNvSpPr txBox="1"/>
          <p:nvPr>
            <p:ph idx="14" type="title"/>
          </p:nvPr>
        </p:nvSpPr>
        <p:spPr>
          <a:xfrm>
            <a:off x="4741010" y="3588230"/>
            <a:ext cx="2447100" cy="38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8" name="Google Shape;118;p14"/>
          <p:cNvSpPr txBox="1"/>
          <p:nvPr>
            <p:ph idx="15" type="subTitle"/>
          </p:nvPr>
        </p:nvSpPr>
        <p:spPr>
          <a:xfrm>
            <a:off x="4741010" y="3958725"/>
            <a:ext cx="2447100" cy="6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">
  <p:cSld name="CUSTOM_8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-665181">
            <a:off x="3700" y="-621650"/>
            <a:ext cx="1924050" cy="466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-1639250">
            <a:off x="563096" y="1270047"/>
            <a:ext cx="2002458" cy="45592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1727850" y="-460650"/>
            <a:ext cx="1840875" cy="17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flipH="1">
            <a:off x="2026875" y="-188249"/>
            <a:ext cx="1572000" cy="203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5"/>
          <p:cNvSpPr txBox="1"/>
          <p:nvPr>
            <p:ph type="title"/>
          </p:nvPr>
        </p:nvSpPr>
        <p:spPr>
          <a:xfrm>
            <a:off x="4654575" y="1442965"/>
            <a:ext cx="3776700" cy="64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25" name="Google Shape;125;p15"/>
          <p:cNvSpPr txBox="1"/>
          <p:nvPr>
            <p:ph idx="1" type="subTitle"/>
          </p:nvPr>
        </p:nvSpPr>
        <p:spPr>
          <a:xfrm>
            <a:off x="4654425" y="2278254"/>
            <a:ext cx="3777000" cy="143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pic>
        <p:nvPicPr>
          <p:cNvPr id="126" name="Google Shape;126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7511709">
            <a:off x="1241850" y="4271705"/>
            <a:ext cx="2504350" cy="1437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 rot="4511836">
            <a:off x="2521265" y="2057048"/>
            <a:ext cx="1697478" cy="1643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-1639250">
            <a:off x="1811646" y="-855003"/>
            <a:ext cx="2002458" cy="45592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flipH="1">
            <a:off x="-694950" y="3552826"/>
            <a:ext cx="1572000" cy="2036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CUSTOM_9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6"/>
          <p:cNvSpPr txBox="1"/>
          <p:nvPr>
            <p:ph type="title"/>
          </p:nvPr>
        </p:nvSpPr>
        <p:spPr>
          <a:xfrm>
            <a:off x="2166450" y="1904970"/>
            <a:ext cx="4811100" cy="84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2" name="Google Shape;132;p16"/>
          <p:cNvSpPr txBox="1"/>
          <p:nvPr>
            <p:ph idx="1" type="subTitle"/>
          </p:nvPr>
        </p:nvSpPr>
        <p:spPr>
          <a:xfrm>
            <a:off x="2166450" y="2661050"/>
            <a:ext cx="42417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3" name="Google Shape;133;p16"/>
          <p:cNvSpPr txBox="1"/>
          <p:nvPr>
            <p:ph hasCustomPrompt="1" idx="2" type="title"/>
          </p:nvPr>
        </p:nvSpPr>
        <p:spPr>
          <a:xfrm>
            <a:off x="713225" y="1618875"/>
            <a:ext cx="1427700" cy="13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9600"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pic>
        <p:nvPicPr>
          <p:cNvPr id="134" name="Google Shape;134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3883291">
            <a:off x="6338622" y="3279344"/>
            <a:ext cx="2569104" cy="1474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46288" y="1161667"/>
            <a:ext cx="1840875" cy="1782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1639246">
            <a:off x="7914100" y="3060775"/>
            <a:ext cx="1733751" cy="3947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6276800" y="638313"/>
            <a:ext cx="1393300" cy="134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7597377">
            <a:off x="4625676" y="-2541707"/>
            <a:ext cx="2386824" cy="4381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275904" y="978148"/>
            <a:ext cx="2416825" cy="234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-3668799">
            <a:off x="930329" y="-1893945"/>
            <a:ext cx="2136318" cy="5182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5156636">
            <a:off x="2909701" y="-1582496"/>
            <a:ext cx="2002458" cy="4559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 rot="-5643364">
            <a:off x="2952851" y="2578502"/>
            <a:ext cx="2002458" cy="45592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CUSTOM_27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7"/>
          <p:cNvSpPr txBox="1"/>
          <p:nvPr>
            <p:ph type="title"/>
          </p:nvPr>
        </p:nvSpPr>
        <p:spPr>
          <a:xfrm>
            <a:off x="4227250" y="2501200"/>
            <a:ext cx="4203600" cy="84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45" name="Google Shape;145;p17"/>
          <p:cNvSpPr txBox="1"/>
          <p:nvPr>
            <p:ph idx="1" type="subTitle"/>
          </p:nvPr>
        </p:nvSpPr>
        <p:spPr>
          <a:xfrm>
            <a:off x="4227250" y="3257276"/>
            <a:ext cx="4203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6" name="Google Shape;146;p17"/>
          <p:cNvSpPr txBox="1"/>
          <p:nvPr>
            <p:ph hasCustomPrompt="1" idx="2" type="title"/>
          </p:nvPr>
        </p:nvSpPr>
        <p:spPr>
          <a:xfrm>
            <a:off x="5159950" y="1138775"/>
            <a:ext cx="2338200" cy="13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9600"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pic>
        <p:nvPicPr>
          <p:cNvPr id="147" name="Google Shape;147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 rot="-10134819">
            <a:off x="3700" y="1321765"/>
            <a:ext cx="1924050" cy="466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-9160750">
            <a:off x="563096" y="-461936"/>
            <a:ext cx="2002458" cy="45592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 rot="-5400000">
            <a:off x="1727850" y="4127990"/>
            <a:ext cx="1840875" cy="17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2026875" y="3518965"/>
            <a:ext cx="1572000" cy="203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flipH="1" rot="3288291">
            <a:off x="1241850" y="-341370"/>
            <a:ext cx="2504350" cy="1437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 flipH="1" rot="6288164">
            <a:off x="2521265" y="1666511"/>
            <a:ext cx="1697478" cy="1643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-9160750">
            <a:off x="1811646" y="1663114"/>
            <a:ext cx="2002458" cy="45592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-694950" y="-222110"/>
            <a:ext cx="1572000" cy="2036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3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8"/>
          <p:cNvSpPr txBox="1"/>
          <p:nvPr>
            <p:ph type="title"/>
          </p:nvPr>
        </p:nvSpPr>
        <p:spPr>
          <a:xfrm>
            <a:off x="713225" y="1950152"/>
            <a:ext cx="2537700" cy="46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57" name="Google Shape;157;p18"/>
          <p:cNvSpPr txBox="1"/>
          <p:nvPr>
            <p:ph idx="1" type="subTitle"/>
          </p:nvPr>
        </p:nvSpPr>
        <p:spPr>
          <a:xfrm>
            <a:off x="713225" y="2298242"/>
            <a:ext cx="25377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58" name="Google Shape;158;p18"/>
          <p:cNvSpPr txBox="1"/>
          <p:nvPr>
            <p:ph idx="2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9" name="Google Shape;159;p18"/>
          <p:cNvSpPr txBox="1"/>
          <p:nvPr>
            <p:ph idx="3" type="title"/>
          </p:nvPr>
        </p:nvSpPr>
        <p:spPr>
          <a:xfrm>
            <a:off x="5893076" y="2888525"/>
            <a:ext cx="253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60" name="Google Shape;160;p18"/>
          <p:cNvSpPr txBox="1"/>
          <p:nvPr>
            <p:ph idx="4" type="subTitle"/>
          </p:nvPr>
        </p:nvSpPr>
        <p:spPr>
          <a:xfrm>
            <a:off x="5893075" y="3257026"/>
            <a:ext cx="25377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161" name="Google Shape;16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7734125" y="981213"/>
            <a:ext cx="1393300" cy="134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2150" y="3753987"/>
            <a:ext cx="1840875" cy="17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10800000">
            <a:off x="7557911" y="-473000"/>
            <a:ext cx="2372929" cy="1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7597377">
            <a:off x="6083001" y="-2198807"/>
            <a:ext cx="2386824" cy="4381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10799990">
            <a:off x="-984822" y="704320"/>
            <a:ext cx="1774244" cy="40396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20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9"/>
          <p:cNvSpPr txBox="1"/>
          <p:nvPr>
            <p:ph type="title"/>
          </p:nvPr>
        </p:nvSpPr>
        <p:spPr>
          <a:xfrm>
            <a:off x="988581" y="1246806"/>
            <a:ext cx="2169600" cy="44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68" name="Google Shape;168;p19"/>
          <p:cNvSpPr txBox="1"/>
          <p:nvPr>
            <p:ph idx="1" type="subTitle"/>
          </p:nvPr>
        </p:nvSpPr>
        <p:spPr>
          <a:xfrm>
            <a:off x="988581" y="1603842"/>
            <a:ext cx="21696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69" name="Google Shape;169;p19"/>
          <p:cNvSpPr txBox="1"/>
          <p:nvPr>
            <p:ph idx="2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70" name="Google Shape;170;p19"/>
          <p:cNvSpPr txBox="1"/>
          <p:nvPr>
            <p:ph idx="3" type="title"/>
          </p:nvPr>
        </p:nvSpPr>
        <p:spPr>
          <a:xfrm>
            <a:off x="988581" y="3123387"/>
            <a:ext cx="2169600" cy="44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71" name="Google Shape;171;p19"/>
          <p:cNvSpPr txBox="1"/>
          <p:nvPr>
            <p:ph idx="4" type="subTitle"/>
          </p:nvPr>
        </p:nvSpPr>
        <p:spPr>
          <a:xfrm>
            <a:off x="988581" y="3480422"/>
            <a:ext cx="21696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72" name="Google Shape;172;p19"/>
          <p:cNvSpPr txBox="1"/>
          <p:nvPr>
            <p:ph idx="5" type="title"/>
          </p:nvPr>
        </p:nvSpPr>
        <p:spPr>
          <a:xfrm>
            <a:off x="3372606" y="1246819"/>
            <a:ext cx="2169600" cy="44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73" name="Google Shape;173;p19"/>
          <p:cNvSpPr txBox="1"/>
          <p:nvPr>
            <p:ph idx="6" type="subTitle"/>
          </p:nvPr>
        </p:nvSpPr>
        <p:spPr>
          <a:xfrm>
            <a:off x="3372606" y="1603854"/>
            <a:ext cx="21696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174" name="Google Shape;174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3546976">
            <a:off x="-485442" y="-1198569"/>
            <a:ext cx="1796434" cy="40901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10800000">
            <a:off x="7789500" y="-310000"/>
            <a:ext cx="1572000" cy="203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9"/>
          <p:cNvSpPr txBox="1"/>
          <p:nvPr>
            <p:ph idx="7" type="title"/>
          </p:nvPr>
        </p:nvSpPr>
        <p:spPr>
          <a:xfrm>
            <a:off x="3373394" y="3139512"/>
            <a:ext cx="2169600" cy="44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77" name="Google Shape;177;p19"/>
          <p:cNvSpPr txBox="1"/>
          <p:nvPr>
            <p:ph idx="8" type="subTitle"/>
          </p:nvPr>
        </p:nvSpPr>
        <p:spPr>
          <a:xfrm>
            <a:off x="3373394" y="3496547"/>
            <a:ext cx="21696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178" name="Google Shape;178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6180706">
            <a:off x="5385563" y="2105288"/>
            <a:ext cx="2059525" cy="499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2">
  <p:cSld name="CUSTOM_3_1"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0"/>
          <p:cNvSpPr txBox="1"/>
          <p:nvPr>
            <p:ph idx="1" type="subTitle"/>
          </p:nvPr>
        </p:nvSpPr>
        <p:spPr>
          <a:xfrm>
            <a:off x="727575" y="2064075"/>
            <a:ext cx="3701100" cy="202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sp>
        <p:nvSpPr>
          <p:cNvPr id="181" name="Google Shape;181;p20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2" name="Google Shape;182;p20"/>
          <p:cNvSpPr txBox="1"/>
          <p:nvPr>
            <p:ph idx="2" type="subTitle"/>
          </p:nvPr>
        </p:nvSpPr>
        <p:spPr>
          <a:xfrm>
            <a:off x="4729750" y="2064075"/>
            <a:ext cx="3701100" cy="202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pic>
        <p:nvPicPr>
          <p:cNvPr id="183" name="Google Shape;183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-698700" y="376250"/>
            <a:ext cx="1812850" cy="1406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10800000">
            <a:off x="8093575" y="70425"/>
            <a:ext cx="1209425" cy="156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7">
            <a:off x="2889925" y="3276801"/>
            <a:ext cx="1271700" cy="30848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5400008">
            <a:off x="4467345" y="3044473"/>
            <a:ext cx="2002458" cy="4559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21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1"/>
          <p:cNvSpPr txBox="1"/>
          <p:nvPr>
            <p:ph idx="1" type="subTitle"/>
          </p:nvPr>
        </p:nvSpPr>
        <p:spPr>
          <a:xfrm>
            <a:off x="981375" y="1998708"/>
            <a:ext cx="4061700" cy="193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sp>
        <p:nvSpPr>
          <p:cNvPr id="189" name="Google Shape;189;p21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90" name="Google Shape;190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3546976">
            <a:off x="-485442" y="-893769"/>
            <a:ext cx="1796434" cy="40901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10800000">
            <a:off x="7789500" y="-310000"/>
            <a:ext cx="1572000" cy="203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5400000">
            <a:off x="2031350" y="3095450"/>
            <a:ext cx="1724400" cy="418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29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2"/>
          <p:cNvSpPr txBox="1"/>
          <p:nvPr>
            <p:ph idx="1" type="subTitle"/>
          </p:nvPr>
        </p:nvSpPr>
        <p:spPr>
          <a:xfrm>
            <a:off x="4029375" y="1998708"/>
            <a:ext cx="4061700" cy="193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sp>
        <p:nvSpPr>
          <p:cNvPr id="195" name="Google Shape;195;p22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96" name="Google Shape;196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 rot="-3546976">
            <a:off x="7847308" y="-893769"/>
            <a:ext cx="1796434" cy="40901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203200" y="-310000"/>
            <a:ext cx="1572000" cy="203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5400000">
            <a:off x="5650100" y="3034450"/>
            <a:ext cx="1724400" cy="418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2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 txBox="1"/>
          <p:nvPr>
            <p:ph type="title"/>
          </p:nvPr>
        </p:nvSpPr>
        <p:spPr>
          <a:xfrm>
            <a:off x="909400" y="2363522"/>
            <a:ext cx="2169600" cy="44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01" name="Google Shape;201;p23"/>
          <p:cNvSpPr txBox="1"/>
          <p:nvPr>
            <p:ph idx="1" type="subTitle"/>
          </p:nvPr>
        </p:nvSpPr>
        <p:spPr>
          <a:xfrm>
            <a:off x="909400" y="2720558"/>
            <a:ext cx="21696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202" name="Google Shape;202;p23"/>
          <p:cNvSpPr txBox="1"/>
          <p:nvPr>
            <p:ph idx="2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3" name="Google Shape;203;p23"/>
          <p:cNvSpPr txBox="1"/>
          <p:nvPr>
            <p:ph idx="3" type="title"/>
          </p:nvPr>
        </p:nvSpPr>
        <p:spPr>
          <a:xfrm>
            <a:off x="3487100" y="2363522"/>
            <a:ext cx="2169600" cy="44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04" name="Google Shape;204;p23"/>
          <p:cNvSpPr txBox="1"/>
          <p:nvPr>
            <p:ph idx="4" type="subTitle"/>
          </p:nvPr>
        </p:nvSpPr>
        <p:spPr>
          <a:xfrm>
            <a:off x="3487100" y="2720558"/>
            <a:ext cx="21696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205" name="Google Shape;205;p23"/>
          <p:cNvSpPr txBox="1"/>
          <p:nvPr>
            <p:ph idx="5" type="title"/>
          </p:nvPr>
        </p:nvSpPr>
        <p:spPr>
          <a:xfrm>
            <a:off x="6064800" y="2363522"/>
            <a:ext cx="2169600" cy="44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06" name="Google Shape;206;p23"/>
          <p:cNvSpPr txBox="1"/>
          <p:nvPr>
            <p:ph idx="6" type="subTitle"/>
          </p:nvPr>
        </p:nvSpPr>
        <p:spPr>
          <a:xfrm>
            <a:off x="6064801" y="2720558"/>
            <a:ext cx="21696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207" name="Google Shape;207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3546976">
            <a:off x="-485442" y="-893769"/>
            <a:ext cx="1796434" cy="40901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10800000">
            <a:off x="7789500" y="-310000"/>
            <a:ext cx="1572000" cy="203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5400000">
            <a:off x="2031350" y="3095450"/>
            <a:ext cx="1724400" cy="418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3">
  <p:cSld name="CUSTOM_28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4"/>
          <p:cNvSpPr txBox="1"/>
          <p:nvPr>
            <p:ph type="title"/>
          </p:nvPr>
        </p:nvSpPr>
        <p:spPr>
          <a:xfrm>
            <a:off x="2198350" y="2233731"/>
            <a:ext cx="2169600" cy="44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12" name="Google Shape;212;p24"/>
          <p:cNvSpPr txBox="1"/>
          <p:nvPr>
            <p:ph idx="1" type="subTitle"/>
          </p:nvPr>
        </p:nvSpPr>
        <p:spPr>
          <a:xfrm>
            <a:off x="2198350" y="2590767"/>
            <a:ext cx="21696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213" name="Google Shape;213;p24"/>
          <p:cNvSpPr txBox="1"/>
          <p:nvPr>
            <p:ph idx="2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4" name="Google Shape;214;p24"/>
          <p:cNvSpPr txBox="1"/>
          <p:nvPr>
            <p:ph idx="3" type="title"/>
          </p:nvPr>
        </p:nvSpPr>
        <p:spPr>
          <a:xfrm>
            <a:off x="4776050" y="2233731"/>
            <a:ext cx="2169600" cy="44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15" name="Google Shape;215;p24"/>
          <p:cNvSpPr txBox="1"/>
          <p:nvPr>
            <p:ph idx="4" type="subTitle"/>
          </p:nvPr>
        </p:nvSpPr>
        <p:spPr>
          <a:xfrm>
            <a:off x="4776050" y="2590767"/>
            <a:ext cx="21696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216" name="Google Shape;216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3546976">
            <a:off x="-485442" y="-893769"/>
            <a:ext cx="1796434" cy="40901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3365525" y="4494600"/>
            <a:ext cx="1393300" cy="134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742762" y="3134200"/>
            <a:ext cx="1659025" cy="153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8611223">
            <a:off x="2644600" y="4491875"/>
            <a:ext cx="2835150" cy="2032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-5400008">
            <a:off x="7571045" y="-1740127"/>
            <a:ext cx="2002458" cy="4559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 rot="5400000">
            <a:off x="-309963" y="3134200"/>
            <a:ext cx="1659025" cy="15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4">
  <p:cSld name="CUSTOM_10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/>
          <p:nvPr>
            <p:ph type="title"/>
          </p:nvPr>
        </p:nvSpPr>
        <p:spPr>
          <a:xfrm>
            <a:off x="2198350" y="2668322"/>
            <a:ext cx="2169600" cy="44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24" name="Google Shape;224;p25"/>
          <p:cNvSpPr txBox="1"/>
          <p:nvPr>
            <p:ph idx="1" type="subTitle"/>
          </p:nvPr>
        </p:nvSpPr>
        <p:spPr>
          <a:xfrm>
            <a:off x="2198350" y="3025358"/>
            <a:ext cx="21696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225" name="Google Shape;225;p25"/>
          <p:cNvSpPr txBox="1"/>
          <p:nvPr>
            <p:ph idx="2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6" name="Google Shape;226;p25"/>
          <p:cNvSpPr txBox="1"/>
          <p:nvPr>
            <p:ph idx="3" type="title"/>
          </p:nvPr>
        </p:nvSpPr>
        <p:spPr>
          <a:xfrm>
            <a:off x="4776050" y="2668322"/>
            <a:ext cx="2169600" cy="44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27" name="Google Shape;227;p25"/>
          <p:cNvSpPr txBox="1"/>
          <p:nvPr>
            <p:ph idx="4" type="subTitle"/>
          </p:nvPr>
        </p:nvSpPr>
        <p:spPr>
          <a:xfrm>
            <a:off x="4776050" y="3025358"/>
            <a:ext cx="21696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228" name="Google Shape;228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3546976">
            <a:off x="-485442" y="-893769"/>
            <a:ext cx="1796434" cy="40901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3365525" y="4494600"/>
            <a:ext cx="1393300" cy="134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8218200" y="3327325"/>
            <a:ext cx="1659025" cy="153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8611223">
            <a:off x="2644600" y="4491875"/>
            <a:ext cx="2835150" cy="2032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-5400008">
            <a:off x="7571045" y="-1740127"/>
            <a:ext cx="2002458" cy="4559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1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-698700" y="376250"/>
            <a:ext cx="1812850" cy="1406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10800000">
            <a:off x="8093575" y="70425"/>
            <a:ext cx="1209425" cy="156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6202858">
            <a:off x="3893650" y="3376778"/>
            <a:ext cx="1271700" cy="30848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4597155">
            <a:off x="5301490" y="3580353"/>
            <a:ext cx="2002458" cy="4559254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6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1">
  <p:cSld name="CUSTOM_12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40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4734819">
            <a:off x="6034912" y="1086136"/>
            <a:ext cx="1924050" cy="466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3760750">
            <a:off x="3687884" y="2197658"/>
            <a:ext cx="2002458" cy="45592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99112" y="4252310"/>
            <a:ext cx="1840875" cy="17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flipH="1" rot="5400000">
            <a:off x="7092837" y="4248586"/>
            <a:ext cx="1572000" cy="203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-8688291">
            <a:off x="2466517" y="4229545"/>
            <a:ext cx="2504350" cy="1437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 rot="9911836">
            <a:off x="4981222" y="5002136"/>
            <a:ext cx="1697478" cy="1643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3760750">
            <a:off x="6283059" y="2987283"/>
            <a:ext cx="2002458" cy="45592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5400000">
            <a:off x="3351762" y="2236811"/>
            <a:ext cx="1572000" cy="203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 rot="3900296">
            <a:off x="6369868" y="683844"/>
            <a:ext cx="2386824" cy="438138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7"/>
          <p:cNvSpPr txBox="1"/>
          <p:nvPr>
            <p:ph type="title"/>
          </p:nvPr>
        </p:nvSpPr>
        <p:spPr>
          <a:xfrm flipH="1">
            <a:off x="1117500" y="838200"/>
            <a:ext cx="6909000" cy="115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pic>
        <p:nvPicPr>
          <p:cNvPr id="250" name="Google Shape;250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4734819">
            <a:off x="-861188" y="1086136"/>
            <a:ext cx="1924050" cy="466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3012" y="4252310"/>
            <a:ext cx="1840875" cy="17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flipH="1" rot="5400000">
            <a:off x="196737" y="4248586"/>
            <a:ext cx="1572000" cy="203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3760750">
            <a:off x="-1204804" y="1537658"/>
            <a:ext cx="2002458" cy="45592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2_2"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8"/>
          <p:cNvSpPr txBox="1"/>
          <p:nvPr>
            <p:ph type="title"/>
          </p:nvPr>
        </p:nvSpPr>
        <p:spPr>
          <a:xfrm>
            <a:off x="909400" y="3204375"/>
            <a:ext cx="2169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56" name="Google Shape;256;p28"/>
          <p:cNvSpPr txBox="1"/>
          <p:nvPr>
            <p:ph idx="1" type="subTitle"/>
          </p:nvPr>
        </p:nvSpPr>
        <p:spPr>
          <a:xfrm>
            <a:off x="909400" y="3572884"/>
            <a:ext cx="2169600" cy="6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257" name="Google Shape;257;p28"/>
          <p:cNvSpPr txBox="1"/>
          <p:nvPr>
            <p:ph idx="2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8" name="Google Shape;258;p28"/>
          <p:cNvSpPr txBox="1"/>
          <p:nvPr>
            <p:ph idx="3" type="title"/>
          </p:nvPr>
        </p:nvSpPr>
        <p:spPr>
          <a:xfrm>
            <a:off x="3487101" y="3204375"/>
            <a:ext cx="2169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59" name="Google Shape;259;p28"/>
          <p:cNvSpPr txBox="1"/>
          <p:nvPr>
            <p:ph idx="4" type="subTitle"/>
          </p:nvPr>
        </p:nvSpPr>
        <p:spPr>
          <a:xfrm>
            <a:off x="3487100" y="3572884"/>
            <a:ext cx="2169600" cy="6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260" name="Google Shape;260;p28"/>
          <p:cNvSpPr txBox="1"/>
          <p:nvPr>
            <p:ph idx="5" type="title"/>
          </p:nvPr>
        </p:nvSpPr>
        <p:spPr>
          <a:xfrm>
            <a:off x="6064802" y="3204375"/>
            <a:ext cx="2169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61" name="Google Shape;261;p28"/>
          <p:cNvSpPr txBox="1"/>
          <p:nvPr>
            <p:ph idx="6" type="subTitle"/>
          </p:nvPr>
        </p:nvSpPr>
        <p:spPr>
          <a:xfrm>
            <a:off x="6064800" y="3572884"/>
            <a:ext cx="2169600" cy="6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262" name="Google Shape;262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3365525" y="4494600"/>
            <a:ext cx="1393300" cy="134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8218200" y="3327325"/>
            <a:ext cx="1659025" cy="153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9355986">
            <a:off x="-232067" y="311450"/>
            <a:ext cx="1328784" cy="3223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8611223">
            <a:off x="2644600" y="4491875"/>
            <a:ext cx="2835150" cy="2032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-5400008">
            <a:off x="7571045" y="-1740127"/>
            <a:ext cx="2002458" cy="4559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2">
  <p:cSld name="CUSTOM_2_2_1"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9"/>
          <p:cNvSpPr txBox="1"/>
          <p:nvPr>
            <p:ph type="title"/>
          </p:nvPr>
        </p:nvSpPr>
        <p:spPr>
          <a:xfrm>
            <a:off x="1986650" y="1320550"/>
            <a:ext cx="2748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69" name="Google Shape;269;p29"/>
          <p:cNvSpPr txBox="1"/>
          <p:nvPr>
            <p:ph idx="1" type="subTitle"/>
          </p:nvPr>
        </p:nvSpPr>
        <p:spPr>
          <a:xfrm>
            <a:off x="1986650" y="1687090"/>
            <a:ext cx="2748900" cy="6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270" name="Google Shape;270;p29"/>
          <p:cNvSpPr txBox="1"/>
          <p:nvPr>
            <p:ph idx="2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1" name="Google Shape;271;p29"/>
          <p:cNvSpPr txBox="1"/>
          <p:nvPr>
            <p:ph idx="3" type="title"/>
          </p:nvPr>
        </p:nvSpPr>
        <p:spPr>
          <a:xfrm>
            <a:off x="1986651" y="2410105"/>
            <a:ext cx="2748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72" name="Google Shape;272;p29"/>
          <p:cNvSpPr txBox="1"/>
          <p:nvPr>
            <p:ph idx="4" type="subTitle"/>
          </p:nvPr>
        </p:nvSpPr>
        <p:spPr>
          <a:xfrm>
            <a:off x="1986650" y="2767986"/>
            <a:ext cx="2748900" cy="6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273" name="Google Shape;273;p29"/>
          <p:cNvSpPr txBox="1"/>
          <p:nvPr>
            <p:ph idx="5" type="title"/>
          </p:nvPr>
        </p:nvSpPr>
        <p:spPr>
          <a:xfrm>
            <a:off x="1986652" y="3508295"/>
            <a:ext cx="2748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74" name="Google Shape;274;p29"/>
          <p:cNvSpPr txBox="1"/>
          <p:nvPr>
            <p:ph idx="6" type="subTitle"/>
          </p:nvPr>
        </p:nvSpPr>
        <p:spPr>
          <a:xfrm>
            <a:off x="1986650" y="3870514"/>
            <a:ext cx="2748900" cy="6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275" name="Google Shape;275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-3282886">
            <a:off x="8609178" y="2736320"/>
            <a:ext cx="1774245" cy="403966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7797200" y="294118"/>
            <a:ext cx="2504350" cy="1437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4500000">
            <a:off x="-1570436" y="1705650"/>
            <a:ext cx="3031284" cy="21733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1">
  <p:cSld name="CUSTOM_14"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0"/>
          <p:cNvSpPr txBox="1"/>
          <p:nvPr>
            <p:ph type="title"/>
          </p:nvPr>
        </p:nvSpPr>
        <p:spPr>
          <a:xfrm>
            <a:off x="757075" y="1306896"/>
            <a:ext cx="2169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80" name="Google Shape;280;p30"/>
          <p:cNvSpPr txBox="1"/>
          <p:nvPr>
            <p:ph idx="1" type="subTitle"/>
          </p:nvPr>
        </p:nvSpPr>
        <p:spPr>
          <a:xfrm>
            <a:off x="757075" y="1706026"/>
            <a:ext cx="2169600" cy="86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281" name="Google Shape;281;p30"/>
          <p:cNvSpPr txBox="1"/>
          <p:nvPr>
            <p:ph idx="2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2" name="Google Shape;282;p30"/>
          <p:cNvSpPr txBox="1"/>
          <p:nvPr>
            <p:ph idx="3" type="title"/>
          </p:nvPr>
        </p:nvSpPr>
        <p:spPr>
          <a:xfrm>
            <a:off x="757075" y="3304764"/>
            <a:ext cx="2169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83" name="Google Shape;283;p30"/>
          <p:cNvSpPr txBox="1"/>
          <p:nvPr>
            <p:ph idx="4" type="subTitle"/>
          </p:nvPr>
        </p:nvSpPr>
        <p:spPr>
          <a:xfrm>
            <a:off x="757075" y="3703903"/>
            <a:ext cx="2169600" cy="84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284" name="Google Shape;284;p30"/>
          <p:cNvSpPr txBox="1"/>
          <p:nvPr>
            <p:ph idx="5" type="title"/>
          </p:nvPr>
        </p:nvSpPr>
        <p:spPr>
          <a:xfrm>
            <a:off x="6217275" y="1306896"/>
            <a:ext cx="2169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85" name="Google Shape;285;p30"/>
          <p:cNvSpPr txBox="1"/>
          <p:nvPr>
            <p:ph idx="6" type="subTitle"/>
          </p:nvPr>
        </p:nvSpPr>
        <p:spPr>
          <a:xfrm>
            <a:off x="6217275" y="1706026"/>
            <a:ext cx="2169600" cy="86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286" name="Google Shape;286;p30"/>
          <p:cNvSpPr txBox="1"/>
          <p:nvPr>
            <p:ph idx="7" type="title"/>
          </p:nvPr>
        </p:nvSpPr>
        <p:spPr>
          <a:xfrm>
            <a:off x="6217275" y="3304764"/>
            <a:ext cx="2169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87" name="Google Shape;287;p30"/>
          <p:cNvSpPr txBox="1"/>
          <p:nvPr>
            <p:ph idx="8" type="subTitle"/>
          </p:nvPr>
        </p:nvSpPr>
        <p:spPr>
          <a:xfrm>
            <a:off x="6217275" y="3703903"/>
            <a:ext cx="2169600" cy="84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288" name="Google Shape;288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 rot="5400000">
            <a:off x="-327025" y="-99117"/>
            <a:ext cx="1179500" cy="152813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-3">
            <a:off x="8148458" y="2558906"/>
            <a:ext cx="1796434" cy="40901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 rot="-6873762">
            <a:off x="-762358" y="4141272"/>
            <a:ext cx="2309973" cy="132546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 rot="-6873762">
            <a:off x="7891692" y="-338928"/>
            <a:ext cx="2309973" cy="1325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2">
  <p:cSld name="CUSTOM_2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1"/>
          <p:cNvSpPr txBox="1"/>
          <p:nvPr>
            <p:ph type="title"/>
          </p:nvPr>
        </p:nvSpPr>
        <p:spPr>
          <a:xfrm>
            <a:off x="1624450" y="1629147"/>
            <a:ext cx="2694000" cy="42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94" name="Google Shape;294;p31"/>
          <p:cNvSpPr txBox="1"/>
          <p:nvPr>
            <p:ph idx="1" type="subTitle"/>
          </p:nvPr>
        </p:nvSpPr>
        <p:spPr>
          <a:xfrm>
            <a:off x="1624450" y="1990162"/>
            <a:ext cx="26940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295" name="Google Shape;295;p31"/>
          <p:cNvSpPr txBox="1"/>
          <p:nvPr>
            <p:ph idx="2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6" name="Google Shape;296;p31"/>
          <p:cNvSpPr txBox="1"/>
          <p:nvPr>
            <p:ph idx="3" type="title"/>
          </p:nvPr>
        </p:nvSpPr>
        <p:spPr>
          <a:xfrm>
            <a:off x="4825396" y="1629147"/>
            <a:ext cx="2694000" cy="42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97" name="Google Shape;297;p31"/>
          <p:cNvSpPr txBox="1"/>
          <p:nvPr>
            <p:ph idx="4" type="subTitle"/>
          </p:nvPr>
        </p:nvSpPr>
        <p:spPr>
          <a:xfrm>
            <a:off x="4825389" y="1990162"/>
            <a:ext cx="26940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298" name="Google Shape;298;p31"/>
          <p:cNvSpPr txBox="1"/>
          <p:nvPr>
            <p:ph idx="5" type="title"/>
          </p:nvPr>
        </p:nvSpPr>
        <p:spPr>
          <a:xfrm>
            <a:off x="1624450" y="2998172"/>
            <a:ext cx="2694000" cy="42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99" name="Google Shape;299;p31"/>
          <p:cNvSpPr txBox="1"/>
          <p:nvPr>
            <p:ph idx="6" type="subTitle"/>
          </p:nvPr>
        </p:nvSpPr>
        <p:spPr>
          <a:xfrm>
            <a:off x="1624450" y="3364383"/>
            <a:ext cx="26940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300" name="Google Shape;300;p31"/>
          <p:cNvSpPr txBox="1"/>
          <p:nvPr>
            <p:ph idx="7" type="title"/>
          </p:nvPr>
        </p:nvSpPr>
        <p:spPr>
          <a:xfrm>
            <a:off x="4825396" y="2998172"/>
            <a:ext cx="2694000" cy="42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1" name="Google Shape;301;p31"/>
          <p:cNvSpPr txBox="1"/>
          <p:nvPr>
            <p:ph idx="8" type="subTitle"/>
          </p:nvPr>
        </p:nvSpPr>
        <p:spPr>
          <a:xfrm>
            <a:off x="4825389" y="3364383"/>
            <a:ext cx="2694000" cy="8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302" name="Google Shape;302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7138799">
            <a:off x="7705970" y="-1163991"/>
            <a:ext cx="1449612" cy="33005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-616525" y="385275"/>
            <a:ext cx="1393300" cy="134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5400000">
            <a:off x="5172175" y="3734100"/>
            <a:ext cx="1315650" cy="3191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ive columns">
  <p:cSld name="CUSTOM_13"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32"/>
          <p:cNvSpPr txBox="1"/>
          <p:nvPr>
            <p:ph type="title"/>
          </p:nvPr>
        </p:nvSpPr>
        <p:spPr>
          <a:xfrm>
            <a:off x="909500" y="1525322"/>
            <a:ext cx="2169600" cy="44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7" name="Google Shape;307;p32"/>
          <p:cNvSpPr txBox="1"/>
          <p:nvPr>
            <p:ph idx="1" type="subTitle"/>
          </p:nvPr>
        </p:nvSpPr>
        <p:spPr>
          <a:xfrm>
            <a:off x="909500" y="1899670"/>
            <a:ext cx="2169600" cy="6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308" name="Google Shape;308;p32"/>
          <p:cNvSpPr txBox="1"/>
          <p:nvPr>
            <p:ph idx="2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9" name="Google Shape;309;p32"/>
          <p:cNvSpPr txBox="1"/>
          <p:nvPr>
            <p:ph idx="3" type="title"/>
          </p:nvPr>
        </p:nvSpPr>
        <p:spPr>
          <a:xfrm>
            <a:off x="3487200" y="1525325"/>
            <a:ext cx="2169600" cy="38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0" name="Google Shape;310;p32"/>
          <p:cNvSpPr txBox="1"/>
          <p:nvPr>
            <p:ph idx="4" type="subTitle"/>
          </p:nvPr>
        </p:nvSpPr>
        <p:spPr>
          <a:xfrm>
            <a:off x="3487200" y="1895925"/>
            <a:ext cx="2169600" cy="6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311" name="Google Shape;311;p32"/>
          <p:cNvSpPr txBox="1"/>
          <p:nvPr>
            <p:ph idx="5" type="title"/>
          </p:nvPr>
        </p:nvSpPr>
        <p:spPr>
          <a:xfrm>
            <a:off x="6064900" y="1525325"/>
            <a:ext cx="2169600" cy="38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2" name="Google Shape;312;p32"/>
          <p:cNvSpPr txBox="1"/>
          <p:nvPr>
            <p:ph idx="6" type="subTitle"/>
          </p:nvPr>
        </p:nvSpPr>
        <p:spPr>
          <a:xfrm>
            <a:off x="6064900" y="1895925"/>
            <a:ext cx="2169600" cy="6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313" name="Google Shape;313;p32"/>
          <p:cNvSpPr txBox="1"/>
          <p:nvPr>
            <p:ph idx="7" type="title"/>
          </p:nvPr>
        </p:nvSpPr>
        <p:spPr>
          <a:xfrm>
            <a:off x="2198450" y="3023347"/>
            <a:ext cx="2169600" cy="44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4" name="Google Shape;314;p32"/>
          <p:cNvSpPr txBox="1"/>
          <p:nvPr>
            <p:ph idx="8" type="subTitle"/>
          </p:nvPr>
        </p:nvSpPr>
        <p:spPr>
          <a:xfrm>
            <a:off x="2198450" y="3397695"/>
            <a:ext cx="2169600" cy="6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315" name="Google Shape;315;p32"/>
          <p:cNvSpPr txBox="1"/>
          <p:nvPr>
            <p:ph idx="9" type="title"/>
          </p:nvPr>
        </p:nvSpPr>
        <p:spPr>
          <a:xfrm>
            <a:off x="4776150" y="3023347"/>
            <a:ext cx="2169600" cy="44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6" name="Google Shape;316;p32"/>
          <p:cNvSpPr txBox="1"/>
          <p:nvPr>
            <p:ph idx="13" type="subTitle"/>
          </p:nvPr>
        </p:nvSpPr>
        <p:spPr>
          <a:xfrm>
            <a:off x="4776151" y="3397695"/>
            <a:ext cx="2169600" cy="6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317" name="Google Shape;31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6199968">
            <a:off x="-234025" y="3712198"/>
            <a:ext cx="1858776" cy="1800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-7811237">
            <a:off x="-1300104" y="3696376"/>
            <a:ext cx="3782333" cy="27118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 rot="-6199968">
            <a:off x="7533836" y="3712198"/>
            <a:ext cx="1858776" cy="1800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7811237">
            <a:off x="6676359" y="3696376"/>
            <a:ext cx="3782333" cy="27118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1" name="Google Shape;321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 rot="10800000">
            <a:off x="7789500" y="-310000"/>
            <a:ext cx="1572000" cy="203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2" name="Google Shape;322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8859426">
            <a:off x="-497012" y="-346111"/>
            <a:ext cx="2569104" cy="14741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1">
  <p:cSld name="CUSTOM_15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3"/>
          <p:cNvSpPr txBox="1"/>
          <p:nvPr>
            <p:ph type="title"/>
          </p:nvPr>
        </p:nvSpPr>
        <p:spPr>
          <a:xfrm>
            <a:off x="4984225" y="768100"/>
            <a:ext cx="3446400" cy="112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325" name="Google Shape;325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 rot="-10505536">
            <a:off x="6663982" y="1615757"/>
            <a:ext cx="2309973" cy="1325469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-2231359">
            <a:off x="4793010" y="2004157"/>
            <a:ext cx="1655192" cy="1602859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 rot="-3830222">
            <a:off x="5663599" y="1070997"/>
            <a:ext cx="1733750" cy="3947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3">
  <p:cSld name="CUSTOM_16"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 txBox="1"/>
          <p:nvPr>
            <p:ph type="title"/>
          </p:nvPr>
        </p:nvSpPr>
        <p:spPr>
          <a:xfrm>
            <a:off x="909500" y="2823375"/>
            <a:ext cx="2169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0" name="Google Shape;330;p34"/>
          <p:cNvSpPr txBox="1"/>
          <p:nvPr>
            <p:ph idx="1" type="subTitle"/>
          </p:nvPr>
        </p:nvSpPr>
        <p:spPr>
          <a:xfrm>
            <a:off x="909500" y="3222500"/>
            <a:ext cx="2169600" cy="6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331" name="Google Shape;331;p34"/>
          <p:cNvSpPr txBox="1"/>
          <p:nvPr>
            <p:ph idx="2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32" name="Google Shape;332;p34"/>
          <p:cNvSpPr txBox="1"/>
          <p:nvPr>
            <p:ph idx="3" type="title"/>
          </p:nvPr>
        </p:nvSpPr>
        <p:spPr>
          <a:xfrm>
            <a:off x="3487200" y="2823375"/>
            <a:ext cx="2169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3" name="Google Shape;333;p34"/>
          <p:cNvSpPr txBox="1"/>
          <p:nvPr>
            <p:ph idx="4" type="subTitle"/>
          </p:nvPr>
        </p:nvSpPr>
        <p:spPr>
          <a:xfrm>
            <a:off x="3487200" y="3222500"/>
            <a:ext cx="2169600" cy="6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334" name="Google Shape;334;p34"/>
          <p:cNvSpPr txBox="1"/>
          <p:nvPr>
            <p:ph idx="5" type="title"/>
          </p:nvPr>
        </p:nvSpPr>
        <p:spPr>
          <a:xfrm>
            <a:off x="6064900" y="2823375"/>
            <a:ext cx="2169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5" name="Google Shape;335;p34"/>
          <p:cNvSpPr txBox="1"/>
          <p:nvPr>
            <p:ph idx="6" type="subTitle"/>
          </p:nvPr>
        </p:nvSpPr>
        <p:spPr>
          <a:xfrm>
            <a:off x="6064900" y="3222500"/>
            <a:ext cx="2169600" cy="6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336" name="Google Shape;336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3365525" y="4494600"/>
            <a:ext cx="1393300" cy="134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-894996" y="3327325"/>
            <a:ext cx="1659025" cy="153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 rot="9355986">
            <a:off x="7885512" y="311450"/>
            <a:ext cx="1328784" cy="3223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5400008">
            <a:off x="-1988630" y="-2484802"/>
            <a:ext cx="2002458" cy="4559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 1">
  <p:cSld name="CUSTOM_18"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Google Shape;34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3883291">
            <a:off x="6949222" y="2701194"/>
            <a:ext cx="2569104" cy="1474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70088" y="823967"/>
            <a:ext cx="1840875" cy="1782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3" name="Google Shape;343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1639246">
            <a:off x="8218900" y="3060775"/>
            <a:ext cx="1733751" cy="3947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587037" y="3103483"/>
            <a:ext cx="1947425" cy="188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5850653" y="-815900"/>
            <a:ext cx="2927674" cy="227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3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7597377">
            <a:off x="5367339" y="1429880"/>
            <a:ext cx="2386824" cy="4381382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5"/>
          <p:cNvSpPr txBox="1"/>
          <p:nvPr>
            <p:ph hasCustomPrompt="1" type="title"/>
          </p:nvPr>
        </p:nvSpPr>
        <p:spPr>
          <a:xfrm>
            <a:off x="713225" y="1581200"/>
            <a:ext cx="4437000" cy="140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9600"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48" name="Google Shape;348;p35"/>
          <p:cNvSpPr txBox="1"/>
          <p:nvPr>
            <p:ph idx="1" type="body"/>
          </p:nvPr>
        </p:nvSpPr>
        <p:spPr>
          <a:xfrm>
            <a:off x="713225" y="3072700"/>
            <a:ext cx="4437000" cy="48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30200" lvl="0" marL="4572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30200" lvl="1" marL="9144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pic>
        <p:nvPicPr>
          <p:cNvPr id="349" name="Google Shape;3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2894983">
            <a:off x="5600400" y="-717375"/>
            <a:ext cx="1733751" cy="394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19"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6"/>
          <p:cNvSpPr txBox="1"/>
          <p:nvPr>
            <p:ph type="title"/>
          </p:nvPr>
        </p:nvSpPr>
        <p:spPr>
          <a:xfrm>
            <a:off x="2548800" y="2057313"/>
            <a:ext cx="4046400" cy="6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52" name="Google Shape;352;p36"/>
          <p:cNvSpPr txBox="1"/>
          <p:nvPr>
            <p:ph idx="1" type="body"/>
          </p:nvPr>
        </p:nvSpPr>
        <p:spPr>
          <a:xfrm>
            <a:off x="2548800" y="2718094"/>
            <a:ext cx="4046400" cy="14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rtl="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id="353" name="Google Shape;35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7175112" y="3103483"/>
            <a:ext cx="1947425" cy="188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7438728" y="-815900"/>
            <a:ext cx="2927674" cy="227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7597377">
            <a:off x="6955414" y="1429880"/>
            <a:ext cx="2386824" cy="4381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2894983">
            <a:off x="7188475" y="-717375"/>
            <a:ext cx="1733751" cy="3947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3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3883291">
            <a:off x="208672" y="2630594"/>
            <a:ext cx="2569104" cy="1474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-1153513" y="3032883"/>
            <a:ext cx="1947425" cy="188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9" name="Google Shape;359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889897" y="-886500"/>
            <a:ext cx="2927674" cy="227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0" name="Google Shape;360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7597377">
            <a:off x="-1373211" y="1359280"/>
            <a:ext cx="2386824" cy="4381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2894983">
            <a:off x="-1140150" y="-787975"/>
            <a:ext cx="1733751" cy="394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2_1_1"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7"/>
          <p:cNvSpPr txBox="1"/>
          <p:nvPr>
            <p:ph type="title"/>
          </p:nvPr>
        </p:nvSpPr>
        <p:spPr>
          <a:xfrm>
            <a:off x="796825" y="1794475"/>
            <a:ext cx="23949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64" name="Google Shape;364;p37"/>
          <p:cNvSpPr txBox="1"/>
          <p:nvPr>
            <p:ph idx="1" type="subTitle"/>
          </p:nvPr>
        </p:nvSpPr>
        <p:spPr>
          <a:xfrm>
            <a:off x="796825" y="2162984"/>
            <a:ext cx="23949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365" name="Google Shape;365;p37"/>
          <p:cNvSpPr txBox="1"/>
          <p:nvPr>
            <p:ph idx="2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66" name="Google Shape;366;p37"/>
          <p:cNvSpPr txBox="1"/>
          <p:nvPr>
            <p:ph idx="3" type="title"/>
          </p:nvPr>
        </p:nvSpPr>
        <p:spPr>
          <a:xfrm>
            <a:off x="3374525" y="1794475"/>
            <a:ext cx="23949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67" name="Google Shape;367;p37"/>
          <p:cNvSpPr txBox="1"/>
          <p:nvPr>
            <p:ph idx="4" type="subTitle"/>
          </p:nvPr>
        </p:nvSpPr>
        <p:spPr>
          <a:xfrm>
            <a:off x="3374525" y="2162984"/>
            <a:ext cx="23949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368" name="Google Shape;368;p37"/>
          <p:cNvSpPr txBox="1"/>
          <p:nvPr>
            <p:ph idx="5" type="title"/>
          </p:nvPr>
        </p:nvSpPr>
        <p:spPr>
          <a:xfrm>
            <a:off x="796825" y="3472591"/>
            <a:ext cx="23949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69" name="Google Shape;369;p37"/>
          <p:cNvSpPr txBox="1"/>
          <p:nvPr>
            <p:ph idx="6" type="subTitle"/>
          </p:nvPr>
        </p:nvSpPr>
        <p:spPr>
          <a:xfrm>
            <a:off x="796825" y="3841100"/>
            <a:ext cx="23949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370" name="Google Shape;370;p37"/>
          <p:cNvSpPr txBox="1"/>
          <p:nvPr>
            <p:ph idx="7" type="title"/>
          </p:nvPr>
        </p:nvSpPr>
        <p:spPr>
          <a:xfrm>
            <a:off x="3374525" y="3472591"/>
            <a:ext cx="23949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71" name="Google Shape;371;p37"/>
          <p:cNvSpPr txBox="1"/>
          <p:nvPr>
            <p:ph idx="8" type="subTitle"/>
          </p:nvPr>
        </p:nvSpPr>
        <p:spPr>
          <a:xfrm>
            <a:off x="3374525" y="3841100"/>
            <a:ext cx="23949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372" name="Google Shape;372;p37"/>
          <p:cNvSpPr txBox="1"/>
          <p:nvPr>
            <p:ph idx="9" type="title"/>
          </p:nvPr>
        </p:nvSpPr>
        <p:spPr>
          <a:xfrm>
            <a:off x="5952150" y="1794475"/>
            <a:ext cx="23949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73" name="Google Shape;373;p37"/>
          <p:cNvSpPr txBox="1"/>
          <p:nvPr>
            <p:ph idx="13" type="subTitle"/>
          </p:nvPr>
        </p:nvSpPr>
        <p:spPr>
          <a:xfrm>
            <a:off x="5952150" y="2162984"/>
            <a:ext cx="23949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374" name="Google Shape;374;p37"/>
          <p:cNvSpPr txBox="1"/>
          <p:nvPr>
            <p:ph idx="14" type="title"/>
          </p:nvPr>
        </p:nvSpPr>
        <p:spPr>
          <a:xfrm>
            <a:off x="5952150" y="3472591"/>
            <a:ext cx="23949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75" name="Google Shape;375;p37"/>
          <p:cNvSpPr txBox="1"/>
          <p:nvPr>
            <p:ph idx="15" type="subTitle"/>
          </p:nvPr>
        </p:nvSpPr>
        <p:spPr>
          <a:xfrm>
            <a:off x="5952150" y="3841100"/>
            <a:ext cx="23949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376" name="Google Shape;376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-10059469">
            <a:off x="-250407" y="191408"/>
            <a:ext cx="1320763" cy="3203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5400000">
            <a:off x="-327025" y="-99117"/>
            <a:ext cx="1179500" cy="152813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3">
            <a:off x="7978008" y="2558906"/>
            <a:ext cx="1796434" cy="4090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CUSTOM_4"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8"/>
          <p:cNvSpPr txBox="1"/>
          <p:nvPr>
            <p:ph idx="1" type="subTitle"/>
          </p:nvPr>
        </p:nvSpPr>
        <p:spPr>
          <a:xfrm>
            <a:off x="2640050" y="2283675"/>
            <a:ext cx="3863700" cy="138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381" name="Google Shape;381;p38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382" name="Google Shape;38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 rot="-3883295">
            <a:off x="183142" y="3147922"/>
            <a:ext cx="2309974" cy="1325469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83624" y="1801283"/>
            <a:ext cx="1655192" cy="1602859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 rot="1639246">
            <a:off x="-112326" y="-148575"/>
            <a:ext cx="1733751" cy="3947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 rot="6057767">
            <a:off x="7202025" y="1933876"/>
            <a:ext cx="1840875" cy="17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3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02325" y="1217667"/>
            <a:ext cx="2386824" cy="43813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CUSTOM_4_1"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39"/>
          <p:cNvSpPr txBox="1"/>
          <p:nvPr>
            <p:ph idx="1" type="subTitle"/>
          </p:nvPr>
        </p:nvSpPr>
        <p:spPr>
          <a:xfrm>
            <a:off x="1729425" y="1735225"/>
            <a:ext cx="5685000" cy="286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sp>
        <p:nvSpPr>
          <p:cNvPr id="389" name="Google Shape;389;p39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390" name="Google Shape;390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9160750">
            <a:off x="7533060" y="-626757"/>
            <a:ext cx="2002458" cy="455925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-8859426">
            <a:off x="-1146437" y="1931239"/>
            <a:ext cx="2569104" cy="1474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92" name="Google Shape;392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5400000">
            <a:off x="31139" y="1469895"/>
            <a:ext cx="1393300" cy="134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p3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5400000">
            <a:off x="-1511861" y="3483875"/>
            <a:ext cx="4008350" cy="287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4" name="Google Shape;394;p3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10134819">
            <a:off x="8170864" y="1156945"/>
            <a:ext cx="1924050" cy="466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6">
  <p:cSld name="CUSTOM_4_1_1"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40"/>
          <p:cNvSpPr txBox="1"/>
          <p:nvPr>
            <p:ph idx="1" type="subTitle"/>
          </p:nvPr>
        </p:nvSpPr>
        <p:spPr>
          <a:xfrm>
            <a:off x="1275750" y="2296400"/>
            <a:ext cx="2906100" cy="115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397" name="Google Shape;397;p40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398" name="Google Shape;398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 rot="665182">
            <a:off x="7579958" y="1446998"/>
            <a:ext cx="1492285" cy="3619903"/>
          </a:xfrm>
          <a:prstGeom prst="rect">
            <a:avLst/>
          </a:prstGeom>
          <a:noFill/>
          <a:ln>
            <a:noFill/>
          </a:ln>
        </p:spPr>
      </p:pic>
      <p:pic>
        <p:nvPicPr>
          <p:cNvPr id="399" name="Google Shape;399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358732">
            <a:off x="-796229" y="377347"/>
            <a:ext cx="2002458" cy="45592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0" name="Google Shape;400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91801" y="222617"/>
            <a:ext cx="2386824" cy="43813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5"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41"/>
          <p:cNvSpPr txBox="1"/>
          <p:nvPr>
            <p:ph hasCustomPrompt="1" type="title"/>
          </p:nvPr>
        </p:nvSpPr>
        <p:spPr>
          <a:xfrm>
            <a:off x="2519813" y="730000"/>
            <a:ext cx="4444500" cy="63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403" name="Google Shape;403;p41"/>
          <p:cNvSpPr txBox="1"/>
          <p:nvPr>
            <p:ph idx="1" type="subTitle"/>
          </p:nvPr>
        </p:nvSpPr>
        <p:spPr>
          <a:xfrm>
            <a:off x="2519813" y="1291600"/>
            <a:ext cx="4444500" cy="45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>
                <a:solidFill>
                  <a:srgbClr val="24242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404" name="Google Shape;404;p41"/>
          <p:cNvSpPr txBox="1"/>
          <p:nvPr>
            <p:ph hasCustomPrompt="1" idx="2" type="title"/>
          </p:nvPr>
        </p:nvSpPr>
        <p:spPr>
          <a:xfrm>
            <a:off x="2519813" y="2062050"/>
            <a:ext cx="4444500" cy="63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405" name="Google Shape;405;p41"/>
          <p:cNvSpPr txBox="1"/>
          <p:nvPr>
            <p:ph idx="3" type="subTitle"/>
          </p:nvPr>
        </p:nvSpPr>
        <p:spPr>
          <a:xfrm>
            <a:off x="2519813" y="2623650"/>
            <a:ext cx="4444500" cy="45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>
                <a:solidFill>
                  <a:srgbClr val="24242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406" name="Google Shape;406;p41"/>
          <p:cNvSpPr txBox="1"/>
          <p:nvPr>
            <p:ph hasCustomPrompt="1" idx="4" type="title"/>
          </p:nvPr>
        </p:nvSpPr>
        <p:spPr>
          <a:xfrm>
            <a:off x="2519813" y="3394100"/>
            <a:ext cx="4444500" cy="63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407" name="Google Shape;407;p41"/>
          <p:cNvSpPr txBox="1"/>
          <p:nvPr>
            <p:ph idx="5" type="subTitle"/>
          </p:nvPr>
        </p:nvSpPr>
        <p:spPr>
          <a:xfrm>
            <a:off x="2349863" y="3955700"/>
            <a:ext cx="4784400" cy="45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>
                <a:solidFill>
                  <a:srgbClr val="24242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408" name="Google Shape;408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 rot="-2700007">
            <a:off x="25048" y="82573"/>
            <a:ext cx="1572004" cy="381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409" name="Google Shape;409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4778591">
            <a:off x="-1087250" y="975950"/>
            <a:ext cx="3084300" cy="2211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10800000">
            <a:off x="6969861" y="3334438"/>
            <a:ext cx="2372929" cy="1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1" name="Google Shape;411;p4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5400000">
            <a:off x="7302250" y="2628225"/>
            <a:ext cx="1393300" cy="134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4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-8">
            <a:off x="7340345" y="292123"/>
            <a:ext cx="2002458" cy="4559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CUSTOM_22"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42"/>
          <p:cNvSpPr txBox="1"/>
          <p:nvPr>
            <p:ph type="title"/>
          </p:nvPr>
        </p:nvSpPr>
        <p:spPr>
          <a:xfrm>
            <a:off x="2085675" y="1468448"/>
            <a:ext cx="23949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15" name="Google Shape;415;p42"/>
          <p:cNvSpPr txBox="1"/>
          <p:nvPr>
            <p:ph idx="1" type="subTitle"/>
          </p:nvPr>
        </p:nvSpPr>
        <p:spPr>
          <a:xfrm>
            <a:off x="2085675" y="1836957"/>
            <a:ext cx="23949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416" name="Google Shape;416;p42"/>
          <p:cNvSpPr txBox="1"/>
          <p:nvPr>
            <p:ph idx="2" type="title"/>
          </p:nvPr>
        </p:nvSpPr>
        <p:spPr>
          <a:xfrm>
            <a:off x="4663375" y="1468448"/>
            <a:ext cx="23949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17" name="Google Shape;417;p42"/>
          <p:cNvSpPr txBox="1"/>
          <p:nvPr>
            <p:ph idx="3" type="subTitle"/>
          </p:nvPr>
        </p:nvSpPr>
        <p:spPr>
          <a:xfrm>
            <a:off x="4663375" y="1836957"/>
            <a:ext cx="23949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418" name="Google Shape;418;p42"/>
          <p:cNvSpPr txBox="1"/>
          <p:nvPr>
            <p:ph idx="4" type="title"/>
          </p:nvPr>
        </p:nvSpPr>
        <p:spPr>
          <a:xfrm>
            <a:off x="2085675" y="3222764"/>
            <a:ext cx="23949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19" name="Google Shape;419;p42"/>
          <p:cNvSpPr txBox="1"/>
          <p:nvPr>
            <p:ph idx="5" type="subTitle"/>
          </p:nvPr>
        </p:nvSpPr>
        <p:spPr>
          <a:xfrm>
            <a:off x="2085675" y="3591273"/>
            <a:ext cx="23949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420" name="Google Shape;420;p42"/>
          <p:cNvSpPr txBox="1"/>
          <p:nvPr>
            <p:ph idx="6" type="title"/>
          </p:nvPr>
        </p:nvSpPr>
        <p:spPr>
          <a:xfrm>
            <a:off x="4663413" y="3236135"/>
            <a:ext cx="23949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21" name="Google Shape;421;p42"/>
          <p:cNvSpPr txBox="1"/>
          <p:nvPr>
            <p:ph idx="7" type="subTitle"/>
          </p:nvPr>
        </p:nvSpPr>
        <p:spPr>
          <a:xfrm>
            <a:off x="4663412" y="3604644"/>
            <a:ext cx="23949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422" name="Google Shape;4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-10059469">
            <a:off x="-250407" y="191408"/>
            <a:ext cx="1320763" cy="3203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423" name="Google Shape;4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5400000">
            <a:off x="-327025" y="-99117"/>
            <a:ext cx="1179500" cy="1528135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42"/>
          <p:cNvSpPr txBox="1"/>
          <p:nvPr>
            <p:ph hasCustomPrompt="1" idx="8" type="title"/>
          </p:nvPr>
        </p:nvSpPr>
        <p:spPr>
          <a:xfrm>
            <a:off x="2085675" y="906461"/>
            <a:ext cx="2394900" cy="63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425" name="Google Shape;425;p42"/>
          <p:cNvSpPr txBox="1"/>
          <p:nvPr>
            <p:ph hasCustomPrompt="1" idx="9" type="title"/>
          </p:nvPr>
        </p:nvSpPr>
        <p:spPr>
          <a:xfrm>
            <a:off x="2085675" y="2673336"/>
            <a:ext cx="2394900" cy="63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426" name="Google Shape;426;p42"/>
          <p:cNvSpPr txBox="1"/>
          <p:nvPr>
            <p:ph hasCustomPrompt="1" idx="13" type="title"/>
          </p:nvPr>
        </p:nvSpPr>
        <p:spPr>
          <a:xfrm>
            <a:off x="4663425" y="906456"/>
            <a:ext cx="2394900" cy="63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427" name="Google Shape;427;p42"/>
          <p:cNvSpPr txBox="1"/>
          <p:nvPr>
            <p:ph hasCustomPrompt="1" idx="14" type="title"/>
          </p:nvPr>
        </p:nvSpPr>
        <p:spPr>
          <a:xfrm>
            <a:off x="4663338" y="2674556"/>
            <a:ext cx="2394900" cy="63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pic>
        <p:nvPicPr>
          <p:cNvPr id="428" name="Google Shape;42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740531">
            <a:off x="8074443" y="1777596"/>
            <a:ext cx="1320763" cy="3203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Google Shape;429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-5400000">
            <a:off x="8292325" y="3743770"/>
            <a:ext cx="1179500" cy="15281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7">
  <p:cSld name="CUSTOM_24"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43"/>
          <p:cNvSpPr txBox="1"/>
          <p:nvPr>
            <p:ph type="title"/>
          </p:nvPr>
        </p:nvSpPr>
        <p:spPr>
          <a:xfrm>
            <a:off x="887850" y="1523909"/>
            <a:ext cx="4046400" cy="6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32" name="Google Shape;432;p43"/>
          <p:cNvSpPr txBox="1"/>
          <p:nvPr>
            <p:ph idx="1" type="body"/>
          </p:nvPr>
        </p:nvSpPr>
        <p:spPr>
          <a:xfrm>
            <a:off x="887850" y="2184691"/>
            <a:ext cx="4046400" cy="14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id="433" name="Google Shape;433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 rot="-3883291">
            <a:off x="106049" y="-726581"/>
            <a:ext cx="2569104" cy="1474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1049275" y="3985688"/>
            <a:ext cx="1840875" cy="17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4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7244838" y="-168258"/>
            <a:ext cx="1840875" cy="1782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4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7112250" y="-881358"/>
            <a:ext cx="2386824" cy="43813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5">
  <p:cSld name="CUSTOM_23"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44"/>
          <p:cNvSpPr txBox="1"/>
          <p:nvPr>
            <p:ph type="title"/>
          </p:nvPr>
        </p:nvSpPr>
        <p:spPr>
          <a:xfrm>
            <a:off x="1893550" y="3128175"/>
            <a:ext cx="2169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39" name="Google Shape;439;p44"/>
          <p:cNvSpPr txBox="1"/>
          <p:nvPr>
            <p:ph idx="1" type="subTitle"/>
          </p:nvPr>
        </p:nvSpPr>
        <p:spPr>
          <a:xfrm>
            <a:off x="1893550" y="3496684"/>
            <a:ext cx="2169600" cy="6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440" name="Google Shape;440;p44"/>
          <p:cNvSpPr txBox="1"/>
          <p:nvPr>
            <p:ph idx="2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41" name="Google Shape;441;p44"/>
          <p:cNvSpPr txBox="1"/>
          <p:nvPr>
            <p:ph idx="3" type="title"/>
          </p:nvPr>
        </p:nvSpPr>
        <p:spPr>
          <a:xfrm>
            <a:off x="5080850" y="3128175"/>
            <a:ext cx="2169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42" name="Google Shape;442;p44"/>
          <p:cNvSpPr txBox="1"/>
          <p:nvPr>
            <p:ph idx="4" type="subTitle"/>
          </p:nvPr>
        </p:nvSpPr>
        <p:spPr>
          <a:xfrm>
            <a:off x="5080850" y="3496684"/>
            <a:ext cx="2169600" cy="6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443" name="Google Shape;443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-9355986">
            <a:off x="8434933" y="2299925"/>
            <a:ext cx="1328784" cy="3223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4" name="Google Shape;444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7580934">
            <a:off x="7823550" y="1887200"/>
            <a:ext cx="2835150" cy="2032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5" name="Google Shape;445;p4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8859426">
            <a:off x="-1541312" y="2257614"/>
            <a:ext cx="2569104" cy="1474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446" name="Google Shape;446;p4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5400000">
            <a:off x="-658061" y="1451270"/>
            <a:ext cx="1393300" cy="1349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8">
  <p:cSld name="CUSTOM_26"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Google Shape;44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3883291">
            <a:off x="6999497" y="-726581"/>
            <a:ext cx="2569104" cy="1474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449" name="Google Shape;44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4500" y="3985688"/>
            <a:ext cx="1840875" cy="17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0" name="Google Shape;450;p4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8938" y="-168258"/>
            <a:ext cx="1840875" cy="1782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1" name="Google Shape;451;p4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5576" y="-881358"/>
            <a:ext cx="2386824" cy="4381382"/>
          </a:xfrm>
          <a:prstGeom prst="rect">
            <a:avLst/>
          </a:prstGeom>
          <a:noFill/>
          <a:ln>
            <a:noFill/>
          </a:ln>
        </p:spPr>
      </p:pic>
      <p:sp>
        <p:nvSpPr>
          <p:cNvPr id="452" name="Google Shape;452;p45"/>
          <p:cNvSpPr txBox="1"/>
          <p:nvPr>
            <p:ph type="title"/>
          </p:nvPr>
        </p:nvSpPr>
        <p:spPr>
          <a:xfrm>
            <a:off x="4935278" y="1448500"/>
            <a:ext cx="3310200" cy="6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53" name="Google Shape;453;p45"/>
          <p:cNvSpPr txBox="1"/>
          <p:nvPr>
            <p:ph idx="1" type="body"/>
          </p:nvPr>
        </p:nvSpPr>
        <p:spPr>
          <a:xfrm>
            <a:off x="4935278" y="2109278"/>
            <a:ext cx="3310200" cy="14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 algn="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rtl="0" algn="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9">
  <p:cSld name="CUSTOM_25"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46"/>
          <p:cNvSpPr txBox="1"/>
          <p:nvPr>
            <p:ph type="title"/>
          </p:nvPr>
        </p:nvSpPr>
        <p:spPr>
          <a:xfrm>
            <a:off x="914927" y="1448500"/>
            <a:ext cx="3310200" cy="6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56" name="Google Shape;456;p46"/>
          <p:cNvSpPr txBox="1"/>
          <p:nvPr>
            <p:ph idx="1" type="body"/>
          </p:nvPr>
        </p:nvSpPr>
        <p:spPr>
          <a:xfrm>
            <a:off x="914927" y="2109278"/>
            <a:ext cx="3310200" cy="14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id="457" name="Google Shape;457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678227">
            <a:off x="-632326" y="3866920"/>
            <a:ext cx="2569104" cy="1474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458" name="Google Shape;458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388525" y="-550950"/>
            <a:ext cx="1840875" cy="17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9" name="Google Shape;459;p4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7244838" y="-168258"/>
            <a:ext cx="1840875" cy="1782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0" name="Google Shape;460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7112250" y="-881358"/>
            <a:ext cx="2386824" cy="43813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1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7"/>
          <p:cNvSpPr txBox="1"/>
          <p:nvPr>
            <p:ph type="ctrTitle"/>
          </p:nvPr>
        </p:nvSpPr>
        <p:spPr>
          <a:xfrm>
            <a:off x="2733325" y="539500"/>
            <a:ext cx="3677400" cy="99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463" name="Google Shape;463;p47"/>
          <p:cNvSpPr txBox="1"/>
          <p:nvPr>
            <p:ph idx="1" type="subTitle"/>
          </p:nvPr>
        </p:nvSpPr>
        <p:spPr>
          <a:xfrm>
            <a:off x="2733375" y="1531350"/>
            <a:ext cx="3677400" cy="115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64" name="Google Shape;464;p47"/>
          <p:cNvSpPr txBox="1"/>
          <p:nvPr/>
        </p:nvSpPr>
        <p:spPr>
          <a:xfrm>
            <a:off x="2733175" y="3270700"/>
            <a:ext cx="3677700" cy="7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CREDITS</a:t>
            </a:r>
            <a:r>
              <a:rPr lang="en"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: This presentation template was created by </a:t>
            </a:r>
            <a:r>
              <a:rPr b="1" lang="en" sz="1200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1" lang="en"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,</a:t>
            </a:r>
            <a:r>
              <a:rPr lang="en"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 including icons by </a:t>
            </a:r>
            <a:r>
              <a:rPr b="1" lang="en" sz="1200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 and infographics &amp; images by </a:t>
            </a:r>
            <a:r>
              <a:rPr b="1" lang="en" sz="1200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sz="1200">
              <a:solidFill>
                <a:schemeClr val="dk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pic>
        <p:nvPicPr>
          <p:cNvPr id="465" name="Google Shape;465;p4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5400000">
            <a:off x="-590765" y="1291116"/>
            <a:ext cx="2786538" cy="2161739"/>
          </a:xfrm>
          <a:prstGeom prst="rect">
            <a:avLst/>
          </a:prstGeom>
          <a:noFill/>
          <a:ln>
            <a:noFill/>
          </a:ln>
        </p:spPr>
      </p:pic>
      <p:pic>
        <p:nvPicPr>
          <p:cNvPr id="466" name="Google Shape;466;p4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5400000">
            <a:off x="389693" y="193321"/>
            <a:ext cx="2058291" cy="1993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67" name="Google Shape;467;p4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 rot="-5400000">
            <a:off x="-989076" y="3091849"/>
            <a:ext cx="4033303" cy="2891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4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 rot="3546973">
            <a:off x="7590178" y="1978886"/>
            <a:ext cx="1674669" cy="3812953"/>
          </a:xfrm>
          <a:prstGeom prst="rect">
            <a:avLst/>
          </a:prstGeom>
          <a:noFill/>
          <a:ln>
            <a:noFill/>
          </a:ln>
        </p:spPr>
      </p:pic>
      <p:pic>
        <p:nvPicPr>
          <p:cNvPr id="469" name="Google Shape;469;p4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 rot="-665179">
            <a:off x="6799174" y="-791526"/>
            <a:ext cx="1769485" cy="42923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6"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6_1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2" name="Google Shape;472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9305281">
            <a:off x="6956225" y="-36025"/>
            <a:ext cx="1924050" cy="466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" name="Google Shape;473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399999">
            <a:off x="6172375" y="658451"/>
            <a:ext cx="3810950" cy="2732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Google Shape;474;p4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10">
            <a:off x="155678" y="1026170"/>
            <a:ext cx="1774244" cy="40396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2">
  <p:cSld name="CUSTOM_6_1_1"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6" name="Google Shape;476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7178600" y="160768"/>
            <a:ext cx="2504350" cy="1437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7" name="Google Shape;477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4956358">
            <a:off x="5559239" y="-1676283"/>
            <a:ext cx="2386824" cy="4381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5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5400000">
            <a:off x="132425" y="2105999"/>
            <a:ext cx="2786538" cy="2161739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5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5400000">
            <a:off x="-119786" y="3372335"/>
            <a:ext cx="2058291" cy="1993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" name="Google Shape;480;p5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10800000">
            <a:off x="6645600" y="3698050"/>
            <a:ext cx="1840875" cy="17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1" name="Google Shape;481;p5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 flipH="1" rot="-5400000">
            <a:off x="7220750" y="3593750"/>
            <a:ext cx="1572000" cy="203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2" name="Google Shape;482;p5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 rot="358732">
            <a:off x="-399179" y="-654803"/>
            <a:ext cx="2002458" cy="45592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8760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302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indent="-3302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indent="-3302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indent="-3302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indent="-3302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indent="-3302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indent="-3302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indent="-3302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indent="-3302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51"/>
          <p:cNvSpPr txBox="1"/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485" name="Google Shape;485;p51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97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4" name="Picture 3" descr="Escud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11480"/>
            <a:ext cx="822960" cy="822960"/>
          </a:xfrm>
          <a:prstGeom prst="rect">
            <a:avLst/>
          </a:prstGeom>
        </p:spPr>
      </p:pic>
      <p:pic>
        <p:nvPicPr>
          <p:cNvPr id="5" name="Picture 4" descr="LogoMC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5488"/>
            <a:ext cx="15087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325880"/>
            <a:ext cx="74066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50" b="1">
                <a:solidFill>
                  <a:srgbClr val="435D74"/>
                </a:solidFill>
                <a:latin typeface="Karla"/>
              </a:defRPr>
            </a:pPr>
            <a:r>
              <a:t>UNIVERSIDAD DISTRITAL FRANCISCO JOSÉ DE CALDAS  •  MAESTRÍA EN CIENCIAS DE LA INFORMACIÓN</a:t>
            </a:r>
          </a:p>
          <a:p>
            <a:pPr>
              <a:spcAft>
                <a:spcPts val="600"/>
              </a:spcAft>
              <a:defRPr sz="2700" b="1">
                <a:solidFill>
                  <a:srgbClr val="0E2A47"/>
                </a:solidFill>
                <a:latin typeface="DM Serif Display"/>
              </a:defRPr>
            </a:pPr>
            <a:r>
              <a:t>Perceptrón Multicapa (MLP) y</a:t>
            </a:r>
            <a:br/>
            <a:r>
              <a:t>Retropropagación del Error</a:t>
            </a:r>
          </a:p>
          <a:p>
            <a:pPr>
              <a:defRPr sz="1150">
                <a:solidFill>
                  <a:srgbClr val="88664A"/>
                </a:solidFill>
                <a:latin typeface="Karla"/>
              </a:defRPr>
            </a:pPr>
            <a:r>
              <a:t>Taller 2: Fundamentos Analíticos, Aceleración Inercial β, Espacios Latentes y Regularización Espectral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520440"/>
            <a:ext cx="7406640" cy="118872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593592"/>
            <a:ext cx="70408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b="1" sz="1050">
                <a:solidFill>
                  <a:srgbClr val="0E2A47"/>
                </a:solidFill>
              </a:rPr>
              <a:t>Asignatura: </a:t>
            </a:r>
            <a:r>
              <a:rPr sz="1050">
                <a:solidFill>
                  <a:srgbClr val="222222"/>
                </a:solidFill>
              </a:rPr>
              <a:t>Inteligencia Computacional Aplicada   |   </a:t>
            </a:r>
            <a:r>
              <a:rPr b="1" sz="1050">
                <a:solidFill>
                  <a:srgbClr val="0E2A47"/>
                </a:solidFill>
              </a:rPr>
              <a:t>Docente: </a:t>
            </a:r>
            <a:r>
              <a:rPr sz="1050">
                <a:solidFill>
                  <a:srgbClr val="222222"/>
                </a:solidFill>
              </a:rPr>
              <a:t>Ph.D. Cesar Andrey Perdomo Charry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E2A47"/>
                </a:solidFill>
              </a:rPr>
              <a:t>Estudiante: </a:t>
            </a:r>
            <a:r>
              <a:rPr sz="1050">
                <a:solidFill>
                  <a:srgbClr val="222222"/>
                </a:solidFill>
              </a:rPr>
              <a:t>Juan Felipe Rodríguez Galindo   |   </a:t>
            </a:r>
            <a:r>
              <a:rPr b="1" sz="1050">
                <a:solidFill>
                  <a:srgbClr val="0E2A47"/>
                </a:solidFill>
              </a:rPr>
              <a:t>Código: </a:t>
            </a:r>
            <a:r>
              <a:rPr sz="1050">
                <a:solidFill>
                  <a:srgbClr val="222222"/>
                </a:solidFill>
              </a:rPr>
              <a:t>20261595004</a:t>
            </a:r>
          </a:p>
          <a:p>
            <a:r>
              <a:rPr sz="919">
                <a:solidFill>
                  <a:srgbClr val="5F6973"/>
                </a:solidFill>
              </a:rPr>
              <a:t>Entregable Oficial: Presentación Ejecutiva y Defensa Técnica  •  Bogotá D.C., 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02920"/>
            <a:ext cx="4937760" cy="640080"/>
          </a:xfrm>
        </p:spPr>
        <p:txBody>
          <a:bodyPr wrap="square" lIns="0" rIns="0" tIns="0" bIns="0"/>
          <a:lstStyle/>
          <a:p>
            <a:pPr algn="l"/>
            <a:r>
              <a:rPr sz="1750" b="1">
                <a:solidFill>
                  <a:srgbClr val="0E2A47"/>
                </a:solidFill>
                <a:latin typeface="DM Serif Display"/>
              </a:rPr>
              <a:t>Ruptura de Minsky-Papert: Separabilidad con Capa Oculta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7880" y="420624"/>
            <a:ext cx="2286000" cy="256032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EDD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97880" y="43891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1">
                <a:solidFill>
                  <a:srgbClr val="7D542D"/>
                </a:solidFill>
                <a:latin typeface="Karla"/>
              </a:rPr>
              <a:t>01. FUNDAMENTO HISTÓRICO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188720"/>
            <a:ext cx="3566160" cy="2514600"/>
          </a:xfrm>
          <a:prstGeom prst="roundRect">
            <a:avLst/>
          </a:prstGeom>
          <a:solidFill>
            <a:srgbClr val="FDF4F4"/>
          </a:solidFill>
          <a:ln w="12700">
            <a:solidFill>
              <a:srgbClr val="F4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280160"/>
            <a:ext cx="329184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9B2222"/>
                </a:solidFill>
                <a:latin typeface="DM Serif Display"/>
              </a:defRPr>
            </a:pPr>
            <a:r>
              <a:t>50.0% Exactitud</a:t>
            </a:r>
          </a:p>
          <a:p>
            <a:pPr>
              <a:spcAft>
                <a:spcPts val="800"/>
              </a:spcAft>
              <a:defRPr sz="850" b="1">
                <a:solidFill>
                  <a:srgbClr val="9B2222"/>
                </a:solidFill>
                <a:latin typeface="Karla"/>
              </a:defRPr>
            </a:pPr>
            <a:r>
              <a:t>COLAPSO MONOCAPA (1958–1969)</a:t>
            </a:r>
          </a:p>
          <a:p>
            <a:pPr algn="l">
              <a:spcAft>
                <a:spcPts val="500"/>
              </a:spcAft>
            </a:pPr>
            <a:r>
              <a:rPr sz="800" b="1">
                <a:solidFill>
                  <a:srgbClr val="88664A"/>
                </a:solidFill>
                <a:latin typeface="Karla"/>
              </a:rPr>
              <a:t>▪ </a:t>
            </a:r>
            <a:r>
              <a:rPr sz="900" b="1">
                <a:solidFill>
                  <a:srgbClr val="9B2222"/>
                </a:solidFill>
                <a:latin typeface="Karla"/>
              </a:rPr>
              <a:t>Barrera Lineal: </a:t>
            </a:r>
            <a:r>
              <a:rPr sz="900">
                <a:solidFill>
                  <a:srgbClr val="222222"/>
                </a:solidFill>
                <a:latin typeface="Karla"/>
              </a:rPr>
              <a:t>Perceptrón y Adaline solo generan hiperplanos w₁x₁ + w₂x₂ + b = 0. Incapaces de separar XOR (ρ = 0).</a:t>
            </a:r>
          </a:p>
          <a:p>
            <a:pPr algn="l">
              <a:spcAft>
                <a:spcPts val="500"/>
              </a:spcAft>
            </a:pPr>
            <a:r>
              <a:rPr sz="800" b="1">
                <a:solidFill>
                  <a:srgbClr val="88664A"/>
                </a:solidFill>
                <a:latin typeface="Karla"/>
              </a:rPr>
              <a:t>▪ </a:t>
            </a:r>
            <a:r>
              <a:rPr sz="900" b="1">
                <a:solidFill>
                  <a:srgbClr val="9B2222"/>
                </a:solidFill>
                <a:latin typeface="Karla"/>
              </a:rPr>
              <a:t>Oscilación Permanente: </a:t>
            </a:r>
            <a:r>
              <a:rPr sz="900">
                <a:solidFill>
                  <a:srgbClr val="222222"/>
                </a:solidFill>
                <a:latin typeface="Karla"/>
              </a:rPr>
              <a:t>Sin convergencia; el algoritmo conmuta indefinidamente sin converger (azar puro).</a:t>
            </a:r>
          </a:p>
          <a:p>
            <a:pPr algn="l">
              <a:spcAft>
                <a:spcPts val="300"/>
              </a:spcAft>
            </a:pPr>
            <a:r>
              <a:rPr sz="800" b="1">
                <a:solidFill>
                  <a:srgbClr val="88664A"/>
                </a:solidFill>
                <a:latin typeface="Karla"/>
              </a:rPr>
              <a:t>▪ </a:t>
            </a:r>
            <a:r>
              <a:rPr sz="900" b="1">
                <a:solidFill>
                  <a:srgbClr val="9B2222"/>
                </a:solidFill>
                <a:latin typeface="Karla"/>
              </a:rPr>
              <a:t>Invierno de la IA: </a:t>
            </a:r>
            <a:r>
              <a:rPr sz="900">
                <a:solidFill>
                  <a:srgbClr val="222222"/>
                </a:solidFill>
                <a:latin typeface="Karla"/>
              </a:rPr>
              <a:t>Minsky &amp; Papert (1969) conjeturaron falsamente la inviabilidad de redes multicapa.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188720"/>
            <a:ext cx="3566160" cy="2514600"/>
          </a:xfrm>
          <a:prstGeom prst="roundRect">
            <a:avLst/>
          </a:prstGeom>
          <a:solidFill>
            <a:srgbClr val="EEF7F2"/>
          </a:solidFill>
          <a:ln w="12700">
            <a:solidFill>
              <a:srgbClr val="C6E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1280160"/>
            <a:ext cx="329184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186638"/>
                </a:solidFill>
                <a:latin typeface="DM Serif Display"/>
              </a:defRPr>
            </a:pPr>
            <a:r>
              <a:t>100.0% Exactitud</a:t>
            </a:r>
          </a:p>
          <a:p>
            <a:pPr>
              <a:spcAft>
                <a:spcPts val="800"/>
              </a:spcAft>
              <a:defRPr sz="850" b="1">
                <a:solidFill>
                  <a:srgbClr val="186638"/>
                </a:solidFill>
                <a:latin typeface="Karla"/>
              </a:defRPr>
            </a:pPr>
            <a:r>
              <a:t>SOLUCIÓN MULTICAPA (1986–PRESENTE)</a:t>
            </a:r>
          </a:p>
          <a:p>
            <a:pPr algn="l">
              <a:spcAft>
                <a:spcPts val="500"/>
              </a:spcAft>
            </a:pPr>
            <a:r>
              <a:rPr sz="800" b="1">
                <a:solidFill>
                  <a:srgbClr val="88664A"/>
                </a:solidFill>
                <a:latin typeface="Karla"/>
              </a:rPr>
              <a:t>▪ </a:t>
            </a:r>
            <a:r>
              <a:rPr sz="900" b="1">
                <a:solidFill>
                  <a:srgbClr val="186638"/>
                </a:solidFill>
                <a:latin typeface="Karla"/>
              </a:rPr>
              <a:t>Espacio Latente Φ: </a:t>
            </a:r>
            <a:r>
              <a:rPr sz="900">
                <a:solidFill>
                  <a:srgbClr val="222222"/>
                </a:solidFill>
                <a:latin typeface="Karla"/>
              </a:rPr>
              <a:t>Las neuronas ocultas proyectan ℝ² a un espacio intermedio donde las clases se tornan linealmente separables.</a:t>
            </a:r>
          </a:p>
          <a:p>
            <a:pPr algn="l">
              <a:spcAft>
                <a:spcPts val="500"/>
              </a:spcAft>
            </a:pPr>
            <a:r>
              <a:rPr sz="800" b="1">
                <a:solidFill>
                  <a:srgbClr val="88664A"/>
                </a:solidFill>
                <a:latin typeface="Karla"/>
              </a:rPr>
              <a:t>▪ </a:t>
            </a:r>
            <a:r>
              <a:rPr sz="900" b="1">
                <a:solidFill>
                  <a:srgbClr val="186638"/>
                </a:solidFill>
                <a:latin typeface="Karla"/>
              </a:rPr>
              <a:t>Aproximación Universal: </a:t>
            </a:r>
            <a:r>
              <a:rPr sz="900">
                <a:solidFill>
                  <a:srgbClr val="222222"/>
                </a:solidFill>
                <a:latin typeface="Karla"/>
              </a:rPr>
              <a:t>Cybenko (1989) demostró que 1 capa oculta no lineal continua aproxima cualquier función boreliana.</a:t>
            </a:r>
          </a:p>
          <a:p>
            <a:pPr algn="l">
              <a:spcAft>
                <a:spcPts val="300"/>
              </a:spcAft>
            </a:pPr>
            <a:r>
              <a:rPr sz="800" b="1">
                <a:solidFill>
                  <a:srgbClr val="88664A"/>
                </a:solidFill>
                <a:latin typeface="Karla"/>
              </a:rPr>
              <a:t>▪ </a:t>
            </a:r>
            <a:r>
              <a:rPr sz="900" b="1">
                <a:solidFill>
                  <a:srgbClr val="186638"/>
                </a:solidFill>
                <a:latin typeface="Karla"/>
              </a:rPr>
              <a:t>Backpropagation (1986): </a:t>
            </a:r>
            <a:r>
              <a:rPr sz="900">
                <a:solidFill>
                  <a:srgbClr val="222222"/>
                </a:solidFill>
                <a:latin typeface="Karla"/>
              </a:rPr>
              <a:t>Rumelhart, Hinton y Williams formalizan el flujo del gradiente analítico exacto vía regla de la cadena.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840480"/>
            <a:ext cx="7315200" cy="868680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EDD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13632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7D542D"/>
                </a:solidFill>
                <a:latin typeface="Karla"/>
              </a:defRPr>
            </a:pPr>
            <a:r>
              <a:t>★ PRINCIPIO REVOLUCIONARIO DEL ESPACIO LATENTE</a:t>
            </a:r>
          </a:p>
          <a:p>
            <a:pPr>
              <a:defRPr sz="930">
                <a:solidFill>
                  <a:srgbClr val="222222"/>
                </a:solidFill>
                <a:latin typeface="Karla"/>
              </a:defRPr>
            </a:pPr>
            <a:r>
              <a:t>La capa intermedia NO toma la decisión de negocio; su función es deformar topológicamente la variedad de entrada para que la capa de salida resuelva el problema con un hiperplano trivial.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02920"/>
            <a:ext cx="4937760" cy="640080"/>
          </a:xfrm>
        </p:spPr>
        <p:txBody>
          <a:bodyPr wrap="square" lIns="0" rIns="0" tIns="0" bIns="0"/>
          <a:lstStyle/>
          <a:p>
            <a:pPr algn="l"/>
            <a:r>
              <a:rPr sz="1750" b="1">
                <a:solidFill>
                  <a:srgbClr val="0E2A47"/>
                </a:solidFill>
                <a:latin typeface="DM Serif Display"/>
              </a:rPr>
              <a:t>Formulación MLP: Regla de la Cadena y Aceleración Inercial 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7880" y="420624"/>
            <a:ext cx="2286000" cy="256032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EDD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97880" y="43891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1">
                <a:solidFill>
                  <a:srgbClr val="7D542D"/>
                </a:solidFill>
                <a:latin typeface="Karla"/>
              </a:rPr>
              <a:t>02. FORMULACIÓN MATEMÁTICA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188720"/>
            <a:ext cx="2331720" cy="3520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24128" y="1298448"/>
            <a:ext cx="2112264" cy="731520"/>
          </a:xfrm>
          <a:prstGeom prst="roundRect">
            <a:avLst/>
          </a:prstGeom>
          <a:solidFill>
            <a:srgbClr val="F0F5FA"/>
          </a:solidFill>
          <a:ln w="12700">
            <a:solidFill>
              <a:srgbClr val="CD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353312"/>
            <a:ext cx="19659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44169"/>
                </a:solidFill>
                <a:latin typeface="DM Serif Display"/>
              </a:rPr>
              <a:t>σ(z) ∈ [0, 1]</a:t>
            </a:r>
          </a:p>
          <a:p>
            <a:pPr algn="ctr"/>
            <a:r>
              <a:rPr sz="830" b="1">
                <a:solidFill>
                  <a:srgbClr val="435D74"/>
                </a:solidFill>
                <a:latin typeface="Karla"/>
              </a:rPr>
              <a:t>PROPAGACIÓN HACIA ADELANTE</a:t>
            </a:r>
          </a:p>
          <a:p>
            <a:pPr algn="ctr"/>
            <a:r>
              <a:rPr sz="730">
                <a:solidFill>
                  <a:srgbClr val="5F6973"/>
                </a:solidFill>
                <a:latin typeface="Karla"/>
              </a:rPr>
              <a:t>Forward Pass Diferenciable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205740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l">
              <a:spcAft>
                <a:spcPts val="600"/>
              </a:spcAft>
            </a:pPr>
            <a:r>
              <a:rPr sz="780" b="1">
                <a:solidFill>
                  <a:srgbClr val="88664A"/>
                </a:solidFill>
                <a:latin typeface="Karla"/>
              </a:rPr>
              <a:t>▪ </a:t>
            </a:r>
            <a:r>
              <a:rPr sz="880" b="1">
                <a:solidFill>
                  <a:srgbClr val="0E2A47"/>
                </a:solidFill>
                <a:latin typeface="Karla"/>
              </a:rPr>
              <a:t>Combinación Afín: </a:t>
            </a:r>
            <a:r>
              <a:rPr sz="880">
                <a:solidFill>
                  <a:srgbClr val="222222"/>
                </a:solidFill>
                <a:latin typeface="Karla"/>
              </a:rPr>
              <a:t>z_j = Σ w_ji a_i + b_j proyecta las activaciones precedentes de forma matricial.</a:t>
            </a:r>
          </a:p>
          <a:p>
            <a:pPr algn="l">
              <a:spcAft>
                <a:spcPts val="600"/>
              </a:spcAft>
            </a:pPr>
            <a:r>
              <a:rPr sz="780" b="1">
                <a:solidFill>
                  <a:srgbClr val="88664A"/>
                </a:solidFill>
                <a:latin typeface="Karla"/>
              </a:rPr>
              <a:t>▪ </a:t>
            </a:r>
            <a:r>
              <a:rPr sz="880" b="1">
                <a:solidFill>
                  <a:srgbClr val="0E2A47"/>
                </a:solidFill>
                <a:latin typeface="Karla"/>
              </a:rPr>
              <a:t>Sigmoide Logística: </a:t>
            </a:r>
            <a:r>
              <a:rPr sz="880">
                <a:solidFill>
                  <a:srgbClr val="222222"/>
                </a:solidFill>
                <a:latin typeface="Karla"/>
              </a:rPr>
              <a:t>a_j = 1 / (1 + e^(-z_j)) aporta no-linealidad suave con derivada σ'(z) = a(1 - a).</a:t>
            </a:r>
          </a:p>
          <a:p>
            <a:pPr algn="l">
              <a:spcAft>
                <a:spcPts val="400"/>
              </a:spcAft>
            </a:pPr>
            <a:r>
              <a:rPr sz="780" b="1">
                <a:solidFill>
                  <a:srgbClr val="88664A"/>
                </a:solidFill>
                <a:latin typeface="Karla"/>
              </a:rPr>
              <a:t>▪ </a:t>
            </a:r>
            <a:r>
              <a:rPr sz="880" b="1">
                <a:solidFill>
                  <a:srgbClr val="0E2A47"/>
                </a:solidFill>
                <a:latin typeface="Karla"/>
              </a:rPr>
              <a:t>Costo Cuadrático (MSE): </a:t>
            </a:r>
            <a:r>
              <a:rPr sz="880">
                <a:solidFill>
                  <a:srgbClr val="222222"/>
                </a:solidFill>
                <a:latin typeface="Karla"/>
              </a:rPr>
              <a:t>E = ½ Σ_k (y_k - t_k)² define una superficie de error continua y diferenciable.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1188720"/>
            <a:ext cx="2331720" cy="3520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11296" y="1298448"/>
            <a:ext cx="2112264" cy="731520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EDD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1353312"/>
            <a:ext cx="19659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7D542D"/>
                </a:solidFill>
                <a:latin typeface="DM Serif Display"/>
              </a:rPr>
              <a:t>O(N) Lineal</a:t>
            </a:r>
          </a:p>
          <a:p>
            <a:pPr algn="ctr"/>
            <a:r>
              <a:rPr sz="830" b="1">
                <a:solidFill>
                  <a:srgbClr val="435D74"/>
                </a:solidFill>
                <a:latin typeface="Karla"/>
              </a:rPr>
              <a:t>RETROPROPAGACIÓN DEL ERROR</a:t>
            </a:r>
          </a:p>
          <a:p>
            <a:pPr algn="ctr"/>
            <a:r>
              <a:rPr sz="730">
                <a:solidFill>
                  <a:srgbClr val="5F6973"/>
                </a:solidFill>
                <a:latin typeface="Karla"/>
              </a:rPr>
              <a:t>Backward Pass Exacto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148840"/>
            <a:ext cx="205740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l">
              <a:spcAft>
                <a:spcPts val="600"/>
              </a:spcAft>
            </a:pPr>
            <a:r>
              <a:rPr sz="780" b="1">
                <a:solidFill>
                  <a:srgbClr val="88664A"/>
                </a:solidFill>
                <a:latin typeface="Karla"/>
              </a:rPr>
              <a:t>▪ </a:t>
            </a:r>
            <a:r>
              <a:rPr sz="880" b="1">
                <a:solidFill>
                  <a:srgbClr val="435D74"/>
                </a:solidFill>
                <a:latin typeface="Karla"/>
              </a:rPr>
              <a:t>Gradiente en Salida: </a:t>
            </a:r>
            <a:r>
              <a:rPr sz="880">
                <a:solidFill>
                  <a:srgbClr val="222222"/>
                </a:solidFill>
                <a:latin typeface="Karla"/>
              </a:rPr>
              <a:t>δ_k = (y_k - t_k) · y_k(1 - y_k) mide la discrepancia respecto al objetivo.</a:t>
            </a:r>
          </a:p>
          <a:p>
            <a:pPr algn="l">
              <a:spcAft>
                <a:spcPts val="600"/>
              </a:spcAft>
            </a:pPr>
            <a:r>
              <a:rPr sz="780" b="1">
                <a:solidFill>
                  <a:srgbClr val="88664A"/>
                </a:solidFill>
                <a:latin typeface="Karla"/>
              </a:rPr>
              <a:t>▪ </a:t>
            </a:r>
            <a:r>
              <a:rPr sz="880" b="1">
                <a:solidFill>
                  <a:srgbClr val="435D74"/>
                </a:solidFill>
                <a:latin typeface="Karla"/>
              </a:rPr>
              <a:t>Retroceso a Ocultas: </a:t>
            </a:r>
            <a:r>
              <a:rPr sz="880">
                <a:solidFill>
                  <a:srgbClr val="222222"/>
                </a:solidFill>
                <a:latin typeface="Karla"/>
              </a:rPr>
              <a:t>δ_j = [Σ_k w_kj δ_k] · a_j(1 - a_j) transmite la responsabilidad a capas previas.</a:t>
            </a:r>
          </a:p>
          <a:p>
            <a:pPr algn="l">
              <a:spcAft>
                <a:spcPts val="400"/>
              </a:spcAft>
            </a:pPr>
            <a:r>
              <a:rPr sz="780" b="1">
                <a:solidFill>
                  <a:srgbClr val="88664A"/>
                </a:solidFill>
                <a:latin typeface="Karla"/>
              </a:rPr>
              <a:t>▪ </a:t>
            </a:r>
            <a:r>
              <a:rPr sz="880" b="1">
                <a:solidFill>
                  <a:srgbClr val="435D74"/>
                </a:solidFill>
                <a:latin typeface="Karla"/>
              </a:rPr>
              <a:t>Regla de la Cadena: </a:t>
            </a:r>
            <a:r>
              <a:rPr sz="880">
                <a:solidFill>
                  <a:srgbClr val="222222"/>
                </a:solidFill>
                <a:latin typeface="Karla"/>
              </a:rPr>
              <a:t>∂E/∂w_kj = δ_k · a_j permite calcular gradientes exactos en tiempo lineal O(sinapsis).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88736" y="1188720"/>
            <a:ext cx="2331720" cy="3520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98464" y="1298448"/>
            <a:ext cx="2112264" cy="731520"/>
          </a:xfrm>
          <a:prstGeom prst="roundRect">
            <a:avLst/>
          </a:prstGeom>
          <a:solidFill>
            <a:srgbClr val="EEF7F2"/>
          </a:solidFill>
          <a:ln w="12700">
            <a:solidFill>
              <a:srgbClr val="C6E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353312"/>
            <a:ext cx="19659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86638"/>
                </a:solidFill>
                <a:latin typeface="DM Serif Display"/>
              </a:rPr>
              <a:t>+β ΔW(t-1)</a:t>
            </a:r>
          </a:p>
          <a:p>
            <a:pPr algn="ctr"/>
            <a:r>
              <a:rPr sz="830" b="1">
                <a:solidFill>
                  <a:srgbClr val="435D74"/>
                </a:solidFill>
                <a:latin typeface="Karla"/>
              </a:rPr>
              <a:t>ACELERACIÓN INERCIAL</a:t>
            </a:r>
          </a:p>
          <a:p>
            <a:pPr algn="ctr"/>
            <a:r>
              <a:rPr sz="730">
                <a:solidFill>
                  <a:srgbClr val="5F6973"/>
                </a:solidFill>
                <a:latin typeface="Karla"/>
              </a:rPr>
              <a:t>Filtro Pasa-Bajos Dinámico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25896" y="2148840"/>
            <a:ext cx="205740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l">
              <a:spcAft>
                <a:spcPts val="600"/>
              </a:spcAft>
            </a:pPr>
            <a:r>
              <a:rPr sz="780" b="1">
                <a:solidFill>
                  <a:srgbClr val="88664A"/>
                </a:solidFill>
                <a:latin typeface="Karla"/>
              </a:rPr>
              <a:t>▪ </a:t>
            </a:r>
            <a:r>
              <a:rPr sz="880" b="1">
                <a:solidFill>
                  <a:srgbClr val="88664A"/>
                </a:solidFill>
                <a:latin typeface="Karla"/>
              </a:rPr>
              <a:t>Delta Generalizada: </a:t>
            </a:r>
            <a:r>
              <a:rPr sz="880">
                <a:solidFill>
                  <a:srgbClr val="222222"/>
                </a:solidFill>
                <a:latin typeface="Karla"/>
              </a:rPr>
              <a:t>ΔW^(t) = -η ∇E + β ΔW^(t-1) incorpora memoria inercial del paso anterior.</a:t>
            </a:r>
          </a:p>
          <a:p>
            <a:pPr algn="l">
              <a:spcAft>
                <a:spcPts val="600"/>
              </a:spcAft>
            </a:pPr>
            <a:r>
              <a:rPr sz="780" b="1">
                <a:solidFill>
                  <a:srgbClr val="88664A"/>
                </a:solidFill>
                <a:latin typeface="Karla"/>
              </a:rPr>
              <a:t>▪ </a:t>
            </a:r>
            <a:r>
              <a:rPr sz="880" b="1">
                <a:solidFill>
                  <a:srgbClr val="88664A"/>
                </a:solidFill>
                <a:latin typeface="Karla"/>
              </a:rPr>
              <a:t>Filtro de Ruido: </a:t>
            </a:r>
            <a:r>
              <a:rPr sz="880">
                <a:solidFill>
                  <a:srgbClr val="222222"/>
                </a:solidFill>
                <a:latin typeface="Karla"/>
              </a:rPr>
              <a:t>Cancela oscilaciones ortogonales en cañones estrechos promediando gradientes.</a:t>
            </a:r>
          </a:p>
          <a:p>
            <a:pPr algn="l">
              <a:spcAft>
                <a:spcPts val="400"/>
              </a:spcAft>
            </a:pPr>
            <a:r>
              <a:rPr sz="780" b="1">
                <a:solidFill>
                  <a:srgbClr val="88664A"/>
                </a:solidFill>
                <a:latin typeface="Karla"/>
              </a:rPr>
              <a:t>▪ </a:t>
            </a:r>
            <a:r>
              <a:rPr sz="880" b="1">
                <a:solidFill>
                  <a:srgbClr val="88664A"/>
                </a:solidFill>
                <a:latin typeface="Karla"/>
              </a:rPr>
              <a:t>Garantía de Estabilidad: </a:t>
            </a:r>
            <a:r>
              <a:rPr sz="880">
                <a:solidFill>
                  <a:srgbClr val="222222"/>
                </a:solidFill>
                <a:latin typeface="Karla"/>
              </a:rPr>
              <a:t>El factor β en [0.7, 0.9] previene divergencias explosivas cuando η es elevado.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02920"/>
            <a:ext cx="4937760" cy="640080"/>
          </a:xfrm>
        </p:spPr>
        <p:txBody>
          <a:bodyPr wrap="square" lIns="0" rIns="0" tIns="0" bIns="0"/>
          <a:lstStyle/>
          <a:p>
            <a:pPr algn="l"/>
            <a:r>
              <a:rPr sz="1750" b="1">
                <a:solidFill>
                  <a:srgbClr val="0E2A47"/>
                </a:solidFill>
                <a:latin typeface="DM Serif Display"/>
              </a:rPr>
              <a:t>Validación XOR: 100% de Acierto y Aceleración del 87.4% con 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7880" y="420624"/>
            <a:ext cx="2286000" cy="256032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EDD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97880" y="43891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1">
                <a:solidFill>
                  <a:srgbClr val="7D542D"/>
                </a:solidFill>
                <a:latin typeface="Karla"/>
              </a:rPr>
              <a:t>03. EXPERIMENTACIÓN CANÓNICA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188720"/>
            <a:ext cx="4389120" cy="3520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_superficie_3d_eta_b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261872"/>
            <a:ext cx="420624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427939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>
                <a:solidFill>
                  <a:srgbClr val="5F6973"/>
                </a:solidFill>
              </a:defRPr>
            </a:pPr>
            <a:r>
              <a:t>Figura: Superficie empírica de épocas de convergencia en función de tasa η y momento 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1188720"/>
            <a:ext cx="2788920" cy="3520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77840" y="1298448"/>
            <a:ext cx="2514600" cy="749808"/>
          </a:xfrm>
          <a:prstGeom prst="roundRect">
            <a:avLst/>
          </a:prstGeom>
          <a:solidFill>
            <a:srgbClr val="EEF7F2"/>
          </a:solidFill>
          <a:ln w="12700">
            <a:solidFill>
              <a:srgbClr val="C6E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50992" y="1353312"/>
            <a:ext cx="23682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86638"/>
                </a:solidFill>
                <a:latin typeface="DM Serif Display"/>
              </a:rPr>
              <a:t>87.4%</a:t>
            </a:r>
          </a:p>
          <a:p>
            <a:pPr algn="ctr"/>
            <a:r>
              <a:rPr sz="830" b="1">
                <a:solidFill>
                  <a:srgbClr val="435D74"/>
                </a:solidFill>
                <a:latin typeface="Karla"/>
              </a:rPr>
              <a:t>ACELERACIÓN CON MOMENTO</a:t>
            </a:r>
          </a:p>
          <a:p>
            <a:pPr algn="ctr"/>
            <a:r>
              <a:rPr sz="730">
                <a:solidFill>
                  <a:srgbClr val="5F6973"/>
                </a:solidFill>
                <a:latin typeface="Karla"/>
              </a:rPr>
              <a:t>De 621 (β=0.0) a 78 épocas (β=0.9)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2139696"/>
            <a:ext cx="2514600" cy="749808"/>
          </a:xfrm>
          <a:prstGeom prst="roundRect">
            <a:avLst/>
          </a:prstGeom>
          <a:solidFill>
            <a:srgbClr val="F0F5FA"/>
          </a:solidFill>
          <a:ln w="12700">
            <a:solidFill>
              <a:srgbClr val="CD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50992" y="2194560"/>
            <a:ext cx="23682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44169"/>
                </a:solidFill>
                <a:latin typeface="DM Serif Display"/>
              </a:rPr>
              <a:t>100.0%</a:t>
            </a:r>
          </a:p>
          <a:p>
            <a:pPr algn="ctr"/>
            <a:r>
              <a:rPr sz="830" b="1">
                <a:solidFill>
                  <a:srgbClr val="435D74"/>
                </a:solidFill>
                <a:latin typeface="Karla"/>
              </a:rPr>
              <a:t>EXACTITUD XOR-2 Y XOR-3</a:t>
            </a:r>
          </a:p>
          <a:p>
            <a:pPr algn="ctr"/>
            <a:r>
              <a:rPr sz="730">
                <a:solidFill>
                  <a:srgbClr val="5F6973"/>
                </a:solidFill>
                <a:latin typeface="Karla"/>
              </a:rPr>
              <a:t>Convergencia global sin estancamiento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980944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l">
              <a:spcAft>
                <a:spcPts val="400"/>
              </a:spcAft>
            </a:pPr>
            <a:r>
              <a:rPr sz="750" b="1">
                <a:solidFill>
                  <a:srgbClr val="88664A"/>
                </a:solidFill>
                <a:latin typeface="Karla"/>
              </a:rPr>
              <a:t>▪ </a:t>
            </a:r>
            <a:r>
              <a:rPr sz="850" b="1">
                <a:solidFill>
                  <a:srgbClr val="0E2A47"/>
                </a:solidFill>
                <a:latin typeface="Karla"/>
              </a:rPr>
              <a:t>Óptimo Global: </a:t>
            </a:r>
            <a:r>
              <a:rPr sz="850">
                <a:solidFill>
                  <a:srgbClr val="222222"/>
                </a:solidFill>
                <a:latin typeface="Karla"/>
              </a:rPr>
              <a:t>η = 0.50 y β = 0.90 minimizan las épocas con MSE final &lt; 10⁻⁴.</a:t>
            </a:r>
          </a:p>
          <a:p>
            <a:pPr algn="l">
              <a:spcAft>
                <a:spcPts val="400"/>
              </a:spcAft>
            </a:pPr>
            <a:r>
              <a:rPr sz="750" b="1">
                <a:solidFill>
                  <a:srgbClr val="88664A"/>
                </a:solidFill>
                <a:latin typeface="Karla"/>
              </a:rPr>
              <a:t>▪ </a:t>
            </a:r>
            <a:r>
              <a:rPr sz="850" b="1">
                <a:solidFill>
                  <a:srgbClr val="0E2A47"/>
                </a:solidFill>
                <a:latin typeface="Karla"/>
              </a:rPr>
              <a:t>Estabilidad Numérica: </a:t>
            </a:r>
            <a:r>
              <a:rPr sz="850">
                <a:solidFill>
                  <a:srgbClr val="222222"/>
                </a:solidFill>
                <a:latin typeface="Karla"/>
              </a:rPr>
              <a:t>Para η &gt; 1.2 sin momento hay oscilaciones; β estabiliza la trayectoria.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4069080"/>
            <a:ext cx="2514600" cy="548640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EDD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50992" y="4096512"/>
            <a:ext cx="2377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00" b="1">
                <a:solidFill>
                  <a:srgbClr val="7D542D"/>
                </a:solidFill>
              </a:defRPr>
            </a:pPr>
            <a:r>
              <a:t>✓ El momento inercial β provee casi 1 orden de magnitud de ahorro computacional.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02920"/>
            <a:ext cx="4937760" cy="640080"/>
          </a:xfrm>
        </p:spPr>
        <p:txBody>
          <a:bodyPr wrap="square" lIns="0" rIns="0" tIns="0" bIns="0"/>
          <a:lstStyle/>
          <a:p>
            <a:pPr algn="l"/>
            <a:r>
              <a:rPr sz="1750" b="1">
                <a:solidFill>
                  <a:srgbClr val="0E2A47"/>
                </a:solidFill>
                <a:latin typeface="DM Serif Display"/>
              </a:rPr>
              <a:t>Espacio Latente: Desenredo Topológico de Variedades No Lineales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7880" y="420624"/>
            <a:ext cx="2286000" cy="256032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EDD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97880" y="43891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1">
                <a:solidFill>
                  <a:srgbClr val="7D542D"/>
                </a:solidFill>
                <a:latin typeface="Karla"/>
              </a:rPr>
              <a:t>04. INTERPRETACIÓN GEOMÉTRICA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188720"/>
            <a:ext cx="4663440" cy="3520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_fronteras_decision_espacio_entrada_y_lat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261872"/>
            <a:ext cx="44805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427939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>
                <a:solidFill>
                  <a:srgbClr val="5F6973"/>
                </a:solidFill>
              </a:defRPr>
            </a:pPr>
            <a:r>
              <a:t>Figura: Frontera no lineal en espacio de entrada ℝ² vs. Desdoblamiento lineal en espacio latente 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1188720"/>
            <a:ext cx="2514600" cy="3520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33872" y="1298448"/>
            <a:ext cx="2286000" cy="749808"/>
          </a:xfrm>
          <a:prstGeom prst="roundRect">
            <a:avLst/>
          </a:prstGeom>
          <a:solidFill>
            <a:srgbClr val="F0F5FA"/>
          </a:solidFill>
          <a:ln w="12700">
            <a:solidFill>
              <a:srgbClr val="CD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07024" y="1353312"/>
            <a:ext cx="21396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44169"/>
                </a:solidFill>
                <a:latin typeface="DM Serif Display"/>
              </a:rPr>
              <a:t>Φ: ℝ² → [0, 1]²</a:t>
            </a:r>
          </a:p>
          <a:p>
            <a:pPr algn="ctr"/>
            <a:r>
              <a:rPr sz="830" b="1">
                <a:solidFill>
                  <a:srgbClr val="435D74"/>
                </a:solidFill>
                <a:latin typeface="Karla"/>
              </a:rPr>
              <a:t>PROYECCIÓN LATENTE</a:t>
            </a:r>
          </a:p>
          <a:p>
            <a:pPr algn="ctr"/>
            <a:r>
              <a:rPr sz="730">
                <a:solidFill>
                  <a:srgbClr val="5F6973"/>
                </a:solidFill>
                <a:latin typeface="Karla"/>
              </a:rPr>
              <a:t>Deformación Continua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2139696"/>
            <a:ext cx="22860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l">
              <a:spcAft>
                <a:spcPts val="400"/>
              </a:spcAft>
            </a:pPr>
            <a:r>
              <a:rPr sz="750" b="1">
                <a:solidFill>
                  <a:srgbClr val="88664A"/>
                </a:solidFill>
                <a:latin typeface="Karla"/>
              </a:rPr>
              <a:t>▪ </a:t>
            </a:r>
            <a:r>
              <a:rPr sz="850" b="1">
                <a:solidFill>
                  <a:srgbClr val="0E2A47"/>
                </a:solidFill>
                <a:latin typeface="Karla"/>
              </a:rPr>
              <a:t>Colapso Coordenado: </a:t>
            </a:r>
            <a:r>
              <a:rPr sz="850">
                <a:solidFill>
                  <a:srgbClr val="222222"/>
                </a:solidFill>
                <a:latin typeface="Karla"/>
              </a:rPr>
              <a:t>(0,0) y (1,1) se proyectan agrupados; (0,1) y (1,0) quedan en el extremo opuesto.</a:t>
            </a:r>
          </a:p>
          <a:p>
            <a:pPr algn="l">
              <a:spcAft>
                <a:spcPts val="400"/>
              </a:spcAft>
            </a:pPr>
            <a:r>
              <a:rPr sz="750" b="1">
                <a:solidFill>
                  <a:srgbClr val="88664A"/>
                </a:solidFill>
                <a:latin typeface="Karla"/>
              </a:rPr>
              <a:t>▪ </a:t>
            </a:r>
            <a:r>
              <a:rPr sz="850" b="1">
                <a:solidFill>
                  <a:srgbClr val="0E2A47"/>
                </a:solidFill>
                <a:latin typeface="Karla"/>
              </a:rPr>
              <a:t>Separación Trivial: </a:t>
            </a:r>
            <a:r>
              <a:rPr sz="850">
                <a:solidFill>
                  <a:srgbClr val="222222"/>
                </a:solidFill>
                <a:latin typeface="Karla"/>
              </a:rPr>
              <a:t>En el espacio latente ℋ, una recta w_h₁ h₁ + w_h₂ h₂ + b = 0 clasifica al 100%.</a:t>
            </a:r>
          </a:p>
          <a:p>
            <a:pPr algn="l">
              <a:spcAft>
                <a:spcPts val="400"/>
              </a:spcAft>
            </a:pPr>
            <a:r>
              <a:rPr sz="750" b="1">
                <a:solidFill>
                  <a:srgbClr val="88664A"/>
                </a:solidFill>
                <a:latin typeface="Karla"/>
              </a:rPr>
              <a:t>▪ </a:t>
            </a:r>
            <a:r>
              <a:rPr sz="850" b="1">
                <a:solidFill>
                  <a:srgbClr val="0E2A47"/>
                </a:solidFill>
                <a:latin typeface="Karla"/>
              </a:rPr>
              <a:t>Resolución Teórica: </a:t>
            </a:r>
            <a:r>
              <a:rPr sz="850">
                <a:solidFill>
                  <a:srgbClr val="222222"/>
                </a:solidFill>
                <a:latin typeface="Karla"/>
              </a:rPr>
              <a:t>Lo no lineal en ℝ² se torna elementalmente lineal tras la transformación oculta.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33872" y="3913632"/>
            <a:ext cx="2286000" cy="685800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EDD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97880" y="3959352"/>
            <a:ext cx="21488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19" b="1">
                <a:solidFill>
                  <a:srgbClr val="7D542D"/>
                </a:solidFill>
              </a:defRPr>
            </a:pPr>
            <a:r>
              <a:t>★ Las capas ocultas aprenden representaciones donde el problema es separable.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02920"/>
            <a:ext cx="4937760" cy="640080"/>
          </a:xfrm>
        </p:spPr>
        <p:txBody>
          <a:bodyPr wrap="square" lIns="0" rIns="0" tIns="0" bIns="0"/>
          <a:lstStyle/>
          <a:p>
            <a:pPr algn="l"/>
            <a:r>
              <a:rPr sz="1750" b="1">
                <a:solidFill>
                  <a:srgbClr val="0E2A47"/>
                </a:solidFill>
                <a:latin typeface="DM Serif Display"/>
              </a:rPr>
              <a:t>Fisher's Iris: 93.3% de Exactitud y Desarticulación de Solapamiento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7880" y="420624"/>
            <a:ext cx="2286000" cy="256032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EDD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97880" y="43891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1">
                <a:solidFill>
                  <a:srgbClr val="7D542D"/>
                </a:solidFill>
                <a:latin typeface="Karla"/>
              </a:rPr>
              <a:t>05. GENERALIZACIÓN MULTICLASE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188720"/>
            <a:ext cx="4663440" cy="3520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ris_matriz_confusion_mejor_mode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261872"/>
            <a:ext cx="44805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427939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>
                <a:solidFill>
                  <a:srgbClr val="5F6973"/>
                </a:solidFill>
              </a:defRPr>
            </a:pPr>
            <a:r>
              <a:t>Figura: Matriz de confusión en conjunto de prueba independiente (N=45) para CONF-08.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1188720"/>
            <a:ext cx="2514600" cy="3520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33872" y="1298448"/>
            <a:ext cx="2286000" cy="749808"/>
          </a:xfrm>
          <a:prstGeom prst="roundRect">
            <a:avLst/>
          </a:prstGeom>
          <a:solidFill>
            <a:srgbClr val="EEF7F2"/>
          </a:solidFill>
          <a:ln w="12700">
            <a:solidFill>
              <a:srgbClr val="C6E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07024" y="1353312"/>
            <a:ext cx="21396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86638"/>
                </a:solidFill>
                <a:latin typeface="DM Serif Display"/>
              </a:rPr>
              <a:t>93.33%</a:t>
            </a:r>
          </a:p>
          <a:p>
            <a:pPr algn="ctr"/>
            <a:r>
              <a:rPr sz="830" b="1">
                <a:solidFill>
                  <a:srgbClr val="435D74"/>
                </a:solidFill>
                <a:latin typeface="Karla"/>
              </a:rPr>
              <a:t>EXACTITUD EN TEST</a:t>
            </a:r>
          </a:p>
          <a:p>
            <a:pPr algn="ctr"/>
            <a:r>
              <a:rPr sz="730">
                <a:solidFill>
                  <a:srgbClr val="5F6973"/>
                </a:solidFill>
                <a:latin typeface="Karla"/>
              </a:rPr>
              <a:t>F₁-Score Macro: 0.9327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33872" y="2139696"/>
            <a:ext cx="2286000" cy="749808"/>
          </a:xfrm>
          <a:prstGeom prst="roundRect">
            <a:avLst/>
          </a:prstGeom>
          <a:solidFill>
            <a:srgbClr val="F0F5FA"/>
          </a:solidFill>
          <a:ln w="12700">
            <a:solidFill>
              <a:srgbClr val="CD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7024" y="2194560"/>
            <a:ext cx="21396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44169"/>
                </a:solidFill>
                <a:latin typeface="DM Serif Display"/>
              </a:rPr>
              <a:t>100.0%</a:t>
            </a:r>
          </a:p>
          <a:p>
            <a:pPr algn="ctr"/>
            <a:r>
              <a:rPr sz="830" b="1">
                <a:solidFill>
                  <a:srgbClr val="435D74"/>
                </a:solidFill>
                <a:latin typeface="Karla"/>
              </a:rPr>
              <a:t>SETOSA &amp; VERSICOLOR</a:t>
            </a:r>
          </a:p>
          <a:p>
            <a:pPr algn="ctr"/>
            <a:r>
              <a:rPr sz="730">
                <a:solidFill>
                  <a:srgbClr val="5F6973"/>
                </a:solidFill>
                <a:latin typeface="Karla"/>
              </a:rPr>
              <a:t>15/15 aciertos exactos por clase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33872" y="2980944"/>
            <a:ext cx="22860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l">
              <a:spcAft>
                <a:spcPts val="400"/>
              </a:spcAft>
            </a:pPr>
            <a:r>
              <a:rPr sz="750" b="1">
                <a:solidFill>
                  <a:srgbClr val="88664A"/>
                </a:solidFill>
                <a:latin typeface="Karla"/>
              </a:rPr>
              <a:t>▪ </a:t>
            </a:r>
            <a:r>
              <a:rPr sz="850" b="1">
                <a:solidFill>
                  <a:srgbClr val="0E2A47"/>
                </a:solidFill>
                <a:latin typeface="Karla"/>
              </a:rPr>
              <a:t>Topología: </a:t>
            </a:r>
            <a:r>
              <a:rPr sz="850">
                <a:solidFill>
                  <a:srgbClr val="222222"/>
                </a:solidFill>
                <a:latin typeface="Karla"/>
              </a:rPr>
              <a:t>Red profunda [4, 8, 4, 3] con One-Hot y η = 0.10.</a:t>
            </a:r>
          </a:p>
          <a:p>
            <a:pPr algn="l">
              <a:spcAft>
                <a:spcPts val="400"/>
              </a:spcAft>
            </a:pPr>
            <a:r>
              <a:rPr sz="750" b="1">
                <a:solidFill>
                  <a:srgbClr val="88664A"/>
                </a:solidFill>
                <a:latin typeface="Karla"/>
              </a:rPr>
              <a:t>▪ </a:t>
            </a:r>
            <a:r>
              <a:rPr sz="850" b="1">
                <a:solidFill>
                  <a:srgbClr val="0E2A47"/>
                </a:solidFill>
                <a:latin typeface="Karla"/>
              </a:rPr>
              <a:t>Virginica: </a:t>
            </a:r>
            <a:r>
              <a:rPr sz="850">
                <a:solidFill>
                  <a:srgbClr val="222222"/>
                </a:solidFill>
                <a:latin typeface="Karla"/>
              </a:rPr>
              <a:t>12/15 aciertos (80%); 3 errores explicados por traslape morfológico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33872" y="3931920"/>
            <a:ext cx="2286000" cy="658368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3968496"/>
            <a:ext cx="214884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80">
                <a:solidFill>
                  <a:srgbClr val="0E2A47"/>
                </a:solidFill>
              </a:defRPr>
            </a:pPr>
            <a:r>
              <a:t>✓ Las fronteras curvas del MLP desarticulan el solapamiento que colapsaba a los clasificadores lineales.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02920"/>
            <a:ext cx="4937760" cy="640080"/>
          </a:xfrm>
        </p:spPr>
        <p:txBody>
          <a:bodyPr wrap="square" lIns="0" rIns="0" tIns="0" bIns="0"/>
          <a:lstStyle/>
          <a:p>
            <a:pPr algn="l"/>
            <a:r>
              <a:rPr sz="1750" b="1">
                <a:solidFill>
                  <a:srgbClr val="0E2A47"/>
                </a:solidFill>
                <a:latin typeface="DM Serif Display"/>
              </a:rPr>
              <a:t>Robustez Empírica: Desempeño Resiliente en 4 Datasets Reales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7880" y="420624"/>
            <a:ext cx="2286000" cy="256032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EDD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97880" y="43891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1">
                <a:solidFill>
                  <a:srgbClr val="7D542D"/>
                </a:solidFill>
                <a:latin typeface="Karla"/>
              </a:rPr>
              <a:t>06. ROBUSTEZ Y BENCHMARKS REALES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188720"/>
            <a:ext cx="4663440" cy="3520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rticiones_comparativa_global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261872"/>
            <a:ext cx="44805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427939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>
                <a:solidFill>
                  <a:srgbClr val="5F6973"/>
                </a:solidFill>
              </a:defRPr>
            </a:pPr>
            <a:r>
              <a:t>Figura: Exactitud de generalización a través de 4 particiones estratificadas (60-40 a 90-10).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1188720"/>
            <a:ext cx="2514600" cy="3520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33872" y="1298448"/>
            <a:ext cx="2286000" cy="658368"/>
          </a:xfrm>
          <a:prstGeom prst="roundRect">
            <a:avLst/>
          </a:prstGeom>
          <a:solidFill>
            <a:srgbClr val="EEF7F2"/>
          </a:solidFill>
          <a:ln w="12700">
            <a:solidFill>
              <a:srgbClr val="C6E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07024" y="1353312"/>
            <a:ext cx="213969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86638"/>
                </a:solidFill>
                <a:latin typeface="DM Serif Display"/>
              </a:rPr>
              <a:t>100.0%</a:t>
            </a:r>
          </a:p>
          <a:p>
            <a:pPr algn="ctr"/>
            <a:r>
              <a:rPr sz="830" b="1">
                <a:solidFill>
                  <a:srgbClr val="435D74"/>
                </a:solidFill>
                <a:latin typeface="Karla"/>
              </a:rPr>
              <a:t>BANKNOTE &amp; WINE</a:t>
            </a:r>
          </a:p>
          <a:p>
            <a:pPr algn="ctr"/>
            <a:r>
              <a:rPr sz="730">
                <a:solidFill>
                  <a:srgbClr val="5F6973"/>
                </a:solidFill>
                <a:latin typeface="Karla"/>
              </a:rPr>
              <a:t>Partición canónica 80-20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33872" y="2048256"/>
            <a:ext cx="2286000" cy="658368"/>
          </a:xfrm>
          <a:prstGeom prst="roundRect">
            <a:avLst/>
          </a:prstGeom>
          <a:solidFill>
            <a:srgbClr val="F0F5FA"/>
          </a:solidFill>
          <a:ln w="12700">
            <a:solidFill>
              <a:srgbClr val="CD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7024" y="2103120"/>
            <a:ext cx="213969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44169"/>
                </a:solidFill>
                <a:latin typeface="DM Serif Display"/>
              </a:rPr>
              <a:t>98.25%</a:t>
            </a:r>
          </a:p>
          <a:p>
            <a:pPr algn="ctr"/>
            <a:r>
              <a:rPr sz="830" b="1">
                <a:solidFill>
                  <a:srgbClr val="435D74"/>
                </a:solidFill>
                <a:latin typeface="Karla"/>
              </a:rPr>
              <a:t>BREAST CANCER</a:t>
            </a:r>
          </a:p>
          <a:p>
            <a:pPr algn="ctr"/>
            <a:r>
              <a:rPr sz="730">
                <a:solidFill>
                  <a:srgbClr val="5F6973"/>
                </a:solidFill>
                <a:latin typeface="Karla"/>
              </a:rPr>
              <a:t>F₁ = 0.9859 (Mínimo falso negativo)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33872" y="2816352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l">
              <a:spcAft>
                <a:spcPts val="400"/>
              </a:spcAft>
            </a:pPr>
            <a:r>
              <a:rPr sz="750" b="1">
                <a:solidFill>
                  <a:srgbClr val="88664A"/>
                </a:solidFill>
                <a:latin typeface="Karla"/>
              </a:rPr>
              <a:t>▪ </a:t>
            </a:r>
            <a:r>
              <a:rPr sz="850" b="1">
                <a:solidFill>
                  <a:srgbClr val="0E2A47"/>
                </a:solidFill>
                <a:latin typeface="Karla"/>
              </a:rPr>
              <a:t>Cero Data Leakage: </a:t>
            </a:r>
            <a:r>
              <a:rPr sz="850">
                <a:solidFill>
                  <a:srgbClr val="222222"/>
                </a:solidFill>
                <a:latin typeface="Karla"/>
              </a:rPr>
              <a:t>Normalización z-score calculada únicamente sobre entrenamiento en cada split.</a:t>
            </a:r>
          </a:p>
          <a:p>
            <a:pPr algn="l">
              <a:spcAft>
                <a:spcPts val="400"/>
              </a:spcAft>
            </a:pPr>
            <a:r>
              <a:rPr sz="750" b="1">
                <a:solidFill>
                  <a:srgbClr val="88664A"/>
                </a:solidFill>
                <a:latin typeface="Karla"/>
              </a:rPr>
              <a:t>▪ </a:t>
            </a:r>
            <a:r>
              <a:rPr sz="850" b="1">
                <a:solidFill>
                  <a:srgbClr val="0E2A47"/>
                </a:solidFill>
                <a:latin typeface="Karla"/>
              </a:rPr>
              <a:t>Invarianza de Split: </a:t>
            </a:r>
            <a:r>
              <a:rPr sz="850">
                <a:solidFill>
                  <a:srgbClr val="222222"/>
                </a:solidFill>
                <a:latin typeface="Karla"/>
              </a:rPr>
              <a:t>Las oscilaciones entre splits 60-40 y 90-10 no superan el 1.5% de varianza.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33872" y="3931920"/>
            <a:ext cx="2286000" cy="658368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EDD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3968496"/>
            <a:ext cx="214884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80" b="1">
                <a:solidFill>
                  <a:srgbClr val="7D542D"/>
                </a:solidFill>
              </a:defRPr>
            </a:pPr>
            <a:r>
              <a:t>★ El MLP supera en +14.2% de F₁-Score a los clasificadores monocapa del Taller 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02920"/>
            <a:ext cx="4937760" cy="640080"/>
          </a:xfrm>
        </p:spPr>
        <p:txBody>
          <a:bodyPr wrap="square" lIns="0" rIns="0" tIns="0" bIns="0"/>
          <a:lstStyle/>
          <a:p>
            <a:pPr algn="l"/>
            <a:r>
              <a:rPr sz="1750" b="1">
                <a:solidFill>
                  <a:srgbClr val="0E2A47"/>
                </a:solidFill>
                <a:latin typeface="DM Serif Display"/>
              </a:rPr>
              <a:t>Sobreajuste: Desacople de Varianza y Memorización de Ruido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7880" y="420624"/>
            <a:ext cx="2286000" cy="256032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EDD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97880" y="43891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1">
                <a:solidFill>
                  <a:srgbClr val="7D542D"/>
                </a:solidFill>
                <a:latin typeface="Karla"/>
              </a:rPr>
              <a:t>07. ANÁLISIS DE COMPLEJIDAD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188720"/>
            <a:ext cx="4663440" cy="3520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verfitting_curvas_aprendizaje_early_sto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261872"/>
            <a:ext cx="44805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427939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>
                <a:solidFill>
                  <a:srgbClr val="5F6973"/>
                </a:solidFill>
              </a:defRPr>
            </a:pPr>
            <a:r>
              <a:t>Figura: Dinámica de error en red sobreparametrizada [30, 64, 32, 1] (4097 parámetros vs 284 muestras).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1188720"/>
            <a:ext cx="2514600" cy="3520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33872" y="1261872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2A47"/>
                </a:solidFill>
                <a:latin typeface="DM Serif Display"/>
              </a:defRPr>
            </a:pPr>
            <a:r>
              <a:t>DINÁMICA DE 4 FASES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33872" y="1572768"/>
            <a:ext cx="2286000" cy="548640"/>
          </a:xfrm>
          <a:prstGeom prst="round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88736" y="1609344"/>
            <a:ext cx="217627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00" b="1">
                <a:solidFill>
                  <a:srgbClr val="435D74"/>
                </a:solidFill>
                <a:latin typeface="Karla"/>
              </a:defRPr>
            </a:pPr>
            <a:r>
              <a:t>Fase I: Subajuste</a:t>
            </a:r>
          </a:p>
          <a:p>
            <a:pPr>
              <a:defRPr sz="720">
                <a:solidFill>
                  <a:srgbClr val="222222"/>
                </a:solidFill>
                <a:latin typeface="Karla"/>
              </a:defRPr>
            </a:pPr>
            <a:r>
              <a:t>Épocas 1–25: Alto sesgo, descenso paralelo de E_train y E_val.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33872" y="2167128"/>
            <a:ext cx="2286000" cy="548640"/>
          </a:xfrm>
          <a:prstGeom prst="roundRect">
            <a:avLst/>
          </a:prstGeom>
          <a:solidFill>
            <a:srgbClr val="EE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88736" y="2203704"/>
            <a:ext cx="217627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00" b="1">
                <a:solidFill>
                  <a:srgbClr val="186638"/>
                </a:solidFill>
                <a:latin typeface="Karla"/>
              </a:defRPr>
            </a:pPr>
            <a:r>
              <a:t>Fase II: Óptimo Global</a:t>
            </a:r>
          </a:p>
          <a:p>
            <a:pPr>
              <a:defRPr sz="720">
                <a:solidFill>
                  <a:srgbClr val="222222"/>
                </a:solidFill>
                <a:latin typeface="Karla"/>
              </a:defRPr>
            </a:pPr>
            <a:r>
              <a:t>Épocas 25–45: Mínimo de validación (E_val* = 0.0127 en ép. 24).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33872" y="2761488"/>
            <a:ext cx="2286000" cy="548640"/>
          </a:xfrm>
          <a:prstGeom prst="roundRect">
            <a:avLst/>
          </a:prstGeom>
          <a:solidFill>
            <a:srgbClr val="FC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88736" y="2798064"/>
            <a:ext cx="217627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00" b="1">
                <a:solidFill>
                  <a:srgbClr val="7D542D"/>
                </a:solidFill>
                <a:latin typeface="Karla"/>
              </a:defRPr>
            </a:pPr>
            <a:r>
              <a:t>Fase III: Desacople</a:t>
            </a:r>
          </a:p>
          <a:p>
            <a:pPr>
              <a:defRPr sz="720">
                <a:solidFill>
                  <a:srgbClr val="222222"/>
                </a:solidFill>
                <a:latin typeface="Karla"/>
              </a:defRPr>
            </a:pPr>
            <a:r>
              <a:t>Épocas 45–100: Estancamiento de E_val mientras E_train decrece.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33872" y="3355848"/>
            <a:ext cx="2286000" cy="548640"/>
          </a:xfrm>
          <a:prstGeom prst="roundRect">
            <a:avLst/>
          </a:prstGeom>
          <a:solidFill>
            <a:srgbClr val="FD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88736" y="3392424"/>
            <a:ext cx="217627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00" b="1">
                <a:solidFill>
                  <a:srgbClr val="9B2222"/>
                </a:solidFill>
                <a:latin typeface="Karla"/>
              </a:defRPr>
            </a:pPr>
            <a:r>
              <a:t>Fase IV: Memorización</a:t>
            </a:r>
          </a:p>
          <a:p>
            <a:pPr>
              <a:defRPr sz="720">
                <a:solidFill>
                  <a:srgbClr val="222222"/>
                </a:solidFill>
                <a:latin typeface="Karla"/>
              </a:defRPr>
            </a:pPr>
            <a:r>
              <a:t>Épocas 100–1000: E_train→0 y E_val asciende patológicamente.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33872" y="3977639"/>
            <a:ext cx="2286000" cy="621792"/>
          </a:xfrm>
          <a:prstGeom prst="roundRect">
            <a:avLst/>
          </a:prstGeom>
          <a:solidFill>
            <a:srgbClr val="FDF4F4"/>
          </a:solidFill>
          <a:ln w="12700">
            <a:solidFill>
              <a:srgbClr val="F4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97880" y="4005072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80" b="1">
                <a:solidFill>
                  <a:srgbClr val="9B2222"/>
                </a:solidFill>
              </a:defRPr>
            </a:pPr>
            <a:r>
              <a:t>Ratio: 14.4 parámetros por muestra → memorización espuria de ruido estocástico.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02920"/>
            <a:ext cx="4937760" cy="640080"/>
          </a:xfrm>
        </p:spPr>
        <p:txBody>
          <a:bodyPr wrap="square" lIns="0" rIns="0" tIns="0" bIns="0"/>
          <a:lstStyle/>
          <a:p>
            <a:pPr algn="l"/>
            <a:r>
              <a:rPr sz="1750" b="1">
                <a:solidFill>
                  <a:srgbClr val="0E2A47"/>
                </a:solidFill>
                <a:latin typeface="DM Serif Display"/>
              </a:rPr>
              <a:t>Early Stopping: -16.7% en Error de Prueba y 95.7% de Ahorro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7880" y="420624"/>
            <a:ext cx="2286000" cy="256032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EDD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97880" y="43891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1">
                <a:solidFill>
                  <a:srgbClr val="7D542D"/>
                </a:solidFill>
                <a:latin typeface="Karla"/>
              </a:rPr>
              <a:t>08. MECANISMO DE 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188720"/>
            <a:ext cx="4663440" cy="3520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verfitting_comparativa_gener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261872"/>
            <a:ext cx="44805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427939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>
                <a:solidFill>
                  <a:srgbClr val="5F6973"/>
                </a:solidFill>
              </a:defRPr>
            </a:pPr>
            <a:r>
              <a:t>Figura: Comparativa de error de test y brecha de generalización: Sin Regularizar vs. Con Early Stopping.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1188720"/>
            <a:ext cx="2514600" cy="3520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33872" y="1298448"/>
            <a:ext cx="2286000" cy="640080"/>
          </a:xfrm>
          <a:prstGeom prst="roundRect">
            <a:avLst/>
          </a:prstGeom>
          <a:solidFill>
            <a:srgbClr val="EEF7F2"/>
          </a:solidFill>
          <a:ln w="12700">
            <a:solidFill>
              <a:srgbClr val="C6E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07024" y="1353312"/>
            <a:ext cx="21396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86638"/>
                </a:solidFill>
                <a:latin typeface="DM Serif Display"/>
              </a:rPr>
              <a:t>-16.65%</a:t>
            </a:r>
          </a:p>
          <a:p>
            <a:pPr algn="ctr"/>
            <a:r>
              <a:rPr sz="830" b="1">
                <a:solidFill>
                  <a:srgbClr val="435D74"/>
                </a:solidFill>
                <a:latin typeface="Karla"/>
              </a:rPr>
              <a:t>REDUCCIÓN DE ERROR EN TEST</a:t>
            </a:r>
          </a:p>
          <a:p>
            <a:pPr algn="ctr"/>
            <a:r>
              <a:rPr sz="730">
                <a:solidFill>
                  <a:srgbClr val="5F6973"/>
                </a:solidFill>
                <a:latin typeface="Karla"/>
              </a:rPr>
              <a:t>0.0435 → 0.0362 (checkpoint óptimo)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33872" y="2029968"/>
            <a:ext cx="2286000" cy="640080"/>
          </a:xfrm>
          <a:prstGeom prst="roundRect">
            <a:avLst/>
          </a:prstGeom>
          <a:solidFill>
            <a:srgbClr val="F0F5FA"/>
          </a:solidFill>
          <a:ln w="12700">
            <a:solidFill>
              <a:srgbClr val="CD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7024" y="2084832"/>
            <a:ext cx="21396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44169"/>
                </a:solidFill>
                <a:latin typeface="DM Serif Display"/>
              </a:rPr>
              <a:t>-37.23%</a:t>
            </a:r>
          </a:p>
          <a:p>
            <a:pPr algn="ctr"/>
            <a:r>
              <a:rPr sz="830" b="1">
                <a:solidFill>
                  <a:srgbClr val="435D74"/>
                </a:solidFill>
                <a:latin typeface="Karla"/>
              </a:rPr>
              <a:t>COMPRESIÓN DE BRECHA</a:t>
            </a:r>
          </a:p>
          <a:p>
            <a:pPr algn="ctr"/>
            <a:r>
              <a:rPr sz="730">
                <a:solidFill>
                  <a:srgbClr val="5F6973"/>
                </a:solidFill>
                <a:latin typeface="Karla"/>
              </a:rPr>
              <a:t>|E_val - E_train|: 0.0401 → 0.0252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33872" y="2761488"/>
            <a:ext cx="2286000" cy="640080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EDD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07024" y="2816352"/>
            <a:ext cx="21396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7D542D"/>
                </a:solidFill>
                <a:latin typeface="DM Serif Display"/>
              </a:rPr>
              <a:t>95.73%</a:t>
            </a:r>
          </a:p>
          <a:p>
            <a:pPr algn="ctr"/>
            <a:r>
              <a:rPr sz="830" b="1">
                <a:solidFill>
                  <a:srgbClr val="435D74"/>
                </a:solidFill>
                <a:latin typeface="Karla"/>
              </a:rPr>
              <a:t>AHORRO COMPUTACIONAL</a:t>
            </a:r>
          </a:p>
          <a:p>
            <a:pPr algn="ctr"/>
            <a:r>
              <a:rPr sz="730">
                <a:solidFill>
                  <a:srgbClr val="5F6973"/>
                </a:solidFill>
                <a:latin typeface="Karla"/>
              </a:rPr>
              <a:t>Parada en época 43 en vez de 1000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33872" y="3520440"/>
            <a:ext cx="2286000" cy="1051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97880" y="3566160"/>
            <a:ext cx="21488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780" b="1">
                <a:solidFill>
                  <a:srgbClr val="0E2A47"/>
                </a:solidFill>
              </a:defRPr>
            </a:pPr>
            <a:r>
              <a:t>★ EQUIVALENCIA L₂ (WEIGHT DECAY)</a:t>
            </a:r>
          </a:p>
          <a:p>
            <a:pPr>
              <a:defRPr sz="720">
                <a:solidFill>
                  <a:srgbClr val="222222"/>
                </a:solidFill>
              </a:defRPr>
            </a:pPr>
            <a:r>
              <a:t>La parada temprana actúa matemáticamente como una penalización espectral de norma ||W||₂, restringiendo el espacio de hipótesis sin costo computacional adicional.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02920"/>
            <a:ext cx="4937760" cy="640080"/>
          </a:xfrm>
        </p:spPr>
        <p:txBody>
          <a:bodyPr wrap="square" lIns="0" rIns="0" tIns="0" bIns="0"/>
          <a:lstStyle/>
          <a:p>
            <a:pPr algn="l"/>
            <a:r>
              <a:rPr sz="1750" b="1">
                <a:solidFill>
                  <a:srgbClr val="0E2A47"/>
                </a:solidFill>
                <a:latin typeface="DM Serif Display"/>
              </a:rPr>
              <a:t>Evolución Paradigmática: Del Perceptrón Monocapa al MLP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7880" y="420624"/>
            <a:ext cx="2286000" cy="256032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EDD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97880" y="43891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1">
                <a:solidFill>
                  <a:srgbClr val="7D542D"/>
                </a:solidFill>
                <a:latin typeface="Karla"/>
              </a:rPr>
              <a:t>09. SÍNTESIS PARADIGMÁTICA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234440"/>
          <a:ext cx="7315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828800"/>
                <a:gridCol w="1828800"/>
                <a:gridCol w="201168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Karla"/>
                        </a:defRPr>
                      </a:pPr>
                      <a:r>
                        <a:t>Criterio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Karla"/>
                        </a:defRPr>
                      </a:pPr>
                      <a:r>
                        <a:t>Perceptrón Simple (1958)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Karla"/>
                        </a:defRPr>
                      </a:pPr>
                      <a:r>
                        <a:t>Adaline (1960)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Karla"/>
                        </a:defRPr>
                      </a:pPr>
                      <a:r>
                        <a:t>MLP con Backprop (1986)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222222"/>
                          </a:solidFill>
                          <a:latin typeface="Karla"/>
                        </a:defRPr>
                      </a:pPr>
                      <a:r>
                        <a:t>Capacidad de Frontera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222222"/>
                          </a:solidFill>
                          <a:latin typeface="Karla"/>
                        </a:defRPr>
                      </a:pPr>
                      <a:r>
                        <a:t>Hiperplano lineal en ℝⁿ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222222"/>
                          </a:solidFill>
                          <a:latin typeface="Karla"/>
                        </a:defRPr>
                      </a:pPr>
                      <a:r>
                        <a:t>Hiperplano lineal en ℝⁿ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0E2A47"/>
                          </a:solidFill>
                          <a:latin typeface="Karla"/>
                        </a:defRPr>
                      </a:pPr>
                      <a:r>
                        <a:t>Hipersuperficie no lineal continua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222222"/>
                          </a:solidFill>
                          <a:latin typeface="Karla"/>
                        </a:defRPr>
                      </a:pPr>
                      <a:r>
                        <a:t>Función Activación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222222"/>
                          </a:solidFill>
                          <a:latin typeface="Karla"/>
                        </a:defRPr>
                      </a:pPr>
                      <a:r>
                        <a:t>Escalón Heaviside (discontinua)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222222"/>
                          </a:solidFill>
                          <a:latin typeface="Karla"/>
                        </a:defRPr>
                      </a:pPr>
                      <a:r>
                        <a:t>Identidad lineal f(z) = z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0E2A47"/>
                          </a:solidFill>
                          <a:latin typeface="Karla"/>
                        </a:defRPr>
                      </a:pPr>
                      <a:r>
                        <a:t>Sigmoide / Tanh suave (diferenciable)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222222"/>
                          </a:solidFill>
                          <a:latin typeface="Karla"/>
                        </a:defRPr>
                      </a:pPr>
                      <a:r>
                        <a:t>Regla de Aprendizaje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222222"/>
                          </a:solidFill>
                          <a:latin typeface="Karla"/>
                        </a:defRPr>
                      </a:pPr>
                      <a:r>
                        <a:t>Regla Perceptrón: Δw = η(t-y)x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222222"/>
                          </a:solidFill>
                          <a:latin typeface="Karla"/>
                        </a:defRPr>
                      </a:pPr>
                      <a:r>
                        <a:t>Gradiente LMS: Δw = η(t-z)x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0E2A47"/>
                          </a:solidFill>
                          <a:latin typeface="Karla"/>
                        </a:defRPr>
                      </a:pPr>
                      <a:r>
                        <a:t>Delta Generalizada + Momento β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222222"/>
                          </a:solidFill>
                          <a:latin typeface="Karla"/>
                        </a:defRPr>
                      </a:pPr>
                      <a:r>
                        <a:t>Desempeño XOR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222222"/>
                          </a:solidFill>
                          <a:latin typeface="Karla"/>
                        </a:defRPr>
                      </a:pPr>
                      <a:r>
                        <a:t>Fracaso (Exactitud = 50.0%)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222222"/>
                          </a:solidFill>
                          <a:latin typeface="Karla"/>
                        </a:defRPr>
                      </a:pPr>
                      <a:r>
                        <a:t>Fracaso (Exactitud = 50.0%)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0E2A47"/>
                          </a:solidFill>
                          <a:latin typeface="Karla"/>
                        </a:defRPr>
                      </a:pPr>
                      <a:r>
                        <a:t>Convergencia Perfecta (100.0%)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3429000"/>
            <a:ext cx="1737360" cy="1234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3520440"/>
            <a:ext cx="1591056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0E2A47"/>
                </a:solidFill>
                <a:latin typeface="Karla"/>
              </a:defRPr>
            </a:pPr>
            <a:r>
              <a:t>1. Estandarización</a:t>
            </a:r>
          </a:p>
          <a:p>
            <a:pPr>
              <a:defRPr sz="780">
                <a:solidFill>
                  <a:srgbClr val="222222"/>
                </a:solidFill>
                <a:latin typeface="Karla"/>
              </a:defRPr>
            </a:pPr>
            <a:r>
              <a:t>Normalización z-score estricta ajustada solo en train.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0632" y="3429000"/>
            <a:ext cx="1737360" cy="123444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43784" y="3520440"/>
            <a:ext cx="1591056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0E2A47"/>
                </a:solidFill>
                <a:latin typeface="Karla"/>
              </a:defRPr>
            </a:pPr>
            <a:r>
              <a:t>2. Inicialización</a:t>
            </a:r>
          </a:p>
          <a:p>
            <a:pPr>
              <a:defRPr sz="780">
                <a:solidFill>
                  <a:srgbClr val="222222"/>
                </a:solidFill>
                <a:latin typeface="Karla"/>
              </a:defRPr>
            </a:pPr>
            <a:r>
              <a:t>Pesos pequeños aleatorios o Xavier/Glorot.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6864" y="3429000"/>
            <a:ext cx="1737360" cy="1234440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0016" y="3520440"/>
            <a:ext cx="1591056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0E2A47"/>
                </a:solidFill>
                <a:latin typeface="Karla"/>
              </a:defRPr>
            </a:pPr>
            <a:r>
              <a:t>3. Momento Inercial</a:t>
            </a:r>
          </a:p>
          <a:p>
            <a:pPr>
              <a:defRPr sz="780">
                <a:solidFill>
                  <a:srgbClr val="222222"/>
                </a:solidFill>
                <a:latin typeface="Karla"/>
              </a:defRPr>
            </a:pPr>
            <a:r>
              <a:t>β en [0.7, 0.9] para cruzar cañones sin oscilar.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83096" y="3429000"/>
            <a:ext cx="1737360" cy="1234440"/>
          </a:xfrm>
          <a:prstGeom prst="roundRect">
            <a:avLst/>
          </a:prstGeom>
          <a:solidFill>
            <a:srgbClr val="EEF7F2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3520440"/>
            <a:ext cx="1591056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0E2A47"/>
                </a:solidFill>
                <a:latin typeface="Karla"/>
              </a:defRPr>
            </a:pPr>
            <a:r>
              <a:t>4. Early Stopping</a:t>
            </a:r>
          </a:p>
          <a:p>
            <a:pPr>
              <a:defRPr sz="780">
                <a:solidFill>
                  <a:srgbClr val="222222"/>
                </a:solidFill>
                <a:latin typeface="Karla"/>
              </a:defRPr>
            </a:pPr>
            <a:r>
              <a:t>Paciencia P=40 para congelar en el óptimo.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02920"/>
            <a:ext cx="4937760" cy="640080"/>
          </a:xfrm>
        </p:spPr>
        <p:txBody>
          <a:bodyPr wrap="square" lIns="0" rIns="0" tIns="0" bIns="0"/>
          <a:lstStyle/>
          <a:p>
            <a:pPr algn="l"/>
            <a:r>
              <a:rPr sz="1750" b="1">
                <a:solidFill>
                  <a:srgbClr val="0E2A47"/>
                </a:solidFill>
                <a:latin typeface="DM Serif Display"/>
              </a:rPr>
              <a:t>Conclusiones: Principios Rectores del Perceptrón Multicapa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7880" y="420624"/>
            <a:ext cx="2286000" cy="256032"/>
          </a:xfrm>
          <a:prstGeom prst="roundRect">
            <a:avLst/>
          </a:prstGeom>
          <a:solidFill>
            <a:srgbClr val="FCF8F2"/>
          </a:solidFill>
          <a:ln w="12700">
            <a:solidFill>
              <a:srgbClr val="EDD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97880" y="43891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1">
                <a:solidFill>
                  <a:srgbClr val="7D542D"/>
                </a:solidFill>
                <a:latin typeface="Karla"/>
              </a:rPr>
              <a:t>10. CONCLUSIONES EJECUTIVAS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234440"/>
            <a:ext cx="3566160" cy="164592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08960" y="1344168"/>
            <a:ext cx="1261872" cy="292608"/>
          </a:xfrm>
          <a:prstGeom prst="round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1362456"/>
            <a:ext cx="126187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1">
                <a:solidFill>
                  <a:srgbClr val="144169"/>
                </a:solidFill>
                <a:latin typeface="Karla"/>
              </a:defRPr>
            </a:pPr>
            <a:r>
              <a:t>100% XOR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441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E2A47"/>
                </a:solidFill>
                <a:latin typeface="DM Serif Display"/>
              </a:defRPr>
            </a:pPr>
            <a:r>
              <a:t>1. Superación de la Barrera Lineal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746504"/>
            <a:ext cx="3291840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222222"/>
                </a:solidFill>
                <a:latin typeface="Karla"/>
              </a:defRPr>
            </a:pPr>
            <a:r>
              <a:t>Las capas ocultas actúan como proyectores no lineales que deforman variedades complejas, resolviendo la conjetura de Minsky &amp; Papert.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234440"/>
            <a:ext cx="3566160" cy="164592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0" y="1344168"/>
            <a:ext cx="1261872" cy="292608"/>
          </a:xfrm>
          <a:prstGeom prst="roundRect">
            <a:avLst/>
          </a:prstGeom>
          <a:solidFill>
            <a:srgbClr val="FC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1362456"/>
            <a:ext cx="126187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1">
                <a:solidFill>
                  <a:srgbClr val="7D542D"/>
                </a:solidFill>
                <a:latin typeface="Karla"/>
              </a:defRPr>
            </a:pPr>
            <a:r>
              <a:t>87.4% MÁS VELOZ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13441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88664A"/>
                </a:solidFill>
                <a:latin typeface="DM Serif Display"/>
              </a:defRPr>
            </a:pPr>
            <a:r>
              <a:t>2. Aceleración Inercial con Momento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746504"/>
            <a:ext cx="3291840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222222"/>
                </a:solidFill>
                <a:latin typeface="Karla"/>
              </a:defRPr>
            </a:pPr>
            <a:r>
              <a:t>El factor β = 0.9 amortigua vibraciones transversales en cañones estrechos, reduciendo de 621 a 78 épocas y evitando mesetas planas.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017520"/>
            <a:ext cx="3566160" cy="164592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108960" y="3127248"/>
            <a:ext cx="1261872" cy="2926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60" y="3145536"/>
            <a:ext cx="126187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1">
                <a:solidFill>
                  <a:srgbClr val="0E2A47"/>
                </a:solidFill>
                <a:latin typeface="Karla"/>
              </a:defRPr>
            </a:pPr>
            <a:r>
              <a:t>100% SPLITS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12724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35D74"/>
                </a:solidFill>
                <a:latin typeface="DM Serif Display"/>
              </a:defRPr>
            </a:pPr>
            <a:r>
              <a:t>3. Robustez en Benchmarks Reales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529584"/>
            <a:ext cx="3291840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222222"/>
                </a:solidFill>
                <a:latin typeface="Karla"/>
              </a:defRPr>
            </a:pPr>
            <a:r>
              <a:t>Exactitud perfecta en Banknote y Wine, y 98.25% en Breast Cancer con estabilidad invariable ante 4 particiones estratificadas.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3017520"/>
            <a:ext cx="3566160" cy="164592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0" y="3127248"/>
            <a:ext cx="1261872" cy="292608"/>
          </a:xfrm>
          <a:prstGeom prst="roundRect">
            <a:avLst/>
          </a:prstGeom>
          <a:solidFill>
            <a:srgbClr val="EE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3145536"/>
            <a:ext cx="126187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1">
                <a:solidFill>
                  <a:srgbClr val="186638"/>
                </a:solidFill>
                <a:latin typeface="Karla"/>
              </a:defRPr>
            </a:pPr>
            <a:r>
              <a:t>-16.7% 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12724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86638"/>
                </a:solidFill>
                <a:latin typeface="DM Serif Display"/>
              </a:defRPr>
            </a:pPr>
            <a:r>
              <a:t>4. Control Espectral por Early Stopping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529584"/>
            <a:ext cx="3291840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222222"/>
                </a:solidFill>
                <a:latin typeface="Karla"/>
              </a:defRPr>
            </a:pPr>
            <a:r>
              <a:t>La parada temprana restaura el punto óptimo de sesgo-varianza, recortando un 37.2% la brecha de generalización y ahorrando 95.7% de cómputo.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inimalist Hepatitis Clinical Case by Slidesgo">
  <a:themeElements>
    <a:clrScheme name="Simple Light">
      <a:dk1>
        <a:srgbClr val="000000"/>
      </a:dk1>
      <a:lt1>
        <a:srgbClr val="FFFFFF"/>
      </a:lt1>
      <a:dk2>
        <a:srgbClr val="88664A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